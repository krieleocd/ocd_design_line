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4.xml" ContentType="application/vnd.openxmlformats-officedocument.theme+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5.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4"/>
    <p:sldMasterId id="2147483689" r:id="rId5"/>
    <p:sldMasterId id="2147483733" r:id="rId6"/>
    <p:sldMasterId id="2147483790" r:id="rId7"/>
    <p:sldMasterId id="2147483812" r:id="rId8"/>
    <p:sldMasterId id="2147483819" r:id="rId9"/>
  </p:sldMasterIdLst>
  <p:notesMasterIdLst>
    <p:notesMasterId r:id="rId34"/>
  </p:notesMasterIdLst>
  <p:handoutMasterIdLst>
    <p:handoutMasterId r:id="rId35"/>
  </p:handoutMasterIdLst>
  <p:sldIdLst>
    <p:sldId id="2147481243" r:id="rId10"/>
    <p:sldId id="2147481244" r:id="rId11"/>
    <p:sldId id="2147481248" r:id="rId12"/>
    <p:sldId id="2698" r:id="rId13"/>
    <p:sldId id="368" r:id="rId14"/>
    <p:sldId id="1404" r:id="rId15"/>
    <p:sldId id="2439" r:id="rId16"/>
    <p:sldId id="935" r:id="rId17"/>
    <p:sldId id="2554" r:id="rId18"/>
    <p:sldId id="2694" r:id="rId19"/>
    <p:sldId id="2441" r:id="rId20"/>
    <p:sldId id="2697" r:id="rId21"/>
    <p:sldId id="2699" r:id="rId22"/>
    <p:sldId id="938" r:id="rId23"/>
    <p:sldId id="557" r:id="rId24"/>
    <p:sldId id="2700" r:id="rId25"/>
    <p:sldId id="2701" r:id="rId26"/>
    <p:sldId id="2702" r:id="rId27"/>
    <p:sldId id="2703" r:id="rId28"/>
    <p:sldId id="2147481237" r:id="rId29"/>
    <p:sldId id="2147481241" r:id="rId30"/>
    <p:sldId id="2147481256" r:id="rId31"/>
    <p:sldId id="2147481255" r:id="rId32"/>
    <p:sldId id="2147481251" r:id="rId3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85682C91-C653-4FB5-92A9-637E14C375AB}">
          <p14:sldIdLst>
            <p14:sldId id="2147481243"/>
            <p14:sldId id="2147481244"/>
            <p14:sldId id="2147481248"/>
            <p14:sldId id="2698"/>
            <p14:sldId id="368"/>
            <p14:sldId id="1404"/>
            <p14:sldId id="2439"/>
            <p14:sldId id="935"/>
            <p14:sldId id="2554"/>
            <p14:sldId id="2694"/>
            <p14:sldId id="2441"/>
            <p14:sldId id="2697"/>
          </p14:sldIdLst>
        </p14:section>
        <p14:section name="Consulting" id="{A0B5B833-2B77-4504-96B3-ED774E1FEFE8}">
          <p14:sldIdLst>
            <p14:sldId id="2699"/>
            <p14:sldId id="938"/>
            <p14:sldId id="557"/>
            <p14:sldId id="2700"/>
            <p14:sldId id="2701"/>
            <p14:sldId id="2702"/>
            <p14:sldId id="2703"/>
            <p14:sldId id="2147481237"/>
          </p14:sldIdLst>
        </p14:section>
        <p14:section name="Sonstiges" id="{2D01E45C-97C0-4232-90C9-F3924810356B}">
          <p14:sldIdLst>
            <p14:sldId id="2147481241"/>
            <p14:sldId id="2147481256"/>
            <p14:sldId id="2147481255"/>
            <p14:sldId id="2147481251"/>
          </p14:sldIdLst>
        </p14:section>
        <p14:section name="Extended Deck" id="{B4D5557C-DAE3-4E77-A18E-67B9BFC089DB}">
          <p14:sldIdLst/>
        </p14:section>
        <p14:section name="ANTICIPATE" id="{BAF46624-3B69-46D5-B928-1FFC464D7713}">
          <p14:sldIdLst/>
        </p14:section>
        <p14:section name="IDENTIFY" id="{C919AB0E-DC95-4F7C-9211-4EB0E8F81847}">
          <p14:sldIdLst/>
        </p14:section>
        <p14:section name="PROTECT" id="{5E72000C-9FF4-4734-9FF1-DCE63AF00F4D}">
          <p14:sldIdLst/>
        </p14:section>
        <p14:section name="Secure Infrastructure" id="{36CB3B1F-3648-41EA-9BFE-42B69057901A}">
          <p14:sldIdLst/>
        </p14:section>
        <p14:section name="IAM" id="{4FEF7E41-7733-40E3-B2AC-763B29A8D257}">
          <p14:sldIdLst/>
        </p14:section>
        <p14:section name="Cloud &amp; Application Security" id="{C041E188-D727-4CF8-A334-7943258C12F3}">
          <p14:sldIdLst/>
        </p14:section>
        <p14:section name="DETECT" id="{A0F626F6-0AAC-4B91-9680-0E58FB56F6D5}">
          <p14:sldIdLst/>
        </p14:section>
        <p14:section name="RESPOND" id="{AA4D067A-3FA6-456C-9B86-97D370F2235F}">
          <p14:sldIdLst/>
        </p14:section>
        <p14:section name="CVP &amp; Referenzen" id="{F4D46D0B-27DD-4855-B90E-8CC3F99A00EA}">
          <p14:sldIdLst/>
        </p14:section>
      </p14:sectionLst>
    </p:ext>
    <p:ext uri="{EFAFB233-063F-42B5-8137-9DF3F51BA10A}">
      <p15:sldGuideLst xmlns:p15="http://schemas.microsoft.com/office/powerpoint/2012/main">
        <p15:guide id="9" orient="horz" pos="1665" userDrawn="1">
          <p15:clr>
            <a:srgbClr val="A4A3A4"/>
          </p15:clr>
        </p15:guide>
        <p15:guide id="10" pos="2812" userDrawn="1">
          <p15:clr>
            <a:srgbClr val="A4A3A4"/>
          </p15:clr>
        </p15:guide>
        <p15:guide id="11" orient="horz" pos="645" userDrawn="1">
          <p15:clr>
            <a:srgbClr val="A4A3A4"/>
          </p15:clr>
        </p15:guide>
        <p15:guide id="12" orient="horz" pos="1416" userDrawn="1">
          <p15:clr>
            <a:srgbClr val="A4A3A4"/>
          </p15:clr>
        </p15:guide>
        <p15:guide id="13" orient="horz" pos="804" userDrawn="1">
          <p15:clr>
            <a:srgbClr val="A4A3A4"/>
          </p15:clr>
        </p15:guide>
        <p15:guide id="14" orient="horz" pos="2867" userDrawn="1">
          <p15:clr>
            <a:srgbClr val="A4A3A4"/>
          </p15:clr>
        </p15:guide>
        <p15:guide id="15" pos="5035" userDrawn="1">
          <p15:clr>
            <a:srgbClr val="A4A3A4"/>
          </p15:clr>
        </p15:guide>
        <p15:guide id="16" pos="5352" userDrawn="1">
          <p15:clr>
            <a:srgbClr val="A4A3A4"/>
          </p15:clr>
        </p15:guide>
        <p15:guide id="17" orient="horz" pos="395">
          <p15:clr>
            <a:srgbClr val="A4A3A4"/>
          </p15:clr>
        </p15:guide>
        <p15:guide id="19" pos="567" userDrawn="1">
          <p15:clr>
            <a:srgbClr val="A4A3A4"/>
          </p15:clr>
        </p15:guide>
        <p15:guide id="20" pos="181" userDrawn="1">
          <p15:clr>
            <a:srgbClr val="A4A3A4"/>
          </p15:clr>
        </p15:guide>
        <p15:guide id="21" pos="2948" userDrawn="1">
          <p15:clr>
            <a:srgbClr val="A4A3A4"/>
          </p15:clr>
        </p15:guide>
        <p15:guide id="22" pos="460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onie Wiesinger" initials="LW" lastIdx="7" clrIdx="0">
    <p:extLst>
      <p:ext uri="{19B8F6BF-5375-455C-9EA6-DF929625EA0E}">
        <p15:presenceInfo xmlns:p15="http://schemas.microsoft.com/office/powerpoint/2012/main" userId="S::Leonie.Wiesinger@securelink.net::8ac4f1dd-e35c-4fda-a059-693e9c62624d" providerId="AD"/>
      </p:ext>
    </p:extLst>
  </p:cmAuthor>
  <p:cmAuthor id="2" name="Ivan Luft" initials="IL" lastIdx="1" clrIdx="1">
    <p:extLst>
      <p:ext uri="{19B8F6BF-5375-455C-9EA6-DF929625EA0E}">
        <p15:presenceInfo xmlns:p15="http://schemas.microsoft.com/office/powerpoint/2012/main" userId="S::ivan.luft@securelink.net::5a55c822-81b2-4de8-9851-9fcdc159b90f" providerId="AD"/>
      </p:ext>
    </p:extLst>
  </p:cmAuthor>
  <p:cmAuthor id="3" name="Lisanne Meerkerk" initials="LM" lastIdx="99" clrIdx="2"/>
  <p:cmAuthor id="4" name="Elena Doch" initials="ED" lastIdx="1" clrIdx="3">
    <p:extLst>
      <p:ext uri="{19B8F6BF-5375-455C-9EA6-DF929625EA0E}">
        <p15:presenceInfo xmlns:p15="http://schemas.microsoft.com/office/powerpoint/2012/main" userId="Elena Doch" providerId="None"/>
      </p:ext>
    </p:extLst>
  </p:cmAuthor>
  <p:cmAuthor id="5" name="Czekalla, Ralf" initials="RCZ" lastIdx="10" clrIdx="4">
    <p:extLst>
      <p:ext uri="{19B8F6BF-5375-455C-9EA6-DF929625EA0E}">
        <p15:presenceInfo xmlns:p15="http://schemas.microsoft.com/office/powerpoint/2012/main" userId="Czekalla, Ralf" providerId="None"/>
      </p:ext>
    </p:extLst>
  </p:cmAuthor>
  <p:cmAuthor id="6" name="Richard Schäfer" initials="RS" lastIdx="1" clrIdx="5">
    <p:extLst>
      <p:ext uri="{19B8F6BF-5375-455C-9EA6-DF929625EA0E}">
        <p15:presenceInfo xmlns:p15="http://schemas.microsoft.com/office/powerpoint/2012/main" userId="S::richard.schaefer@orangecyberdefense.com::383e9204-9c50-4bd5-a0ae-d0683fddabd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900"/>
    <a:srgbClr val="FFEC33"/>
    <a:srgbClr val="9986BC"/>
    <a:srgbClr val="8871B1"/>
    <a:srgbClr val="FFEF57"/>
    <a:srgbClr val="6AC5F0"/>
    <a:srgbClr val="F2A0C5"/>
    <a:srgbClr val="836BAD"/>
    <a:srgbClr val="EE82B3"/>
    <a:srgbClr val="68CA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44" autoAdjust="0"/>
  </p:normalViewPr>
  <p:slideViewPr>
    <p:cSldViewPr snapToGrid="0" showGuides="1">
      <p:cViewPr varScale="1">
        <p:scale>
          <a:sx n="139" d="100"/>
          <a:sy n="139" d="100"/>
        </p:scale>
        <p:origin x="840" y="102"/>
      </p:cViewPr>
      <p:guideLst>
        <p:guide orient="horz" pos="1665"/>
        <p:guide pos="2812"/>
        <p:guide orient="horz" pos="645"/>
        <p:guide orient="horz" pos="1416"/>
        <p:guide orient="horz" pos="804"/>
        <p:guide orient="horz" pos="2867"/>
        <p:guide pos="5035"/>
        <p:guide pos="5352"/>
        <p:guide orient="horz" pos="395"/>
        <p:guide pos="567"/>
        <p:guide pos="181"/>
        <p:guide pos="2948"/>
        <p:guide pos="4604"/>
      </p:guideLst>
    </p:cSldViewPr>
  </p:slideViewPr>
  <p:outlineViewPr>
    <p:cViewPr>
      <p:scale>
        <a:sx n="33" d="100"/>
        <a:sy n="33" d="100"/>
      </p:scale>
      <p:origin x="0" y="14958"/>
    </p:cViewPr>
  </p:outlineViewPr>
  <p:notesTextViewPr>
    <p:cViewPr>
      <p:scale>
        <a:sx n="100" d="100"/>
        <a:sy n="100" d="100"/>
      </p:scale>
      <p:origin x="0" y="0"/>
    </p:cViewPr>
  </p:notesTextViewPr>
  <p:notesViewPr>
    <p:cSldViewPr snapToGrid="0" showGuides="1">
      <p:cViewPr varScale="1">
        <p:scale>
          <a:sx n="99" d="100"/>
          <a:sy n="99" d="100"/>
        </p:scale>
        <p:origin x="357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theme" Target="theme/theme1.xml"/><Relationship Id="rId21" Type="http://schemas.openxmlformats.org/officeDocument/2006/relationships/slide" Target="slides/slide12.xml"/><Relationship Id="rId34"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commentAuthors" Target="commentAuthors.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handoutMaster" Target="handoutMasters/handoutMaster1.xml"/><Relationship Id="rId8" Type="http://schemas.openxmlformats.org/officeDocument/2006/relationships/slideMaster" Target="slideMasters/slideMaster5.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231A60-7859-CF4D-975B-C5D6600546FE}" type="doc">
      <dgm:prSet loTypeId="urn:microsoft.com/office/officeart/2005/8/layout/orgChart1" loCatId="" qsTypeId="urn:microsoft.com/office/officeart/2005/8/quickstyle/simple1" qsCatId="simple" csTypeId="urn:microsoft.com/office/officeart/2005/8/colors/accent1_2" csCatId="accent1" phldr="1"/>
      <dgm:spPr/>
      <dgm:t>
        <a:bodyPr/>
        <a:lstStyle/>
        <a:p>
          <a:endParaRPr lang="en-US"/>
        </a:p>
      </dgm:t>
    </dgm:pt>
    <dgm:pt modelId="{813055D8-F33A-1846-BAA0-C7EBD1823AB2}">
      <dgm:prSet phldrT="[Text]" custT="1"/>
      <dgm:spPr>
        <a:solidFill>
          <a:schemeClr val="accent2"/>
        </a:solidFill>
        <a:ln>
          <a:solidFill>
            <a:schemeClr val="accent2"/>
          </a:solidFill>
        </a:ln>
      </dgm:spPr>
      <dgm:t>
        <a:bodyPr/>
        <a:lstStyle/>
        <a:p>
          <a:endParaRPr lang="en-US" sz="900">
            <a:latin typeface="Helvetica" pitchFamily="2" charset="0"/>
          </a:endParaRPr>
        </a:p>
      </dgm:t>
    </dgm:pt>
    <dgm:pt modelId="{3DF7033D-D837-A94F-86B9-D76607A1E117}" type="parTrans" cxnId="{A610459D-0B5B-104A-919C-C26B6D10F161}">
      <dgm:prSet/>
      <dgm:spPr/>
      <dgm:t>
        <a:bodyPr/>
        <a:lstStyle/>
        <a:p>
          <a:endParaRPr lang="en-US" sz="900">
            <a:latin typeface="Helvetica" pitchFamily="2" charset="0"/>
          </a:endParaRPr>
        </a:p>
      </dgm:t>
    </dgm:pt>
    <dgm:pt modelId="{B28E5637-B2D0-FD48-AAD3-56EC1365941D}" type="sibTrans" cxnId="{A610459D-0B5B-104A-919C-C26B6D10F161}">
      <dgm:prSet/>
      <dgm:spPr/>
      <dgm:t>
        <a:bodyPr/>
        <a:lstStyle/>
        <a:p>
          <a:endParaRPr lang="en-US" sz="900">
            <a:latin typeface="Helvetica" pitchFamily="2" charset="0"/>
          </a:endParaRPr>
        </a:p>
      </dgm:t>
    </dgm:pt>
    <dgm:pt modelId="{CB836D85-0C0F-0648-A19B-A7EB920A1A3D}">
      <dgm:prSet phldrT="[Text]" custT="1"/>
      <dgm:spPr>
        <a:solidFill>
          <a:schemeClr val="bg1">
            <a:lumMod val="50000"/>
          </a:schemeClr>
        </a:solidFill>
      </dgm:spPr>
      <dgm:t>
        <a:bodyPr/>
        <a:lstStyle/>
        <a:p>
          <a:r>
            <a:rPr lang="en-US" sz="900" dirty="0">
              <a:latin typeface="Helvetica 55 Roman" panose="020B0604020202020204" pitchFamily="34" charset="0"/>
            </a:rPr>
            <a:t>Secure Infrastructure</a:t>
          </a:r>
        </a:p>
      </dgm:t>
    </dgm:pt>
    <dgm:pt modelId="{4A94017F-D324-FA49-8B5B-F25754D803C9}" type="parTrans" cxnId="{1AE7A97F-8F2B-A24B-B704-53FF608FD74B}">
      <dgm:prSet/>
      <dgm:spPr>
        <a:solidFill>
          <a:schemeClr val="accent2"/>
        </a:solidFill>
        <a:ln>
          <a:solidFill>
            <a:schemeClr val="accent2"/>
          </a:solidFill>
        </a:ln>
      </dgm:spPr>
      <dgm:t>
        <a:bodyPr/>
        <a:lstStyle/>
        <a:p>
          <a:endParaRPr lang="en-US" sz="900">
            <a:latin typeface="Helvetica" pitchFamily="2" charset="0"/>
          </a:endParaRPr>
        </a:p>
      </dgm:t>
    </dgm:pt>
    <dgm:pt modelId="{37E5684F-22FE-E04A-AD98-F340F3569521}" type="sibTrans" cxnId="{1AE7A97F-8F2B-A24B-B704-53FF608FD74B}">
      <dgm:prSet/>
      <dgm:spPr/>
      <dgm:t>
        <a:bodyPr/>
        <a:lstStyle/>
        <a:p>
          <a:endParaRPr lang="en-US" sz="900">
            <a:latin typeface="Helvetica" pitchFamily="2" charset="0"/>
          </a:endParaRPr>
        </a:p>
      </dgm:t>
    </dgm:pt>
    <dgm:pt modelId="{7436311D-BBEC-C841-A333-A9620E285B8A}">
      <dgm:prSet phldrT="[Text]" custT="1"/>
      <dgm:spPr>
        <a:solidFill>
          <a:schemeClr val="bg1">
            <a:lumMod val="50000"/>
          </a:schemeClr>
        </a:solidFill>
      </dgm:spPr>
      <dgm:t>
        <a:bodyPr/>
        <a:lstStyle/>
        <a:p>
          <a:r>
            <a:rPr lang="en-US" sz="900" dirty="0">
              <a:latin typeface="Helvetica 55 Roman" panose="020B0604020202020204" pitchFamily="34" charset="0"/>
            </a:rPr>
            <a:t>Endpoint &amp; Mobile Security</a:t>
          </a:r>
        </a:p>
      </dgm:t>
    </dgm:pt>
    <dgm:pt modelId="{0E4903D6-1894-EE40-8358-847EA4120322}" type="parTrans" cxnId="{157C5E45-6AE3-7F42-B30A-80B4EB3313E7}">
      <dgm:prSet/>
      <dgm:spPr>
        <a:ln>
          <a:solidFill>
            <a:schemeClr val="accent2"/>
          </a:solidFill>
        </a:ln>
      </dgm:spPr>
      <dgm:t>
        <a:bodyPr/>
        <a:lstStyle/>
        <a:p>
          <a:endParaRPr lang="en-US" sz="900">
            <a:latin typeface="Helvetica" pitchFamily="2" charset="0"/>
          </a:endParaRPr>
        </a:p>
      </dgm:t>
    </dgm:pt>
    <dgm:pt modelId="{EF8516F0-ACFF-6D4B-80D1-B7313D9702A6}" type="sibTrans" cxnId="{157C5E45-6AE3-7F42-B30A-80B4EB3313E7}">
      <dgm:prSet/>
      <dgm:spPr/>
      <dgm:t>
        <a:bodyPr/>
        <a:lstStyle/>
        <a:p>
          <a:endParaRPr lang="en-US" sz="900">
            <a:latin typeface="Helvetica" pitchFamily="2" charset="0"/>
          </a:endParaRPr>
        </a:p>
      </dgm:t>
    </dgm:pt>
    <dgm:pt modelId="{1A83595D-06A4-0041-BFAA-5F662E58A977}">
      <dgm:prSet phldrT="[Text]" custT="1"/>
      <dgm:spPr>
        <a:solidFill>
          <a:schemeClr val="bg1">
            <a:lumMod val="50000"/>
          </a:schemeClr>
        </a:solidFill>
      </dgm:spPr>
      <dgm:t>
        <a:bodyPr/>
        <a:lstStyle/>
        <a:p>
          <a:r>
            <a:rPr lang="en-US" sz="900">
              <a:latin typeface="Helvetica 55 Roman" panose="020B0604020202020204" pitchFamily="34" charset="0"/>
            </a:rPr>
            <a:t>Identity &amp; Access Management</a:t>
          </a:r>
        </a:p>
      </dgm:t>
    </dgm:pt>
    <dgm:pt modelId="{005AAE53-7846-ED4A-BE6B-016B7BBEF7AF}" type="parTrans" cxnId="{89C91788-BE14-504B-B666-80A82BA943F8}">
      <dgm:prSet/>
      <dgm:spPr>
        <a:ln>
          <a:solidFill>
            <a:schemeClr val="accent2"/>
          </a:solidFill>
        </a:ln>
      </dgm:spPr>
      <dgm:t>
        <a:bodyPr/>
        <a:lstStyle/>
        <a:p>
          <a:endParaRPr lang="en-US" sz="900">
            <a:latin typeface="Helvetica" pitchFamily="2" charset="0"/>
          </a:endParaRPr>
        </a:p>
      </dgm:t>
    </dgm:pt>
    <dgm:pt modelId="{6252149D-1B3B-0F46-8E60-EF2B165D359E}" type="sibTrans" cxnId="{89C91788-BE14-504B-B666-80A82BA943F8}">
      <dgm:prSet/>
      <dgm:spPr/>
      <dgm:t>
        <a:bodyPr/>
        <a:lstStyle/>
        <a:p>
          <a:endParaRPr lang="en-US" sz="900">
            <a:latin typeface="Helvetica" pitchFamily="2" charset="0"/>
          </a:endParaRPr>
        </a:p>
      </dgm:t>
    </dgm:pt>
    <dgm:pt modelId="{8C45E2B3-59F1-6D4F-A868-7E4BAE7D6736}">
      <dgm:prSet custT="1"/>
      <dgm:spPr>
        <a:solidFill>
          <a:schemeClr val="tx2"/>
        </a:solidFill>
        <a:ln w="9525">
          <a:solidFill>
            <a:schemeClr val="bg1"/>
          </a:solidFill>
        </a:ln>
      </dgm:spPr>
      <dgm:t>
        <a:bodyPr/>
        <a:lstStyle/>
        <a:p>
          <a:r>
            <a:rPr lang="en-US" sz="900" dirty="0">
              <a:latin typeface="Helvetica 55 Roman" panose="020B0604020202020204" pitchFamily="34" charset="0"/>
            </a:rPr>
            <a:t>Managed Firewall</a:t>
          </a:r>
        </a:p>
        <a:p>
          <a:r>
            <a:rPr lang="en-US" sz="700" dirty="0">
              <a:latin typeface="Helvetica 55 Roman" panose="020B0604020202020204" pitchFamily="34" charset="0"/>
            </a:rPr>
            <a:t>(FSP)</a:t>
          </a:r>
        </a:p>
      </dgm:t>
    </dgm:pt>
    <dgm:pt modelId="{07AF092A-9D53-894A-B097-FCF56A4B316E}" type="parTrans" cxnId="{5CEB046D-8421-3E40-9ED3-F4C508F7977C}">
      <dgm:prSet/>
      <dgm:spPr/>
      <dgm:t>
        <a:bodyPr/>
        <a:lstStyle/>
        <a:p>
          <a:endParaRPr lang="en-US" sz="900">
            <a:latin typeface="Helvetica" pitchFamily="2" charset="0"/>
          </a:endParaRPr>
        </a:p>
      </dgm:t>
    </dgm:pt>
    <dgm:pt modelId="{75C62C5F-866D-7E4C-8163-6CF54EE6B637}" type="sibTrans" cxnId="{5CEB046D-8421-3E40-9ED3-F4C508F7977C}">
      <dgm:prSet/>
      <dgm:spPr/>
      <dgm:t>
        <a:bodyPr/>
        <a:lstStyle/>
        <a:p>
          <a:endParaRPr lang="en-US" sz="900">
            <a:latin typeface="Helvetica" pitchFamily="2" charset="0"/>
          </a:endParaRPr>
        </a:p>
      </dgm:t>
    </dgm:pt>
    <dgm:pt modelId="{885F01BE-4E95-D04C-9672-D16F0653AE90}">
      <dgm:prSet phldrT="[Text]" custT="1"/>
      <dgm:spPr>
        <a:solidFill>
          <a:schemeClr val="tx2"/>
        </a:solidFill>
        <a:ln w="9525">
          <a:solidFill>
            <a:schemeClr val="bg1"/>
          </a:solidFill>
        </a:ln>
      </dgm:spPr>
      <dgm:t>
        <a:bodyPr/>
        <a:lstStyle/>
        <a:p>
          <a:r>
            <a:rPr lang="en-US" sz="900">
              <a:latin typeface="Helvetica 55 Roman" panose="020B0604020202020204" pitchFamily="34" charset="0"/>
            </a:rPr>
            <a:t>Managed Secure Web Gateway</a:t>
          </a:r>
        </a:p>
        <a:p>
          <a:r>
            <a:rPr lang="en-US" sz="700">
              <a:latin typeface="Helvetica 55 Roman" panose="020B0604020202020204" pitchFamily="34" charset="0"/>
            </a:rPr>
            <a:t>(WPS)</a:t>
          </a:r>
        </a:p>
      </dgm:t>
      <dgm:extLst>
        <a:ext uri="{E40237B7-FDA0-4F09-8148-C483321AD2D9}">
          <dgm14:cNvPr xmlns:dgm14="http://schemas.microsoft.com/office/drawing/2010/diagram" id="0" name="">
            <a:hlinkClick xmlns:r="http://schemas.openxmlformats.org/officeDocument/2006/relationships" r:id="" action="ppaction://noaction"/>
          </dgm14:cNvPr>
        </a:ext>
      </dgm:extLst>
    </dgm:pt>
    <dgm:pt modelId="{1DE1CD16-AC15-F342-AC08-75D66BFD5703}" type="parTrans" cxnId="{109EB9D1-55D0-D54F-BC79-572DB3014A3E}">
      <dgm:prSet/>
      <dgm:spPr/>
      <dgm:t>
        <a:bodyPr/>
        <a:lstStyle/>
        <a:p>
          <a:endParaRPr lang="en-US" sz="900">
            <a:latin typeface="Helvetica" pitchFamily="2" charset="0"/>
          </a:endParaRPr>
        </a:p>
      </dgm:t>
    </dgm:pt>
    <dgm:pt modelId="{E2AA6E79-C481-0746-BE9A-77892A7F33F6}" type="sibTrans" cxnId="{109EB9D1-55D0-D54F-BC79-572DB3014A3E}">
      <dgm:prSet/>
      <dgm:spPr/>
      <dgm:t>
        <a:bodyPr/>
        <a:lstStyle/>
        <a:p>
          <a:endParaRPr lang="en-US" sz="900">
            <a:latin typeface="Helvetica" pitchFamily="2" charset="0"/>
          </a:endParaRPr>
        </a:p>
      </dgm:t>
    </dgm:pt>
    <dgm:pt modelId="{E117AAC1-5209-4343-B247-49B72C5A1109}">
      <dgm:prSet phldrT="[Text]" custT="1"/>
      <dgm:spPr>
        <a:solidFill>
          <a:schemeClr val="tx2"/>
        </a:solidFill>
        <a:ln w="9525">
          <a:solidFill>
            <a:schemeClr val="bg1"/>
          </a:solidFill>
        </a:ln>
      </dgm:spPr>
      <dgm:t>
        <a:bodyPr/>
        <a:lstStyle/>
        <a:p>
          <a:r>
            <a:rPr lang="en-US" sz="900" dirty="0">
              <a:latin typeface="Helvetica 55 Roman" panose="020B0604020202020204" pitchFamily="34" charset="0"/>
            </a:rPr>
            <a:t>Managed Remote Access</a:t>
          </a:r>
        </a:p>
        <a:p>
          <a:r>
            <a:rPr lang="en-US" sz="700" dirty="0">
              <a:latin typeface="Helvetica 55 Roman" panose="020B0604020202020204" pitchFamily="34" charset="0"/>
            </a:rPr>
            <a:t>(Flexible Application Access)</a:t>
          </a:r>
        </a:p>
      </dgm:t>
      <dgm:extLst>
        <a:ext uri="{E40237B7-FDA0-4F09-8148-C483321AD2D9}">
          <dgm14:cNvPr xmlns:dgm14="http://schemas.microsoft.com/office/drawing/2010/diagram" id="0" name="">
            <a:hlinkClick xmlns:r="http://schemas.openxmlformats.org/officeDocument/2006/relationships" r:id="" action="ppaction://noaction"/>
          </dgm14:cNvPr>
        </a:ext>
      </dgm:extLst>
    </dgm:pt>
    <dgm:pt modelId="{A840EE83-ADE1-6C43-BB08-5B34151FBE47}" type="parTrans" cxnId="{89193A43-B4F6-8B45-A253-10C3D848293E}">
      <dgm:prSet/>
      <dgm:spPr/>
      <dgm:t>
        <a:bodyPr/>
        <a:lstStyle/>
        <a:p>
          <a:endParaRPr lang="en-US" sz="900">
            <a:latin typeface="Helvetica" pitchFamily="2" charset="0"/>
          </a:endParaRPr>
        </a:p>
      </dgm:t>
    </dgm:pt>
    <dgm:pt modelId="{D823B7B1-A57F-214B-92FC-1F886630365C}" type="sibTrans" cxnId="{89193A43-B4F6-8B45-A253-10C3D848293E}">
      <dgm:prSet/>
      <dgm:spPr/>
      <dgm:t>
        <a:bodyPr/>
        <a:lstStyle/>
        <a:p>
          <a:endParaRPr lang="en-US" sz="900">
            <a:latin typeface="Helvetica" pitchFamily="2" charset="0"/>
          </a:endParaRPr>
        </a:p>
      </dgm:t>
    </dgm:pt>
    <dgm:pt modelId="{1CE1BBAD-0639-EE4E-A01E-910E1CE97384}">
      <dgm:prSet phldrT="[Text]" custT="1"/>
      <dgm:spPr>
        <a:solidFill>
          <a:schemeClr val="tx2"/>
        </a:solidFill>
        <a:ln w="9525">
          <a:solidFill>
            <a:schemeClr val="bg1"/>
          </a:solidFill>
        </a:ln>
      </dgm:spPr>
      <dgm:t>
        <a:bodyPr/>
        <a:lstStyle/>
        <a:p>
          <a:r>
            <a:rPr lang="en-US" sz="900" dirty="0">
              <a:latin typeface="Helvetica 55 Roman" panose="020B0604020202020204" pitchFamily="34" charset="0"/>
            </a:rPr>
            <a:t>Managed WAF</a:t>
          </a:r>
        </a:p>
        <a:p>
          <a:r>
            <a:rPr lang="en-US" sz="700" dirty="0">
              <a:latin typeface="Helvetica 55 Roman" panose="020B0604020202020204" pitchFamily="34" charset="0"/>
            </a:rPr>
            <a:t>(WAGO)</a:t>
          </a:r>
        </a:p>
      </dgm:t>
      <dgm:extLst>
        <a:ext uri="{E40237B7-FDA0-4F09-8148-C483321AD2D9}">
          <dgm14:cNvPr xmlns:dgm14="http://schemas.microsoft.com/office/drawing/2010/diagram" id="0" name="">
            <a:hlinkClick xmlns:r="http://schemas.openxmlformats.org/officeDocument/2006/relationships" r:id="" action="ppaction://noaction"/>
          </dgm14:cNvPr>
        </a:ext>
      </dgm:extLst>
    </dgm:pt>
    <dgm:pt modelId="{CB31B0AD-5089-EA49-8840-564B114309FA}" type="parTrans" cxnId="{11665BA0-D676-BB45-9904-773046070DCB}">
      <dgm:prSet/>
      <dgm:spPr/>
      <dgm:t>
        <a:bodyPr/>
        <a:lstStyle/>
        <a:p>
          <a:endParaRPr lang="en-US" sz="900">
            <a:latin typeface="Helvetica" pitchFamily="2" charset="0"/>
          </a:endParaRPr>
        </a:p>
      </dgm:t>
    </dgm:pt>
    <dgm:pt modelId="{64884CB1-ED81-1548-8504-7115D027548A}" type="sibTrans" cxnId="{11665BA0-D676-BB45-9904-773046070DCB}">
      <dgm:prSet/>
      <dgm:spPr/>
      <dgm:t>
        <a:bodyPr/>
        <a:lstStyle/>
        <a:p>
          <a:endParaRPr lang="en-US" sz="900">
            <a:latin typeface="Helvetica" pitchFamily="2" charset="0"/>
          </a:endParaRPr>
        </a:p>
      </dgm:t>
    </dgm:pt>
    <dgm:pt modelId="{DF761C58-DD7E-1944-A8AE-D9F66560BCB5}">
      <dgm:prSet custT="1"/>
      <dgm:spPr>
        <a:solidFill>
          <a:schemeClr val="bg1">
            <a:lumMod val="50000"/>
          </a:schemeClr>
        </a:solidFill>
      </dgm:spPr>
      <dgm:t>
        <a:bodyPr/>
        <a:lstStyle/>
        <a:p>
          <a:r>
            <a:rPr lang="en-US" sz="900">
              <a:latin typeface="Helvetica 55 Roman" panose="020B0604020202020204" pitchFamily="34" charset="0"/>
            </a:rPr>
            <a:t>Cloud &amp; Application Security</a:t>
          </a:r>
        </a:p>
      </dgm:t>
    </dgm:pt>
    <dgm:pt modelId="{249DCEC2-C69E-254F-AED8-E76480E2A5A0}" type="parTrans" cxnId="{442B635A-58DE-6546-81AA-5177616F1413}">
      <dgm:prSet/>
      <dgm:spPr>
        <a:solidFill>
          <a:schemeClr val="accent2"/>
        </a:solidFill>
        <a:ln>
          <a:solidFill>
            <a:schemeClr val="accent2"/>
          </a:solidFill>
        </a:ln>
      </dgm:spPr>
      <dgm:t>
        <a:bodyPr/>
        <a:lstStyle/>
        <a:p>
          <a:endParaRPr lang="en-US" sz="900">
            <a:latin typeface="Helvetica" pitchFamily="2" charset="0"/>
          </a:endParaRPr>
        </a:p>
      </dgm:t>
    </dgm:pt>
    <dgm:pt modelId="{27679790-6EE8-8545-9B0F-283CB755A39E}" type="sibTrans" cxnId="{442B635A-58DE-6546-81AA-5177616F1413}">
      <dgm:prSet/>
      <dgm:spPr/>
      <dgm:t>
        <a:bodyPr/>
        <a:lstStyle/>
        <a:p>
          <a:endParaRPr lang="en-US" sz="900">
            <a:latin typeface="Helvetica" pitchFamily="2" charset="0"/>
          </a:endParaRPr>
        </a:p>
      </dgm:t>
    </dgm:pt>
    <dgm:pt modelId="{49957429-D9E8-CD46-91AD-BD44DF61D992}">
      <dgm:prSet custT="1"/>
      <dgm:spPr>
        <a:solidFill>
          <a:schemeClr val="tx2"/>
        </a:solidFill>
        <a:ln w="9525">
          <a:solidFill>
            <a:schemeClr val="bg1"/>
          </a:solidFill>
        </a:ln>
      </dgm:spPr>
      <dgm:t>
        <a:bodyPr/>
        <a:lstStyle/>
        <a:p>
          <a:r>
            <a:rPr lang="en-US" sz="900" dirty="0">
              <a:latin typeface="Helvetica 55 Roman" panose="020B0604020202020204" pitchFamily="34" charset="0"/>
            </a:rPr>
            <a:t>Managed Mobile Protection</a:t>
          </a:r>
          <a:br>
            <a:rPr lang="en-US" sz="900" dirty="0">
              <a:latin typeface="Helvetica 55 Roman" panose="020B0604020202020204" pitchFamily="34" charset="0"/>
            </a:rPr>
          </a:br>
          <a:r>
            <a:rPr lang="en-US" sz="700" dirty="0">
              <a:latin typeface="Helvetica 55 Roman" panose="020B0604020202020204" pitchFamily="34" charset="0"/>
            </a:rPr>
            <a:t>(Mobile Threat Protection)</a:t>
          </a:r>
        </a:p>
      </dgm:t>
    </dgm:pt>
    <dgm:pt modelId="{5AE51876-8535-8C45-9B51-D850E361063E}" type="parTrans" cxnId="{12D488E3-5228-DD4A-86DE-EBDABBC93DF7}">
      <dgm:prSet/>
      <dgm:spPr/>
      <dgm:t>
        <a:bodyPr/>
        <a:lstStyle/>
        <a:p>
          <a:endParaRPr lang="en-US" sz="900">
            <a:latin typeface="Helvetica" pitchFamily="2" charset="0"/>
          </a:endParaRPr>
        </a:p>
      </dgm:t>
    </dgm:pt>
    <dgm:pt modelId="{ACE03DA3-7656-5641-A853-7AD1D160A3CA}" type="sibTrans" cxnId="{12D488E3-5228-DD4A-86DE-EBDABBC93DF7}">
      <dgm:prSet/>
      <dgm:spPr/>
      <dgm:t>
        <a:bodyPr/>
        <a:lstStyle/>
        <a:p>
          <a:endParaRPr lang="en-US" sz="900">
            <a:latin typeface="Helvetica" pitchFamily="2" charset="0"/>
          </a:endParaRPr>
        </a:p>
      </dgm:t>
    </dgm:pt>
    <dgm:pt modelId="{BF5526A2-0B08-3D42-A935-79460F825387}">
      <dgm:prSet custT="1"/>
      <dgm:spPr>
        <a:solidFill>
          <a:schemeClr val="bg1">
            <a:lumMod val="50000"/>
          </a:schemeClr>
        </a:solidFill>
      </dgm:spPr>
      <dgm:t>
        <a:bodyPr/>
        <a:lstStyle/>
        <a:p>
          <a:r>
            <a:rPr lang="en-US" sz="900">
              <a:latin typeface="Helvetica 55 Roman" panose="020B0604020202020204" pitchFamily="34" charset="0"/>
            </a:rPr>
            <a:t>OT / IoT Security</a:t>
          </a:r>
        </a:p>
      </dgm:t>
    </dgm:pt>
    <dgm:pt modelId="{7DCEF4AB-C30E-1843-B839-4B836C7962AB}" type="parTrans" cxnId="{E44186FC-C3D6-BA47-8FDE-0EB6F1AB9478}">
      <dgm:prSet/>
      <dgm:spPr>
        <a:ln>
          <a:solidFill>
            <a:schemeClr val="accent2"/>
          </a:solidFill>
        </a:ln>
      </dgm:spPr>
      <dgm:t>
        <a:bodyPr/>
        <a:lstStyle/>
        <a:p>
          <a:endParaRPr lang="en-US" sz="900">
            <a:latin typeface="Helvetica" pitchFamily="2" charset="0"/>
          </a:endParaRPr>
        </a:p>
      </dgm:t>
    </dgm:pt>
    <dgm:pt modelId="{4D427B88-C5FB-5D4D-8C48-2E0B1ED7CD66}" type="sibTrans" cxnId="{E44186FC-C3D6-BA47-8FDE-0EB6F1AB9478}">
      <dgm:prSet/>
      <dgm:spPr/>
      <dgm:t>
        <a:bodyPr/>
        <a:lstStyle/>
        <a:p>
          <a:endParaRPr lang="en-US" sz="900">
            <a:latin typeface="Helvetica" pitchFamily="2" charset="0"/>
          </a:endParaRPr>
        </a:p>
      </dgm:t>
    </dgm:pt>
    <dgm:pt modelId="{9C7FB2B1-409E-494D-857C-08EDD52CF3FF}">
      <dgm:prSet custT="1"/>
      <dgm:spPr>
        <a:solidFill>
          <a:schemeClr val="tx2"/>
        </a:solidFill>
        <a:ln w="9525">
          <a:solidFill>
            <a:schemeClr val="bg1"/>
          </a:solidFill>
        </a:ln>
      </dgm:spPr>
      <dgm:t>
        <a:bodyPr/>
        <a:lstStyle/>
        <a:p>
          <a:r>
            <a:rPr lang="en-US" sz="900" dirty="0">
              <a:latin typeface="Helvetica 55 Roman" panose="020B0604020202020204" pitchFamily="34" charset="0"/>
            </a:rPr>
            <a:t>Managed IAM</a:t>
          </a:r>
        </a:p>
        <a:p>
          <a:r>
            <a:rPr lang="en-US" sz="700" dirty="0">
              <a:latin typeface="Helvetica 55 Roman" panose="020B0604020202020204" pitchFamily="34" charset="0"/>
            </a:rPr>
            <a:t>(Flexible Identity Authentication)</a:t>
          </a:r>
        </a:p>
      </dgm:t>
      <dgm:extLst>
        <a:ext uri="{E40237B7-FDA0-4F09-8148-C483321AD2D9}">
          <dgm14:cNvPr xmlns:dgm14="http://schemas.microsoft.com/office/drawing/2010/diagram" id="0" name="">
            <a:hlinkClick xmlns:r="http://schemas.openxmlformats.org/officeDocument/2006/relationships" r:id="" action="ppaction://noaction"/>
          </dgm14:cNvPr>
        </a:ext>
      </dgm:extLst>
    </dgm:pt>
    <dgm:pt modelId="{F3919DCC-BA66-134B-B9AE-0B212B83D200}" type="parTrans" cxnId="{196791F9-790B-454C-9D78-C5A1C4D450EF}">
      <dgm:prSet/>
      <dgm:spPr/>
      <dgm:t>
        <a:bodyPr/>
        <a:lstStyle/>
        <a:p>
          <a:endParaRPr lang="en-US" sz="900">
            <a:latin typeface="Helvetica" pitchFamily="2" charset="0"/>
          </a:endParaRPr>
        </a:p>
      </dgm:t>
    </dgm:pt>
    <dgm:pt modelId="{AA404A73-57A3-A54D-A98B-6A3C05A24866}" type="sibTrans" cxnId="{196791F9-790B-454C-9D78-C5A1C4D450EF}">
      <dgm:prSet/>
      <dgm:spPr/>
      <dgm:t>
        <a:bodyPr/>
        <a:lstStyle/>
        <a:p>
          <a:endParaRPr lang="en-US" sz="900">
            <a:latin typeface="Helvetica" pitchFamily="2" charset="0"/>
          </a:endParaRPr>
        </a:p>
      </dgm:t>
    </dgm:pt>
    <dgm:pt modelId="{CFF8B251-ED95-254D-A916-7A5F10E8497B}">
      <dgm:prSet phldrT="[Text]" custT="1"/>
      <dgm:spPr>
        <a:solidFill>
          <a:schemeClr val="tx2"/>
        </a:solidFill>
        <a:ln w="9525">
          <a:solidFill>
            <a:schemeClr val="bg1"/>
          </a:solidFill>
        </a:ln>
      </dgm:spPr>
      <dgm:t>
        <a:bodyPr/>
        <a:lstStyle/>
        <a:p>
          <a:r>
            <a:rPr lang="en-US" sz="900" dirty="0">
              <a:latin typeface="Helvetica 55 Roman" panose="020B0604020202020204" pitchFamily="34" charset="0"/>
            </a:rPr>
            <a:t>Managed Email Protection</a:t>
          </a:r>
        </a:p>
        <a:p>
          <a:r>
            <a:rPr lang="en-US" sz="700" dirty="0">
              <a:latin typeface="Helvetica 55 Roman" panose="020B0604020202020204" pitchFamily="34" charset="0"/>
            </a:rPr>
            <a:t>(EPS)</a:t>
          </a:r>
        </a:p>
      </dgm:t>
      <dgm:extLst>
        <a:ext uri="{E40237B7-FDA0-4F09-8148-C483321AD2D9}">
          <dgm14:cNvPr xmlns:dgm14="http://schemas.microsoft.com/office/drawing/2010/diagram" id="0" name="">
            <a:hlinkClick xmlns:r="http://schemas.openxmlformats.org/officeDocument/2006/relationships" r:id="" action="ppaction://noaction"/>
          </dgm14:cNvPr>
        </a:ext>
      </dgm:extLst>
    </dgm:pt>
    <dgm:pt modelId="{F745D287-1933-C54E-BB44-149C8AA4D46C}" type="parTrans" cxnId="{775429A9-DCC9-DF4E-A415-3D38B7C26B11}">
      <dgm:prSet/>
      <dgm:spPr/>
      <dgm:t>
        <a:bodyPr/>
        <a:lstStyle/>
        <a:p>
          <a:endParaRPr lang="en-US" sz="900">
            <a:latin typeface="Helvetica" pitchFamily="2" charset="0"/>
          </a:endParaRPr>
        </a:p>
      </dgm:t>
    </dgm:pt>
    <dgm:pt modelId="{10A4EE48-FF3D-294C-9DF2-2EF0A44A2A9D}" type="sibTrans" cxnId="{775429A9-DCC9-DF4E-A415-3D38B7C26B11}">
      <dgm:prSet/>
      <dgm:spPr/>
      <dgm:t>
        <a:bodyPr/>
        <a:lstStyle/>
        <a:p>
          <a:endParaRPr lang="en-US" sz="900">
            <a:latin typeface="Helvetica" pitchFamily="2" charset="0"/>
          </a:endParaRPr>
        </a:p>
      </dgm:t>
    </dgm:pt>
    <dgm:pt modelId="{4EE3CA95-C46C-9142-8C57-5507C2FA4B75}">
      <dgm:prSet phldrT="[Text]" custT="1"/>
      <dgm:spPr>
        <a:solidFill>
          <a:schemeClr val="tx2"/>
        </a:solidFill>
        <a:ln w="9525">
          <a:solidFill>
            <a:schemeClr val="bg1"/>
          </a:solidFill>
        </a:ln>
      </dgm:spPr>
      <dgm:t>
        <a:bodyPr/>
        <a:lstStyle/>
        <a:p>
          <a:r>
            <a:rPr lang="en-US" sz="900" dirty="0">
              <a:latin typeface="Helvetica 55 Roman" panose="020B0604020202020204" pitchFamily="34" charset="0"/>
            </a:rPr>
            <a:t>Managed Endpoint Security</a:t>
          </a:r>
          <a:br>
            <a:rPr lang="en-US" sz="900" dirty="0">
              <a:latin typeface="Helvetica 55 Roman" panose="020B0604020202020204" pitchFamily="34" charset="0"/>
            </a:rPr>
          </a:br>
          <a:r>
            <a:rPr lang="en-US" sz="700" dirty="0">
              <a:latin typeface="Helvetica 55 Roman" panose="020B0604020202020204" pitchFamily="34" charset="0"/>
            </a:rPr>
            <a:t>(</a:t>
          </a:r>
          <a:r>
            <a:rPr lang="en-US" sz="700" dirty="0" err="1">
              <a:latin typeface="Helvetica 55 Roman" panose="020B0604020202020204" pitchFamily="34" charset="0"/>
            </a:rPr>
            <a:t>SecurePrevent</a:t>
          </a:r>
          <a:r>
            <a:rPr lang="en-US" sz="700" dirty="0">
              <a:latin typeface="Helvetica 55 Roman" panose="020B0604020202020204" pitchFamily="34" charset="0"/>
            </a:rPr>
            <a:t> Endpoint)</a:t>
          </a:r>
        </a:p>
      </dgm:t>
    </dgm:pt>
    <dgm:pt modelId="{F841C645-D869-6049-B22A-754038C9D0C6}" type="parTrans" cxnId="{EB97139F-1B0C-1F46-A908-F9CD1697DD9F}">
      <dgm:prSet/>
      <dgm:spPr/>
      <dgm:t>
        <a:bodyPr/>
        <a:lstStyle/>
        <a:p>
          <a:endParaRPr lang="en-US" sz="900">
            <a:latin typeface="Helvetica" pitchFamily="2" charset="0"/>
          </a:endParaRPr>
        </a:p>
      </dgm:t>
    </dgm:pt>
    <dgm:pt modelId="{53BF95F7-686D-8C4A-86B2-82F2E6A8584A}" type="sibTrans" cxnId="{EB97139F-1B0C-1F46-A908-F9CD1697DD9F}">
      <dgm:prSet/>
      <dgm:spPr/>
      <dgm:t>
        <a:bodyPr/>
        <a:lstStyle/>
        <a:p>
          <a:endParaRPr lang="en-US" sz="900">
            <a:latin typeface="Helvetica" pitchFamily="2" charset="0"/>
          </a:endParaRPr>
        </a:p>
      </dgm:t>
    </dgm:pt>
    <dgm:pt modelId="{A3CC1579-FC06-2147-A9DB-E2C44A195510}">
      <dgm:prSet custT="1"/>
      <dgm:spPr>
        <a:solidFill>
          <a:srgbClr val="8F8F8F"/>
        </a:solidFill>
        <a:ln w="9525">
          <a:solidFill>
            <a:schemeClr val="bg1"/>
          </a:solidFill>
        </a:ln>
      </dgm:spPr>
      <dgm:t>
        <a:bodyPr/>
        <a:lstStyle/>
        <a:p>
          <a:r>
            <a:rPr lang="en-US" sz="900" dirty="0">
              <a:latin typeface="Helvetica 55 Roman" panose="020B0604020202020204" pitchFamily="34" charset="0"/>
            </a:rPr>
            <a:t>Managed OT Firewall</a:t>
          </a:r>
          <a:endParaRPr lang="en-US" sz="700" dirty="0">
            <a:latin typeface="Helvetica 55 Roman" panose="020B0604020202020204" pitchFamily="34" charset="0"/>
          </a:endParaRPr>
        </a:p>
      </dgm:t>
    </dgm:pt>
    <dgm:pt modelId="{C4AF9F95-0C57-094E-A63B-CF6645758C14}" type="parTrans" cxnId="{8FF88408-927D-3E4D-B7C9-EE2B10E1947A}">
      <dgm:prSet/>
      <dgm:spPr/>
      <dgm:t>
        <a:bodyPr/>
        <a:lstStyle/>
        <a:p>
          <a:endParaRPr lang="en-US" sz="900">
            <a:latin typeface="Helvetica" pitchFamily="2" charset="0"/>
          </a:endParaRPr>
        </a:p>
      </dgm:t>
    </dgm:pt>
    <dgm:pt modelId="{0BEE7EF9-B737-A54E-B9D7-17A926C79715}" type="sibTrans" cxnId="{8FF88408-927D-3E4D-B7C9-EE2B10E1947A}">
      <dgm:prSet/>
      <dgm:spPr/>
      <dgm:t>
        <a:bodyPr/>
        <a:lstStyle/>
        <a:p>
          <a:endParaRPr lang="en-US" sz="900">
            <a:latin typeface="Helvetica" pitchFamily="2" charset="0"/>
          </a:endParaRPr>
        </a:p>
      </dgm:t>
    </dgm:pt>
    <dgm:pt modelId="{B8A72A34-EBD1-1140-AECF-33EDA6C337EC}">
      <dgm:prSet custT="1"/>
      <dgm:spPr>
        <a:solidFill>
          <a:schemeClr val="tx2"/>
        </a:solidFill>
        <a:ln w="9525">
          <a:solidFill>
            <a:schemeClr val="bg1"/>
          </a:solidFill>
        </a:ln>
      </dgm:spPr>
      <dgm:t>
        <a:bodyPr/>
        <a:lstStyle/>
        <a:p>
          <a:r>
            <a:rPr lang="en-US" sz="900" dirty="0">
              <a:latin typeface="Helvetica 55 Roman" panose="020B0604020202020204" pitchFamily="34" charset="0"/>
            </a:rPr>
            <a:t>Managed Cloud Firewall</a:t>
          </a:r>
          <a:br>
            <a:rPr lang="en-US" sz="900" dirty="0">
              <a:latin typeface="Helvetica 55 Roman" panose="020B0604020202020204" pitchFamily="34" charset="0"/>
            </a:rPr>
          </a:br>
          <a:r>
            <a:rPr lang="en-US" sz="700" dirty="0">
              <a:latin typeface="Helvetica 55 Roman" panose="020B0604020202020204" pitchFamily="34" charset="0"/>
            </a:rPr>
            <a:t>(Secure Gateway)</a:t>
          </a:r>
          <a:endParaRPr lang="en-US" sz="900" dirty="0">
            <a:latin typeface="Helvetica 55 Roman" panose="020B0604020202020204" pitchFamily="34" charset="0"/>
          </a:endParaRPr>
        </a:p>
      </dgm:t>
      <dgm:extLst>
        <a:ext uri="{E40237B7-FDA0-4F09-8148-C483321AD2D9}">
          <dgm14:cNvPr xmlns:dgm14="http://schemas.microsoft.com/office/drawing/2010/diagram" id="0" name="">
            <a:hlinkClick xmlns:r="http://schemas.openxmlformats.org/officeDocument/2006/relationships" r:id="" action="ppaction://noaction"/>
          </dgm14:cNvPr>
        </a:ext>
      </dgm:extLst>
    </dgm:pt>
    <dgm:pt modelId="{06C68610-94F7-3741-8A17-3BBC5A9F4BDF}" type="parTrans" cxnId="{F21E9AAE-035F-0D41-9CC4-91008C828A18}">
      <dgm:prSet/>
      <dgm:spPr/>
      <dgm:t>
        <a:bodyPr/>
        <a:lstStyle/>
        <a:p>
          <a:endParaRPr lang="en-US" sz="900">
            <a:latin typeface="Helvetica" pitchFamily="2" charset="0"/>
          </a:endParaRPr>
        </a:p>
      </dgm:t>
    </dgm:pt>
    <dgm:pt modelId="{4714D811-013F-5248-BFE7-363789FBB711}" type="sibTrans" cxnId="{F21E9AAE-035F-0D41-9CC4-91008C828A18}">
      <dgm:prSet/>
      <dgm:spPr/>
      <dgm:t>
        <a:bodyPr/>
        <a:lstStyle/>
        <a:p>
          <a:endParaRPr lang="en-US" sz="900">
            <a:latin typeface="Helvetica" pitchFamily="2" charset="0"/>
          </a:endParaRPr>
        </a:p>
      </dgm:t>
    </dgm:pt>
    <dgm:pt modelId="{A164B53F-BD0F-FA4B-82AD-0FA94BA737DF}">
      <dgm:prSet phldrT="[Text]" custT="1"/>
      <dgm:spPr>
        <a:solidFill>
          <a:schemeClr val="tx2"/>
        </a:solidFill>
        <a:ln w="9525">
          <a:solidFill>
            <a:schemeClr val="bg1"/>
          </a:solidFill>
        </a:ln>
      </dgm:spPr>
      <dgm:t>
        <a:bodyPr/>
        <a:lstStyle/>
        <a:p>
          <a:r>
            <a:rPr lang="en-US" sz="900" dirty="0">
              <a:latin typeface="Helvetica 55 Roman" panose="020B0604020202020204" pitchFamily="34" charset="0"/>
            </a:rPr>
            <a:t>Managed IDPS</a:t>
          </a:r>
          <a:br>
            <a:rPr lang="en-US" sz="900" dirty="0">
              <a:latin typeface="Helvetica 55 Roman" panose="020B0604020202020204" pitchFamily="34" charset="0"/>
            </a:rPr>
          </a:br>
          <a:r>
            <a:rPr lang="en-US" sz="700" dirty="0">
              <a:latin typeface="Helvetica 55 Roman" panose="020B0604020202020204" pitchFamily="34" charset="0"/>
            </a:rPr>
            <a:t>(Active Prevention)</a:t>
          </a:r>
        </a:p>
      </dgm:t>
      <dgm:extLst>
        <a:ext uri="{E40237B7-FDA0-4F09-8148-C483321AD2D9}">
          <dgm14:cNvPr xmlns:dgm14="http://schemas.microsoft.com/office/drawing/2010/diagram" id="0" name="">
            <a:hlinkClick xmlns:r="http://schemas.openxmlformats.org/officeDocument/2006/relationships" r:id="" action="ppaction://noaction"/>
          </dgm14:cNvPr>
        </a:ext>
      </dgm:extLst>
    </dgm:pt>
    <dgm:pt modelId="{6474375E-2B74-A143-991F-FB1B9308F00C}" type="parTrans" cxnId="{D4585864-3E5B-5A4E-88B7-66C8B0C8B28F}">
      <dgm:prSet/>
      <dgm:spPr/>
      <dgm:t>
        <a:bodyPr/>
        <a:lstStyle/>
        <a:p>
          <a:endParaRPr lang="en-US" sz="900">
            <a:latin typeface="Helvetica" pitchFamily="2" charset="0"/>
          </a:endParaRPr>
        </a:p>
      </dgm:t>
    </dgm:pt>
    <dgm:pt modelId="{A8DC15E6-2F41-E44C-924F-7D8864189438}" type="sibTrans" cxnId="{D4585864-3E5B-5A4E-88B7-66C8B0C8B28F}">
      <dgm:prSet/>
      <dgm:spPr/>
      <dgm:t>
        <a:bodyPr/>
        <a:lstStyle/>
        <a:p>
          <a:endParaRPr lang="en-US" sz="900">
            <a:latin typeface="Helvetica" pitchFamily="2" charset="0"/>
          </a:endParaRPr>
        </a:p>
      </dgm:t>
    </dgm:pt>
    <dgm:pt modelId="{B27D29EB-59F0-734F-91AB-BFA06FAB70DA}">
      <dgm:prSet custT="1"/>
      <dgm:spPr>
        <a:solidFill>
          <a:srgbClr val="8F8F8F"/>
        </a:solidFill>
        <a:ln w="9525">
          <a:solidFill>
            <a:schemeClr val="bg1"/>
          </a:solidFill>
        </a:ln>
      </dgm:spPr>
      <dgm:t>
        <a:bodyPr/>
        <a:lstStyle/>
        <a:p>
          <a:r>
            <a:rPr lang="en-US" sz="900" dirty="0">
              <a:latin typeface="Helvetica 55 Roman" panose="020B0604020202020204" pitchFamily="34" charset="0"/>
            </a:rPr>
            <a:t>Managed OT Security</a:t>
          </a:r>
          <a:endParaRPr lang="en-US" sz="700" dirty="0">
            <a:latin typeface="Helvetica 55 Roman" panose="020B0604020202020204" pitchFamily="34" charset="0"/>
          </a:endParaRPr>
        </a:p>
      </dgm:t>
    </dgm:pt>
    <dgm:pt modelId="{C39285CB-18CB-1444-AAF6-AB7E5AF04E44}" type="parTrans" cxnId="{A2D66C39-A692-7B48-ACF8-11501839A3F2}">
      <dgm:prSet/>
      <dgm:spPr/>
      <dgm:t>
        <a:bodyPr/>
        <a:lstStyle/>
        <a:p>
          <a:endParaRPr lang="en-US" sz="900">
            <a:latin typeface="Helvetica" pitchFamily="2" charset="0"/>
          </a:endParaRPr>
        </a:p>
      </dgm:t>
    </dgm:pt>
    <dgm:pt modelId="{785AA332-D266-E344-9AF8-A75C0393BCD1}" type="sibTrans" cxnId="{A2D66C39-A692-7B48-ACF8-11501839A3F2}">
      <dgm:prSet/>
      <dgm:spPr/>
      <dgm:t>
        <a:bodyPr/>
        <a:lstStyle/>
        <a:p>
          <a:endParaRPr lang="en-US" sz="900">
            <a:latin typeface="Helvetica" pitchFamily="2" charset="0"/>
          </a:endParaRPr>
        </a:p>
      </dgm:t>
    </dgm:pt>
    <dgm:pt modelId="{DDE090D5-CD55-E643-9CAB-DFA4971F3728}">
      <dgm:prSet phldrT="[Text]" custT="1"/>
      <dgm:spPr>
        <a:solidFill>
          <a:schemeClr val="tx2"/>
        </a:solidFill>
        <a:ln w="9525">
          <a:solidFill>
            <a:schemeClr val="bg1"/>
          </a:solidFill>
        </a:ln>
      </dgm:spPr>
      <dgm:t>
        <a:bodyPr/>
        <a:lstStyle/>
        <a:p>
          <a:r>
            <a:rPr lang="en-US" sz="900" dirty="0">
              <a:latin typeface="Helvetica 55 Roman" panose="020B0604020202020204" pitchFamily="34" charset="0"/>
            </a:rPr>
            <a:t>Managed DDoS Protection</a:t>
          </a:r>
        </a:p>
      </dgm:t>
    </dgm:pt>
    <dgm:pt modelId="{D8A53C6B-537A-A24F-A30B-010AB9827AA5}" type="parTrans" cxnId="{A3DD1DB2-E61E-1D4C-BE4F-C9297262BB40}">
      <dgm:prSet/>
      <dgm:spPr/>
      <dgm:t>
        <a:bodyPr/>
        <a:lstStyle/>
        <a:p>
          <a:endParaRPr lang="en-US" sz="900">
            <a:latin typeface="Helvetica" pitchFamily="2" charset="0"/>
          </a:endParaRPr>
        </a:p>
      </dgm:t>
    </dgm:pt>
    <dgm:pt modelId="{7EE72533-C563-5742-BC2A-34C89D2A8BD3}" type="sibTrans" cxnId="{A3DD1DB2-E61E-1D4C-BE4F-C9297262BB40}">
      <dgm:prSet/>
      <dgm:spPr/>
      <dgm:t>
        <a:bodyPr/>
        <a:lstStyle/>
        <a:p>
          <a:endParaRPr lang="en-US" sz="900">
            <a:latin typeface="Helvetica" pitchFamily="2" charset="0"/>
          </a:endParaRPr>
        </a:p>
      </dgm:t>
    </dgm:pt>
    <dgm:pt modelId="{D870B7DB-ECDC-1A46-B582-4CDA0D07905C}">
      <dgm:prSet custT="1"/>
      <dgm:spPr>
        <a:solidFill>
          <a:schemeClr val="tx2"/>
        </a:solidFill>
        <a:ln w="9525">
          <a:solidFill>
            <a:schemeClr val="bg1"/>
          </a:solidFill>
        </a:ln>
      </dgm:spPr>
      <dgm:t>
        <a:bodyPr/>
        <a:lstStyle/>
        <a:p>
          <a:r>
            <a:rPr lang="en-US" sz="900">
              <a:latin typeface="Helvetica 55 Roman" panose="020B0604020202020204" pitchFamily="34" charset="0"/>
            </a:rPr>
            <a:t>Managed Firewall</a:t>
          </a:r>
          <a:br>
            <a:rPr lang="en-US" sz="900">
              <a:latin typeface="Helvetica 55 Roman" panose="020B0604020202020204" pitchFamily="34" charset="0"/>
            </a:rPr>
          </a:br>
          <a:r>
            <a:rPr lang="en-US" sz="700">
              <a:latin typeface="Helvetica 55 Roman" panose="020B0604020202020204" pitchFamily="34" charset="0"/>
            </a:rPr>
            <a:t>(Secure Gateway)</a:t>
          </a:r>
        </a:p>
      </dgm:t>
      <dgm:extLst>
        <a:ext uri="{E40237B7-FDA0-4F09-8148-C483321AD2D9}">
          <dgm14:cNvPr xmlns:dgm14="http://schemas.microsoft.com/office/drawing/2010/diagram" id="0" name="">
            <a:hlinkClick xmlns:r="http://schemas.openxmlformats.org/officeDocument/2006/relationships" r:id="" action="ppaction://noaction"/>
          </dgm14:cNvPr>
        </a:ext>
      </dgm:extLst>
    </dgm:pt>
    <dgm:pt modelId="{A6E29865-0632-1B41-B10B-66FD5E2A6030}" type="parTrans" cxnId="{39D13E47-8183-504D-A26A-648C07BF41CC}">
      <dgm:prSet/>
      <dgm:spPr/>
      <dgm:t>
        <a:bodyPr/>
        <a:lstStyle/>
        <a:p>
          <a:endParaRPr lang="en-US" sz="900">
            <a:latin typeface="Helvetica" pitchFamily="2" charset="0"/>
          </a:endParaRPr>
        </a:p>
      </dgm:t>
    </dgm:pt>
    <dgm:pt modelId="{B4DDA51D-E9D1-4F43-9E75-FC320BEF5EF1}" type="sibTrans" cxnId="{39D13E47-8183-504D-A26A-648C07BF41CC}">
      <dgm:prSet/>
      <dgm:spPr/>
      <dgm:t>
        <a:bodyPr/>
        <a:lstStyle/>
        <a:p>
          <a:endParaRPr lang="en-US" sz="900">
            <a:latin typeface="Helvetica" pitchFamily="2" charset="0"/>
          </a:endParaRPr>
        </a:p>
      </dgm:t>
    </dgm:pt>
    <dgm:pt modelId="{9A332249-C5AE-DE4B-8C9F-070A572C1BFA}">
      <dgm:prSet custT="1"/>
      <dgm:spPr>
        <a:solidFill>
          <a:srgbClr val="8F8F8F"/>
        </a:solidFill>
        <a:ln w="9525">
          <a:solidFill>
            <a:schemeClr val="bg1"/>
          </a:solidFill>
        </a:ln>
      </dgm:spPr>
      <dgm:t>
        <a:bodyPr/>
        <a:lstStyle/>
        <a:p>
          <a:r>
            <a:rPr lang="en-US" sz="900" dirty="0">
              <a:latin typeface="Helvetica 55 Roman" panose="020B0604020202020204" pitchFamily="34" charset="0"/>
            </a:rPr>
            <a:t>Managed Cloud Security – Infrastructure</a:t>
          </a:r>
        </a:p>
      </dgm:t>
    </dgm:pt>
    <dgm:pt modelId="{87353DF5-E351-5146-A7CF-1E7F0AF6B04C}" type="sibTrans" cxnId="{68B3DC75-BFB5-5044-9CA4-16708E9C3DDF}">
      <dgm:prSet/>
      <dgm:spPr/>
      <dgm:t>
        <a:bodyPr/>
        <a:lstStyle/>
        <a:p>
          <a:endParaRPr lang="en-US" sz="900">
            <a:latin typeface="Helvetica" pitchFamily="2" charset="0"/>
          </a:endParaRPr>
        </a:p>
      </dgm:t>
    </dgm:pt>
    <dgm:pt modelId="{FC1695EE-18D1-A74C-B09D-770F4471DED9}" type="parTrans" cxnId="{68B3DC75-BFB5-5044-9CA4-16708E9C3DDF}">
      <dgm:prSet/>
      <dgm:spPr/>
      <dgm:t>
        <a:bodyPr/>
        <a:lstStyle/>
        <a:p>
          <a:endParaRPr lang="en-US" sz="900">
            <a:latin typeface="Helvetica" pitchFamily="2" charset="0"/>
          </a:endParaRPr>
        </a:p>
      </dgm:t>
    </dgm:pt>
    <dgm:pt modelId="{B639E80D-F28C-BB4D-989A-4D592DB85E74}" type="pres">
      <dgm:prSet presAssocID="{24231A60-7859-CF4D-975B-C5D6600546FE}" presName="hierChild1" presStyleCnt="0">
        <dgm:presLayoutVars>
          <dgm:orgChart val="1"/>
          <dgm:chPref val="1"/>
          <dgm:dir/>
          <dgm:animOne val="branch"/>
          <dgm:animLvl val="lvl"/>
          <dgm:resizeHandles/>
        </dgm:presLayoutVars>
      </dgm:prSet>
      <dgm:spPr/>
    </dgm:pt>
    <dgm:pt modelId="{4548C199-CD54-D641-AA33-17851A541EB0}" type="pres">
      <dgm:prSet presAssocID="{813055D8-F33A-1846-BAA0-C7EBD1823AB2}" presName="hierRoot1" presStyleCnt="0">
        <dgm:presLayoutVars>
          <dgm:hierBranch val="init"/>
        </dgm:presLayoutVars>
      </dgm:prSet>
      <dgm:spPr/>
    </dgm:pt>
    <dgm:pt modelId="{498B7E55-9F96-8B4B-9BAA-FD5CA6433280}" type="pres">
      <dgm:prSet presAssocID="{813055D8-F33A-1846-BAA0-C7EBD1823AB2}" presName="rootComposite1" presStyleCnt="0"/>
      <dgm:spPr/>
    </dgm:pt>
    <dgm:pt modelId="{DC0D5883-9069-164E-B0AC-57613BC0B580}" type="pres">
      <dgm:prSet presAssocID="{813055D8-F33A-1846-BAA0-C7EBD1823AB2}" presName="rootText1" presStyleLbl="node0" presStyleIdx="0" presStyleCnt="1" custFlipVert="1" custScaleX="197477" custScaleY="10872" custLinFactNeighborX="-1260" custLinFactNeighborY="-36919">
        <dgm:presLayoutVars>
          <dgm:chPref val="3"/>
        </dgm:presLayoutVars>
      </dgm:prSet>
      <dgm:spPr/>
    </dgm:pt>
    <dgm:pt modelId="{2C80483B-27F7-B44C-920A-0CAAE05A48B4}" type="pres">
      <dgm:prSet presAssocID="{813055D8-F33A-1846-BAA0-C7EBD1823AB2}" presName="rootConnector1" presStyleLbl="node1" presStyleIdx="0" presStyleCnt="0"/>
      <dgm:spPr/>
    </dgm:pt>
    <dgm:pt modelId="{CC1E9D72-6B76-B949-8AD5-89FB8718B8B5}" type="pres">
      <dgm:prSet presAssocID="{813055D8-F33A-1846-BAA0-C7EBD1823AB2}" presName="hierChild2" presStyleCnt="0"/>
      <dgm:spPr/>
    </dgm:pt>
    <dgm:pt modelId="{719F3019-B4F5-DF45-A988-2FEABE202984}" type="pres">
      <dgm:prSet presAssocID="{4A94017F-D324-FA49-8B5B-F25754D803C9}" presName="Name37" presStyleLbl="parChTrans1D2" presStyleIdx="0" presStyleCnt="5"/>
      <dgm:spPr/>
    </dgm:pt>
    <dgm:pt modelId="{726BC6A2-144E-6B4D-BD7B-4A030D1C8706}" type="pres">
      <dgm:prSet presAssocID="{CB836D85-0C0F-0648-A19B-A7EB920A1A3D}" presName="hierRoot2" presStyleCnt="0">
        <dgm:presLayoutVars>
          <dgm:hierBranch val="init"/>
        </dgm:presLayoutVars>
      </dgm:prSet>
      <dgm:spPr/>
    </dgm:pt>
    <dgm:pt modelId="{3367772F-95B1-CF4F-9F67-7D6A356F32C0}" type="pres">
      <dgm:prSet presAssocID="{CB836D85-0C0F-0648-A19B-A7EB920A1A3D}" presName="rootComposite" presStyleCnt="0"/>
      <dgm:spPr/>
    </dgm:pt>
    <dgm:pt modelId="{D6F550A9-E67C-3241-A8C2-6057233BF813}" type="pres">
      <dgm:prSet presAssocID="{CB836D85-0C0F-0648-A19B-A7EB920A1A3D}" presName="rootText" presStyleLbl="node2" presStyleIdx="0" presStyleCnt="5">
        <dgm:presLayoutVars>
          <dgm:chPref val="3"/>
        </dgm:presLayoutVars>
      </dgm:prSet>
      <dgm:spPr/>
    </dgm:pt>
    <dgm:pt modelId="{EA68E0CA-18FD-3549-A5BB-06A4E146A9F9}" type="pres">
      <dgm:prSet presAssocID="{CB836D85-0C0F-0648-A19B-A7EB920A1A3D}" presName="rootConnector" presStyleLbl="node2" presStyleIdx="0" presStyleCnt="5"/>
      <dgm:spPr/>
    </dgm:pt>
    <dgm:pt modelId="{7345A579-0BCC-F84E-9F62-A5008C55C652}" type="pres">
      <dgm:prSet presAssocID="{CB836D85-0C0F-0648-A19B-A7EB920A1A3D}" presName="hierChild4" presStyleCnt="0"/>
      <dgm:spPr/>
    </dgm:pt>
    <dgm:pt modelId="{1A1037D8-EF98-5846-915A-521C25DECFB4}" type="pres">
      <dgm:prSet presAssocID="{07AF092A-9D53-894A-B097-FCF56A4B316E}" presName="Name37" presStyleLbl="parChTrans1D3" presStyleIdx="0" presStyleCnt="15"/>
      <dgm:spPr/>
    </dgm:pt>
    <dgm:pt modelId="{4A01F84D-5F3F-D545-8AC6-AC965226E5D3}" type="pres">
      <dgm:prSet presAssocID="{8C45E2B3-59F1-6D4F-A868-7E4BAE7D6736}" presName="hierRoot2" presStyleCnt="0">
        <dgm:presLayoutVars>
          <dgm:hierBranch val="init"/>
        </dgm:presLayoutVars>
      </dgm:prSet>
      <dgm:spPr/>
    </dgm:pt>
    <dgm:pt modelId="{2242627E-EEC7-8041-8F36-394F0A9762DD}" type="pres">
      <dgm:prSet presAssocID="{8C45E2B3-59F1-6D4F-A868-7E4BAE7D6736}" presName="rootComposite" presStyleCnt="0"/>
      <dgm:spPr/>
    </dgm:pt>
    <dgm:pt modelId="{AD908293-CD57-C546-87DE-93FA31416F91}" type="pres">
      <dgm:prSet presAssocID="{8C45E2B3-59F1-6D4F-A868-7E4BAE7D6736}" presName="rootText" presStyleLbl="node3" presStyleIdx="0" presStyleCnt="15">
        <dgm:presLayoutVars>
          <dgm:chPref val="3"/>
        </dgm:presLayoutVars>
      </dgm:prSet>
      <dgm:spPr/>
    </dgm:pt>
    <dgm:pt modelId="{BDC91D53-F253-144C-9C3E-E6456E21E000}" type="pres">
      <dgm:prSet presAssocID="{8C45E2B3-59F1-6D4F-A868-7E4BAE7D6736}" presName="rootConnector" presStyleLbl="node3" presStyleIdx="0" presStyleCnt="15"/>
      <dgm:spPr/>
    </dgm:pt>
    <dgm:pt modelId="{119F384E-11F5-A445-9F05-6AE55B6CF388}" type="pres">
      <dgm:prSet presAssocID="{8C45E2B3-59F1-6D4F-A868-7E4BAE7D6736}" presName="hierChild4" presStyleCnt="0"/>
      <dgm:spPr/>
    </dgm:pt>
    <dgm:pt modelId="{63CF79C9-A7B3-AD40-9FB2-4CE7F1C18CEF}" type="pres">
      <dgm:prSet presAssocID="{8C45E2B3-59F1-6D4F-A868-7E4BAE7D6736}" presName="hierChild5" presStyleCnt="0"/>
      <dgm:spPr/>
    </dgm:pt>
    <dgm:pt modelId="{554FB092-3D5A-F146-ACF9-558AF19D8B26}" type="pres">
      <dgm:prSet presAssocID="{A6E29865-0632-1B41-B10B-66FD5E2A6030}" presName="Name37" presStyleLbl="parChTrans1D3" presStyleIdx="1" presStyleCnt="15"/>
      <dgm:spPr/>
    </dgm:pt>
    <dgm:pt modelId="{AF76D512-E1B0-724A-AAB8-0B093F44BE5D}" type="pres">
      <dgm:prSet presAssocID="{D870B7DB-ECDC-1A46-B582-4CDA0D07905C}" presName="hierRoot2" presStyleCnt="0">
        <dgm:presLayoutVars>
          <dgm:hierBranch val="init"/>
        </dgm:presLayoutVars>
      </dgm:prSet>
      <dgm:spPr/>
    </dgm:pt>
    <dgm:pt modelId="{84F8B03B-2CA9-4742-B94C-92BC847D7DE9}" type="pres">
      <dgm:prSet presAssocID="{D870B7DB-ECDC-1A46-B582-4CDA0D07905C}" presName="rootComposite" presStyleCnt="0"/>
      <dgm:spPr/>
    </dgm:pt>
    <dgm:pt modelId="{1D6CE715-C1C0-A74D-9F79-8879FEAD9F5B}" type="pres">
      <dgm:prSet presAssocID="{D870B7DB-ECDC-1A46-B582-4CDA0D07905C}" presName="rootText" presStyleLbl="node3" presStyleIdx="1" presStyleCnt="15">
        <dgm:presLayoutVars>
          <dgm:chPref val="3"/>
        </dgm:presLayoutVars>
      </dgm:prSet>
      <dgm:spPr/>
    </dgm:pt>
    <dgm:pt modelId="{542B6CBC-2949-DF45-86C2-5FBB1ADA4784}" type="pres">
      <dgm:prSet presAssocID="{D870B7DB-ECDC-1A46-B582-4CDA0D07905C}" presName="rootConnector" presStyleLbl="node3" presStyleIdx="1" presStyleCnt="15"/>
      <dgm:spPr/>
    </dgm:pt>
    <dgm:pt modelId="{EE301BF5-CCDC-7E48-AD37-249A116CFA25}" type="pres">
      <dgm:prSet presAssocID="{D870B7DB-ECDC-1A46-B582-4CDA0D07905C}" presName="hierChild4" presStyleCnt="0"/>
      <dgm:spPr/>
    </dgm:pt>
    <dgm:pt modelId="{041ACA29-0832-A147-91C6-CE3EBF12C236}" type="pres">
      <dgm:prSet presAssocID="{D870B7DB-ECDC-1A46-B582-4CDA0D07905C}" presName="hierChild5" presStyleCnt="0"/>
      <dgm:spPr/>
    </dgm:pt>
    <dgm:pt modelId="{0EB91E0A-995E-D546-86A3-7299598B39DC}" type="pres">
      <dgm:prSet presAssocID="{1DE1CD16-AC15-F342-AC08-75D66BFD5703}" presName="Name37" presStyleLbl="parChTrans1D3" presStyleIdx="2" presStyleCnt="15"/>
      <dgm:spPr/>
    </dgm:pt>
    <dgm:pt modelId="{F3D81BAE-0D3C-5B49-BC62-06DC46993FC4}" type="pres">
      <dgm:prSet presAssocID="{885F01BE-4E95-D04C-9672-D16F0653AE90}" presName="hierRoot2" presStyleCnt="0">
        <dgm:presLayoutVars>
          <dgm:hierBranch val="init"/>
        </dgm:presLayoutVars>
      </dgm:prSet>
      <dgm:spPr/>
    </dgm:pt>
    <dgm:pt modelId="{8D9EF015-3989-D443-943C-1A8952979A25}" type="pres">
      <dgm:prSet presAssocID="{885F01BE-4E95-D04C-9672-D16F0653AE90}" presName="rootComposite" presStyleCnt="0"/>
      <dgm:spPr/>
    </dgm:pt>
    <dgm:pt modelId="{42C74EBC-8225-0040-A407-91D4E43B4434}" type="pres">
      <dgm:prSet presAssocID="{885F01BE-4E95-D04C-9672-D16F0653AE90}" presName="rootText" presStyleLbl="node3" presStyleIdx="2" presStyleCnt="15">
        <dgm:presLayoutVars>
          <dgm:chPref val="3"/>
        </dgm:presLayoutVars>
      </dgm:prSet>
      <dgm:spPr/>
    </dgm:pt>
    <dgm:pt modelId="{F428F42A-25A8-8E41-832E-4EA0C8E611F3}" type="pres">
      <dgm:prSet presAssocID="{885F01BE-4E95-D04C-9672-D16F0653AE90}" presName="rootConnector" presStyleLbl="node3" presStyleIdx="2" presStyleCnt="15"/>
      <dgm:spPr/>
    </dgm:pt>
    <dgm:pt modelId="{A8C74F18-3602-8A40-877C-A91D0F2D15C5}" type="pres">
      <dgm:prSet presAssocID="{885F01BE-4E95-D04C-9672-D16F0653AE90}" presName="hierChild4" presStyleCnt="0"/>
      <dgm:spPr/>
    </dgm:pt>
    <dgm:pt modelId="{97791669-AA08-E940-9DBF-AB15C9ECA1B6}" type="pres">
      <dgm:prSet presAssocID="{885F01BE-4E95-D04C-9672-D16F0653AE90}" presName="hierChild5" presStyleCnt="0"/>
      <dgm:spPr/>
    </dgm:pt>
    <dgm:pt modelId="{BCF893C3-841E-2142-8041-8998FFE85D6E}" type="pres">
      <dgm:prSet presAssocID="{F745D287-1933-C54E-BB44-149C8AA4D46C}" presName="Name37" presStyleLbl="parChTrans1D3" presStyleIdx="3" presStyleCnt="15"/>
      <dgm:spPr/>
    </dgm:pt>
    <dgm:pt modelId="{9EBC5D0B-07A3-7D48-8E9F-DCAE1C11496F}" type="pres">
      <dgm:prSet presAssocID="{CFF8B251-ED95-254D-A916-7A5F10E8497B}" presName="hierRoot2" presStyleCnt="0">
        <dgm:presLayoutVars>
          <dgm:hierBranch val="init"/>
        </dgm:presLayoutVars>
      </dgm:prSet>
      <dgm:spPr/>
    </dgm:pt>
    <dgm:pt modelId="{9CB565A4-2693-F24D-BD84-914FA2366A4E}" type="pres">
      <dgm:prSet presAssocID="{CFF8B251-ED95-254D-A916-7A5F10E8497B}" presName="rootComposite" presStyleCnt="0"/>
      <dgm:spPr/>
    </dgm:pt>
    <dgm:pt modelId="{7C5722E6-1407-EC4B-B2E7-115515007CC4}" type="pres">
      <dgm:prSet presAssocID="{CFF8B251-ED95-254D-A916-7A5F10E8497B}" presName="rootText" presStyleLbl="node3" presStyleIdx="3" presStyleCnt="15">
        <dgm:presLayoutVars>
          <dgm:chPref val="3"/>
        </dgm:presLayoutVars>
      </dgm:prSet>
      <dgm:spPr/>
    </dgm:pt>
    <dgm:pt modelId="{412A9BC5-2882-D54A-8259-8E4DB95EC50F}" type="pres">
      <dgm:prSet presAssocID="{CFF8B251-ED95-254D-A916-7A5F10E8497B}" presName="rootConnector" presStyleLbl="node3" presStyleIdx="3" presStyleCnt="15"/>
      <dgm:spPr/>
    </dgm:pt>
    <dgm:pt modelId="{DC26DD3E-6620-224E-B1CA-160B4598017A}" type="pres">
      <dgm:prSet presAssocID="{CFF8B251-ED95-254D-A916-7A5F10E8497B}" presName="hierChild4" presStyleCnt="0"/>
      <dgm:spPr/>
    </dgm:pt>
    <dgm:pt modelId="{27C89772-4F7E-A24E-9558-4AB4D210E69A}" type="pres">
      <dgm:prSet presAssocID="{CFF8B251-ED95-254D-A916-7A5F10E8497B}" presName="hierChild5" presStyleCnt="0"/>
      <dgm:spPr/>
    </dgm:pt>
    <dgm:pt modelId="{F99D3EED-F7BA-2147-8124-A57E44A15A0E}" type="pres">
      <dgm:prSet presAssocID="{D8A53C6B-537A-A24F-A30B-010AB9827AA5}" presName="Name37" presStyleLbl="parChTrans1D3" presStyleIdx="4" presStyleCnt="15"/>
      <dgm:spPr/>
    </dgm:pt>
    <dgm:pt modelId="{000FCB88-37A6-2741-BBAB-7136C0D993F4}" type="pres">
      <dgm:prSet presAssocID="{DDE090D5-CD55-E643-9CAB-DFA4971F3728}" presName="hierRoot2" presStyleCnt="0">
        <dgm:presLayoutVars>
          <dgm:hierBranch val="init"/>
        </dgm:presLayoutVars>
      </dgm:prSet>
      <dgm:spPr/>
    </dgm:pt>
    <dgm:pt modelId="{A427AC0C-7409-1E4F-96FD-B1CCC50BB958}" type="pres">
      <dgm:prSet presAssocID="{DDE090D5-CD55-E643-9CAB-DFA4971F3728}" presName="rootComposite" presStyleCnt="0"/>
      <dgm:spPr/>
    </dgm:pt>
    <dgm:pt modelId="{AE94B1CB-22E3-E349-BA3D-2697E58EB03F}" type="pres">
      <dgm:prSet presAssocID="{DDE090D5-CD55-E643-9CAB-DFA4971F3728}" presName="rootText" presStyleLbl="node3" presStyleIdx="4" presStyleCnt="15">
        <dgm:presLayoutVars>
          <dgm:chPref val="3"/>
        </dgm:presLayoutVars>
      </dgm:prSet>
      <dgm:spPr/>
    </dgm:pt>
    <dgm:pt modelId="{A999F90E-EB28-F14C-910B-AC81DD5A8EC4}" type="pres">
      <dgm:prSet presAssocID="{DDE090D5-CD55-E643-9CAB-DFA4971F3728}" presName="rootConnector" presStyleLbl="node3" presStyleIdx="4" presStyleCnt="15"/>
      <dgm:spPr/>
    </dgm:pt>
    <dgm:pt modelId="{942894F1-9AB0-E647-BB21-8DE4D4307980}" type="pres">
      <dgm:prSet presAssocID="{DDE090D5-CD55-E643-9CAB-DFA4971F3728}" presName="hierChild4" presStyleCnt="0"/>
      <dgm:spPr/>
    </dgm:pt>
    <dgm:pt modelId="{326B3D79-C8A5-2946-BAD4-10D5BB59D313}" type="pres">
      <dgm:prSet presAssocID="{DDE090D5-CD55-E643-9CAB-DFA4971F3728}" presName="hierChild5" presStyleCnt="0"/>
      <dgm:spPr/>
    </dgm:pt>
    <dgm:pt modelId="{758500E5-251E-AA43-B7AC-709332A45EC4}" type="pres">
      <dgm:prSet presAssocID="{CB836D85-0C0F-0648-A19B-A7EB920A1A3D}" presName="hierChild5" presStyleCnt="0"/>
      <dgm:spPr/>
    </dgm:pt>
    <dgm:pt modelId="{F3F6E554-3737-9E41-A03A-84D6C22C5883}" type="pres">
      <dgm:prSet presAssocID="{0E4903D6-1894-EE40-8358-847EA4120322}" presName="Name37" presStyleLbl="parChTrans1D2" presStyleIdx="1" presStyleCnt="5"/>
      <dgm:spPr/>
    </dgm:pt>
    <dgm:pt modelId="{3864E215-D394-6740-9CD1-8EE8CC40301C}" type="pres">
      <dgm:prSet presAssocID="{7436311D-BBEC-C841-A333-A9620E285B8A}" presName="hierRoot2" presStyleCnt="0">
        <dgm:presLayoutVars>
          <dgm:hierBranch val="init"/>
        </dgm:presLayoutVars>
      </dgm:prSet>
      <dgm:spPr/>
    </dgm:pt>
    <dgm:pt modelId="{B7AB6AAD-0BD7-334A-A39F-52F036ADF835}" type="pres">
      <dgm:prSet presAssocID="{7436311D-BBEC-C841-A333-A9620E285B8A}" presName="rootComposite" presStyleCnt="0"/>
      <dgm:spPr/>
    </dgm:pt>
    <dgm:pt modelId="{E5A28D9B-3CAC-D94D-A518-97CC30450189}" type="pres">
      <dgm:prSet presAssocID="{7436311D-BBEC-C841-A333-A9620E285B8A}" presName="rootText" presStyleLbl="node2" presStyleIdx="1" presStyleCnt="5" custScaleX="133095" custLinFactNeighborX="17335">
        <dgm:presLayoutVars>
          <dgm:chPref val="3"/>
        </dgm:presLayoutVars>
      </dgm:prSet>
      <dgm:spPr/>
    </dgm:pt>
    <dgm:pt modelId="{AD77A064-0CB8-8747-9A6E-F11BC4C787A6}" type="pres">
      <dgm:prSet presAssocID="{7436311D-BBEC-C841-A333-A9620E285B8A}" presName="rootConnector" presStyleLbl="node2" presStyleIdx="1" presStyleCnt="5"/>
      <dgm:spPr/>
    </dgm:pt>
    <dgm:pt modelId="{47037546-5E8D-DD49-ABF4-4FECD585D7A8}" type="pres">
      <dgm:prSet presAssocID="{7436311D-BBEC-C841-A333-A9620E285B8A}" presName="hierChild4" presStyleCnt="0"/>
      <dgm:spPr/>
    </dgm:pt>
    <dgm:pt modelId="{3E19DF16-95B7-F547-96D4-A9BCDBF5F0D0}" type="pres">
      <dgm:prSet presAssocID="{5AE51876-8535-8C45-9B51-D850E361063E}" presName="Name37" presStyleLbl="parChTrans1D3" presStyleIdx="5" presStyleCnt="15"/>
      <dgm:spPr/>
    </dgm:pt>
    <dgm:pt modelId="{0B166CED-2BDA-F345-BF3D-1F77AA8D22C6}" type="pres">
      <dgm:prSet presAssocID="{49957429-D9E8-CD46-91AD-BD44DF61D992}" presName="hierRoot2" presStyleCnt="0">
        <dgm:presLayoutVars>
          <dgm:hierBranch val="init"/>
        </dgm:presLayoutVars>
      </dgm:prSet>
      <dgm:spPr/>
    </dgm:pt>
    <dgm:pt modelId="{991A7A37-2AFA-C240-8AB3-31D4AA848DD9}" type="pres">
      <dgm:prSet presAssocID="{49957429-D9E8-CD46-91AD-BD44DF61D992}" presName="rootComposite" presStyleCnt="0"/>
      <dgm:spPr/>
    </dgm:pt>
    <dgm:pt modelId="{EC0BA768-3E71-4C4B-A9EA-31F286904F8A}" type="pres">
      <dgm:prSet presAssocID="{49957429-D9E8-CD46-91AD-BD44DF61D992}" presName="rootText" presStyleLbl="node3" presStyleIdx="5" presStyleCnt="15" custScaleX="120714" custLinFactNeighborX="17335">
        <dgm:presLayoutVars>
          <dgm:chPref val="3"/>
        </dgm:presLayoutVars>
      </dgm:prSet>
      <dgm:spPr/>
    </dgm:pt>
    <dgm:pt modelId="{AB1B5283-D62D-C048-A5DF-ECA6B512CB3B}" type="pres">
      <dgm:prSet presAssocID="{49957429-D9E8-CD46-91AD-BD44DF61D992}" presName="rootConnector" presStyleLbl="node3" presStyleIdx="5" presStyleCnt="15"/>
      <dgm:spPr/>
    </dgm:pt>
    <dgm:pt modelId="{F7AADAEB-EA25-DB4F-B006-772FC4F6E9AF}" type="pres">
      <dgm:prSet presAssocID="{49957429-D9E8-CD46-91AD-BD44DF61D992}" presName="hierChild4" presStyleCnt="0"/>
      <dgm:spPr/>
    </dgm:pt>
    <dgm:pt modelId="{8A3B6666-24D4-9C4B-AE66-7B9FA26CEBDE}" type="pres">
      <dgm:prSet presAssocID="{49957429-D9E8-CD46-91AD-BD44DF61D992}" presName="hierChild5" presStyleCnt="0"/>
      <dgm:spPr/>
    </dgm:pt>
    <dgm:pt modelId="{88629C07-A912-8141-A096-61853444CF37}" type="pres">
      <dgm:prSet presAssocID="{F841C645-D869-6049-B22A-754038C9D0C6}" presName="Name37" presStyleLbl="parChTrans1D3" presStyleIdx="6" presStyleCnt="15"/>
      <dgm:spPr/>
    </dgm:pt>
    <dgm:pt modelId="{4E804F01-145E-9645-80D9-8F7DDCC28A4A}" type="pres">
      <dgm:prSet presAssocID="{4EE3CA95-C46C-9142-8C57-5507C2FA4B75}" presName="hierRoot2" presStyleCnt="0">
        <dgm:presLayoutVars>
          <dgm:hierBranch val="init"/>
        </dgm:presLayoutVars>
      </dgm:prSet>
      <dgm:spPr/>
    </dgm:pt>
    <dgm:pt modelId="{326814EB-8F83-C741-8F60-70E6BACF4308}" type="pres">
      <dgm:prSet presAssocID="{4EE3CA95-C46C-9142-8C57-5507C2FA4B75}" presName="rootComposite" presStyleCnt="0"/>
      <dgm:spPr/>
    </dgm:pt>
    <dgm:pt modelId="{1F4B0F73-8943-C94F-AB71-547285C974EB}" type="pres">
      <dgm:prSet presAssocID="{4EE3CA95-C46C-9142-8C57-5507C2FA4B75}" presName="rootText" presStyleLbl="node3" presStyleIdx="6" presStyleCnt="15" custScaleX="121380" custLinFactNeighborX="17335">
        <dgm:presLayoutVars>
          <dgm:chPref val="3"/>
        </dgm:presLayoutVars>
      </dgm:prSet>
      <dgm:spPr/>
    </dgm:pt>
    <dgm:pt modelId="{FF8D72AA-7751-714D-8B93-C7907152B035}" type="pres">
      <dgm:prSet presAssocID="{4EE3CA95-C46C-9142-8C57-5507C2FA4B75}" presName="rootConnector" presStyleLbl="node3" presStyleIdx="6" presStyleCnt="15"/>
      <dgm:spPr/>
    </dgm:pt>
    <dgm:pt modelId="{B846FE47-155A-0445-8C30-A75F02EFAE9E}" type="pres">
      <dgm:prSet presAssocID="{4EE3CA95-C46C-9142-8C57-5507C2FA4B75}" presName="hierChild4" presStyleCnt="0"/>
      <dgm:spPr/>
    </dgm:pt>
    <dgm:pt modelId="{85DBEC70-DDD9-7147-B067-FF5F7181938E}" type="pres">
      <dgm:prSet presAssocID="{4EE3CA95-C46C-9142-8C57-5507C2FA4B75}" presName="hierChild5" presStyleCnt="0"/>
      <dgm:spPr/>
    </dgm:pt>
    <dgm:pt modelId="{4B55634D-B588-A848-9988-2F8719B082BD}" type="pres">
      <dgm:prSet presAssocID="{7436311D-BBEC-C841-A333-A9620E285B8A}" presName="hierChild5" presStyleCnt="0"/>
      <dgm:spPr/>
    </dgm:pt>
    <dgm:pt modelId="{92C555DD-2DA7-3F42-A9E7-2A447096ADDE}" type="pres">
      <dgm:prSet presAssocID="{005AAE53-7846-ED4A-BE6B-016B7BBEF7AF}" presName="Name37" presStyleLbl="parChTrans1D2" presStyleIdx="2" presStyleCnt="5"/>
      <dgm:spPr/>
    </dgm:pt>
    <dgm:pt modelId="{E6949680-D814-E94B-845E-39A0D00463EF}" type="pres">
      <dgm:prSet presAssocID="{1A83595D-06A4-0041-BFAA-5F662E58A977}" presName="hierRoot2" presStyleCnt="0">
        <dgm:presLayoutVars>
          <dgm:hierBranch val="init"/>
        </dgm:presLayoutVars>
      </dgm:prSet>
      <dgm:spPr/>
    </dgm:pt>
    <dgm:pt modelId="{B04322EE-7970-9647-BA72-D5DB33C4457C}" type="pres">
      <dgm:prSet presAssocID="{1A83595D-06A4-0041-BFAA-5F662E58A977}" presName="rootComposite" presStyleCnt="0"/>
      <dgm:spPr/>
    </dgm:pt>
    <dgm:pt modelId="{941B9F6B-F203-2F41-AFCE-F2277059F6CE}" type="pres">
      <dgm:prSet presAssocID="{1A83595D-06A4-0041-BFAA-5F662E58A977}" presName="rootText" presStyleLbl="node2" presStyleIdx="2" presStyleCnt="5" custScaleX="122824" custLinFactNeighborX="32041">
        <dgm:presLayoutVars>
          <dgm:chPref val="3"/>
        </dgm:presLayoutVars>
      </dgm:prSet>
      <dgm:spPr/>
    </dgm:pt>
    <dgm:pt modelId="{4D50EF4E-2DA8-F246-8FDA-43BF856766A7}" type="pres">
      <dgm:prSet presAssocID="{1A83595D-06A4-0041-BFAA-5F662E58A977}" presName="rootConnector" presStyleLbl="node2" presStyleIdx="2" presStyleCnt="5"/>
      <dgm:spPr/>
    </dgm:pt>
    <dgm:pt modelId="{695D850C-8339-3547-B3B2-AA02CA1D4CEA}" type="pres">
      <dgm:prSet presAssocID="{1A83595D-06A4-0041-BFAA-5F662E58A977}" presName="hierChild4" presStyleCnt="0"/>
      <dgm:spPr/>
    </dgm:pt>
    <dgm:pt modelId="{2F95115B-050A-CD4B-898B-6303ADEC8411}" type="pres">
      <dgm:prSet presAssocID="{A840EE83-ADE1-6C43-BB08-5B34151FBE47}" presName="Name37" presStyleLbl="parChTrans1D3" presStyleIdx="7" presStyleCnt="15"/>
      <dgm:spPr/>
    </dgm:pt>
    <dgm:pt modelId="{E12E1F4F-39DC-5B48-8618-374E64A5427F}" type="pres">
      <dgm:prSet presAssocID="{E117AAC1-5209-4343-B247-49B72C5A1109}" presName="hierRoot2" presStyleCnt="0">
        <dgm:presLayoutVars>
          <dgm:hierBranch val="init"/>
        </dgm:presLayoutVars>
      </dgm:prSet>
      <dgm:spPr/>
    </dgm:pt>
    <dgm:pt modelId="{BC2CCD09-AD75-C24C-A011-D23E2CBAA58A}" type="pres">
      <dgm:prSet presAssocID="{E117AAC1-5209-4343-B247-49B72C5A1109}" presName="rootComposite" presStyleCnt="0"/>
      <dgm:spPr/>
    </dgm:pt>
    <dgm:pt modelId="{C65EF198-D7C9-944F-9530-E01C61F971CE}" type="pres">
      <dgm:prSet presAssocID="{E117AAC1-5209-4343-B247-49B72C5A1109}" presName="rootText" presStyleLbl="node3" presStyleIdx="7" presStyleCnt="15" custScaleX="123186" custLinFactNeighborX="32041">
        <dgm:presLayoutVars>
          <dgm:chPref val="3"/>
        </dgm:presLayoutVars>
      </dgm:prSet>
      <dgm:spPr/>
    </dgm:pt>
    <dgm:pt modelId="{35DF0BDF-DA10-8448-B3B3-DB8ACBDA0F5F}" type="pres">
      <dgm:prSet presAssocID="{E117AAC1-5209-4343-B247-49B72C5A1109}" presName="rootConnector" presStyleLbl="node3" presStyleIdx="7" presStyleCnt="15"/>
      <dgm:spPr/>
    </dgm:pt>
    <dgm:pt modelId="{E0137732-85D4-4B41-A82A-47FFC662EFD8}" type="pres">
      <dgm:prSet presAssocID="{E117AAC1-5209-4343-B247-49B72C5A1109}" presName="hierChild4" presStyleCnt="0"/>
      <dgm:spPr/>
    </dgm:pt>
    <dgm:pt modelId="{319E8180-622E-504B-AB40-FFEC494F7181}" type="pres">
      <dgm:prSet presAssocID="{E117AAC1-5209-4343-B247-49B72C5A1109}" presName="hierChild5" presStyleCnt="0"/>
      <dgm:spPr/>
    </dgm:pt>
    <dgm:pt modelId="{5586346D-E108-3140-9690-42EDBF70CFE7}" type="pres">
      <dgm:prSet presAssocID="{F3919DCC-BA66-134B-B9AE-0B212B83D200}" presName="Name37" presStyleLbl="parChTrans1D3" presStyleIdx="8" presStyleCnt="15"/>
      <dgm:spPr/>
    </dgm:pt>
    <dgm:pt modelId="{841A2B74-A932-EE43-92C5-1BF4E06784ED}" type="pres">
      <dgm:prSet presAssocID="{9C7FB2B1-409E-494D-857C-08EDD52CF3FF}" presName="hierRoot2" presStyleCnt="0">
        <dgm:presLayoutVars>
          <dgm:hierBranch val="init"/>
        </dgm:presLayoutVars>
      </dgm:prSet>
      <dgm:spPr/>
    </dgm:pt>
    <dgm:pt modelId="{DE9AEA96-690A-CE4B-8158-E13EFBF907BB}" type="pres">
      <dgm:prSet presAssocID="{9C7FB2B1-409E-494D-857C-08EDD52CF3FF}" presName="rootComposite" presStyleCnt="0"/>
      <dgm:spPr/>
    </dgm:pt>
    <dgm:pt modelId="{EFBE9363-66A6-F24C-8952-FCA027DE9B05}" type="pres">
      <dgm:prSet presAssocID="{9C7FB2B1-409E-494D-857C-08EDD52CF3FF}" presName="rootText" presStyleLbl="node3" presStyleIdx="8" presStyleCnt="15" custScaleX="118677" custLinFactNeighborX="32041">
        <dgm:presLayoutVars>
          <dgm:chPref val="3"/>
        </dgm:presLayoutVars>
      </dgm:prSet>
      <dgm:spPr/>
    </dgm:pt>
    <dgm:pt modelId="{4B132363-31E6-2F4A-B0CA-A8B641CB695F}" type="pres">
      <dgm:prSet presAssocID="{9C7FB2B1-409E-494D-857C-08EDD52CF3FF}" presName="rootConnector" presStyleLbl="node3" presStyleIdx="8" presStyleCnt="15"/>
      <dgm:spPr/>
    </dgm:pt>
    <dgm:pt modelId="{EE82FC06-7352-9343-B6EB-F6FBFA1A2473}" type="pres">
      <dgm:prSet presAssocID="{9C7FB2B1-409E-494D-857C-08EDD52CF3FF}" presName="hierChild4" presStyleCnt="0"/>
      <dgm:spPr/>
    </dgm:pt>
    <dgm:pt modelId="{955E0C5B-3AA9-364A-8528-422B6C09DE4F}" type="pres">
      <dgm:prSet presAssocID="{9C7FB2B1-409E-494D-857C-08EDD52CF3FF}" presName="hierChild5" presStyleCnt="0"/>
      <dgm:spPr/>
    </dgm:pt>
    <dgm:pt modelId="{EFB44A4E-D74A-0043-AF94-CF0F0E15EB46}" type="pres">
      <dgm:prSet presAssocID="{1A83595D-06A4-0041-BFAA-5F662E58A977}" presName="hierChild5" presStyleCnt="0"/>
      <dgm:spPr/>
    </dgm:pt>
    <dgm:pt modelId="{06C1CA6C-75EB-9B4A-9F43-05F2378427AD}" type="pres">
      <dgm:prSet presAssocID="{249DCEC2-C69E-254F-AED8-E76480E2A5A0}" presName="Name37" presStyleLbl="parChTrans1D2" presStyleIdx="3" presStyleCnt="5"/>
      <dgm:spPr/>
    </dgm:pt>
    <dgm:pt modelId="{94BA4585-FBCA-624B-A7F4-03FF0281C917}" type="pres">
      <dgm:prSet presAssocID="{DF761C58-DD7E-1944-A8AE-D9F66560BCB5}" presName="hierRoot2" presStyleCnt="0">
        <dgm:presLayoutVars>
          <dgm:hierBranch val="init"/>
        </dgm:presLayoutVars>
      </dgm:prSet>
      <dgm:spPr/>
    </dgm:pt>
    <dgm:pt modelId="{F8796208-5251-6741-88CB-73A2EF444F98}" type="pres">
      <dgm:prSet presAssocID="{DF761C58-DD7E-1944-A8AE-D9F66560BCB5}" presName="rootComposite" presStyleCnt="0"/>
      <dgm:spPr/>
    </dgm:pt>
    <dgm:pt modelId="{A7D700BE-184C-7142-B545-FB612EFE472A}" type="pres">
      <dgm:prSet presAssocID="{DF761C58-DD7E-1944-A8AE-D9F66560BCB5}" presName="rootText" presStyleLbl="node2" presStyleIdx="3" presStyleCnt="5" custScaleX="118260" custLinFactNeighborX="49158">
        <dgm:presLayoutVars>
          <dgm:chPref val="3"/>
        </dgm:presLayoutVars>
      </dgm:prSet>
      <dgm:spPr/>
    </dgm:pt>
    <dgm:pt modelId="{BB52EE62-3286-1941-897B-79DC8DCE178C}" type="pres">
      <dgm:prSet presAssocID="{DF761C58-DD7E-1944-A8AE-D9F66560BCB5}" presName="rootConnector" presStyleLbl="node2" presStyleIdx="3" presStyleCnt="5"/>
      <dgm:spPr/>
    </dgm:pt>
    <dgm:pt modelId="{D5BB55CE-9C5C-1C48-9003-A0762CBDC407}" type="pres">
      <dgm:prSet presAssocID="{DF761C58-DD7E-1944-A8AE-D9F66560BCB5}" presName="hierChild4" presStyleCnt="0"/>
      <dgm:spPr/>
    </dgm:pt>
    <dgm:pt modelId="{ED8C249F-E2AA-2E4A-937F-133C31EE17AE}" type="pres">
      <dgm:prSet presAssocID="{06C68610-94F7-3741-8A17-3BBC5A9F4BDF}" presName="Name37" presStyleLbl="parChTrans1D3" presStyleIdx="9" presStyleCnt="15"/>
      <dgm:spPr/>
    </dgm:pt>
    <dgm:pt modelId="{07551AEA-B6AB-8A4F-ABC8-9A53283B10B5}" type="pres">
      <dgm:prSet presAssocID="{B8A72A34-EBD1-1140-AECF-33EDA6C337EC}" presName="hierRoot2" presStyleCnt="0">
        <dgm:presLayoutVars>
          <dgm:hierBranch val="init"/>
        </dgm:presLayoutVars>
      </dgm:prSet>
      <dgm:spPr/>
    </dgm:pt>
    <dgm:pt modelId="{47B406CD-7E33-FF43-A85B-C089F71D404A}" type="pres">
      <dgm:prSet presAssocID="{B8A72A34-EBD1-1140-AECF-33EDA6C337EC}" presName="rootComposite" presStyleCnt="0"/>
      <dgm:spPr/>
    </dgm:pt>
    <dgm:pt modelId="{E469A1E3-9863-224F-82EC-12A11627DFC9}" type="pres">
      <dgm:prSet presAssocID="{B8A72A34-EBD1-1140-AECF-33EDA6C337EC}" presName="rootText" presStyleLbl="node3" presStyleIdx="9" presStyleCnt="15" custScaleX="107589" custLinFactNeighborX="49546" custLinFactNeighborY="1503">
        <dgm:presLayoutVars>
          <dgm:chPref val="3"/>
        </dgm:presLayoutVars>
      </dgm:prSet>
      <dgm:spPr/>
    </dgm:pt>
    <dgm:pt modelId="{BCBB34FC-94DA-784F-8D0E-6BDA8CCFAE82}" type="pres">
      <dgm:prSet presAssocID="{B8A72A34-EBD1-1140-AECF-33EDA6C337EC}" presName="rootConnector" presStyleLbl="node3" presStyleIdx="9" presStyleCnt="15"/>
      <dgm:spPr/>
    </dgm:pt>
    <dgm:pt modelId="{A88ACD35-F46D-9748-87B8-6F6A9B064EBE}" type="pres">
      <dgm:prSet presAssocID="{B8A72A34-EBD1-1140-AECF-33EDA6C337EC}" presName="hierChild4" presStyleCnt="0"/>
      <dgm:spPr/>
    </dgm:pt>
    <dgm:pt modelId="{DE1A42AF-2518-764D-9C38-82AA8910CF4C}" type="pres">
      <dgm:prSet presAssocID="{B8A72A34-EBD1-1140-AECF-33EDA6C337EC}" presName="hierChild5" presStyleCnt="0"/>
      <dgm:spPr/>
    </dgm:pt>
    <dgm:pt modelId="{EECAEC22-A3B9-9242-8B19-948614C669D7}" type="pres">
      <dgm:prSet presAssocID="{CB31B0AD-5089-EA49-8840-564B114309FA}" presName="Name37" presStyleLbl="parChTrans1D3" presStyleIdx="10" presStyleCnt="15"/>
      <dgm:spPr/>
    </dgm:pt>
    <dgm:pt modelId="{960D0947-25F4-B346-87D3-441466CC5768}" type="pres">
      <dgm:prSet presAssocID="{1CE1BBAD-0639-EE4E-A01E-910E1CE97384}" presName="hierRoot2" presStyleCnt="0">
        <dgm:presLayoutVars>
          <dgm:hierBranch val="init"/>
        </dgm:presLayoutVars>
      </dgm:prSet>
      <dgm:spPr/>
    </dgm:pt>
    <dgm:pt modelId="{1C7D4750-2B7B-784F-8C5B-DDA2F30F6120}" type="pres">
      <dgm:prSet presAssocID="{1CE1BBAD-0639-EE4E-A01E-910E1CE97384}" presName="rootComposite" presStyleCnt="0"/>
      <dgm:spPr/>
    </dgm:pt>
    <dgm:pt modelId="{848F146F-E818-D64A-9CAE-87AD7B2AFFE7}" type="pres">
      <dgm:prSet presAssocID="{1CE1BBAD-0639-EE4E-A01E-910E1CE97384}" presName="rootText" presStyleLbl="node3" presStyleIdx="10" presStyleCnt="15" custScaleX="106175" custLinFactNeighborX="49586" custLinFactNeighborY="3122">
        <dgm:presLayoutVars>
          <dgm:chPref val="3"/>
        </dgm:presLayoutVars>
      </dgm:prSet>
      <dgm:spPr/>
    </dgm:pt>
    <dgm:pt modelId="{2CB478FC-AA02-8A40-99C9-BF9508DF7B95}" type="pres">
      <dgm:prSet presAssocID="{1CE1BBAD-0639-EE4E-A01E-910E1CE97384}" presName="rootConnector" presStyleLbl="node3" presStyleIdx="10" presStyleCnt="15"/>
      <dgm:spPr/>
    </dgm:pt>
    <dgm:pt modelId="{572E3641-5A33-E947-A980-56083BC80494}" type="pres">
      <dgm:prSet presAssocID="{1CE1BBAD-0639-EE4E-A01E-910E1CE97384}" presName="hierChild4" presStyleCnt="0"/>
      <dgm:spPr/>
    </dgm:pt>
    <dgm:pt modelId="{6BA74C99-B442-AE47-BE36-61D93A088C76}" type="pres">
      <dgm:prSet presAssocID="{1CE1BBAD-0639-EE4E-A01E-910E1CE97384}" presName="hierChild5" presStyleCnt="0"/>
      <dgm:spPr/>
    </dgm:pt>
    <dgm:pt modelId="{D599A007-AC25-2B4E-901E-F86CD07EC0B7}" type="pres">
      <dgm:prSet presAssocID="{6474375E-2B74-A143-991F-FB1B9308F00C}" presName="Name37" presStyleLbl="parChTrans1D3" presStyleIdx="11" presStyleCnt="15"/>
      <dgm:spPr/>
    </dgm:pt>
    <dgm:pt modelId="{75CC55D1-A9C9-194B-8283-4AA33252B572}" type="pres">
      <dgm:prSet presAssocID="{A164B53F-BD0F-FA4B-82AD-0FA94BA737DF}" presName="hierRoot2" presStyleCnt="0">
        <dgm:presLayoutVars>
          <dgm:hierBranch val="init"/>
        </dgm:presLayoutVars>
      </dgm:prSet>
      <dgm:spPr/>
    </dgm:pt>
    <dgm:pt modelId="{E71A3F8D-8594-014F-B04C-4E4BD68172DA}" type="pres">
      <dgm:prSet presAssocID="{A164B53F-BD0F-FA4B-82AD-0FA94BA737DF}" presName="rootComposite" presStyleCnt="0"/>
      <dgm:spPr/>
    </dgm:pt>
    <dgm:pt modelId="{A3B4807B-262C-244A-83CB-7895F5DD4A4A}" type="pres">
      <dgm:prSet presAssocID="{A164B53F-BD0F-FA4B-82AD-0FA94BA737DF}" presName="rootText" presStyleLbl="node3" presStyleIdx="11" presStyleCnt="15" custScaleX="106012" custLinFactNeighborX="51089" custLinFactNeighborY="-3303">
        <dgm:presLayoutVars>
          <dgm:chPref val="3"/>
        </dgm:presLayoutVars>
      </dgm:prSet>
      <dgm:spPr/>
    </dgm:pt>
    <dgm:pt modelId="{3A2CB71F-6A37-EE40-8A23-130AC5565E0A}" type="pres">
      <dgm:prSet presAssocID="{A164B53F-BD0F-FA4B-82AD-0FA94BA737DF}" presName="rootConnector" presStyleLbl="node3" presStyleIdx="11" presStyleCnt="15"/>
      <dgm:spPr/>
    </dgm:pt>
    <dgm:pt modelId="{EDDE786F-B6C1-B842-87EF-C159CA5C206B}" type="pres">
      <dgm:prSet presAssocID="{A164B53F-BD0F-FA4B-82AD-0FA94BA737DF}" presName="hierChild4" presStyleCnt="0"/>
      <dgm:spPr/>
    </dgm:pt>
    <dgm:pt modelId="{EE39166E-1E48-AB48-97B0-080855EADF6F}" type="pres">
      <dgm:prSet presAssocID="{A164B53F-BD0F-FA4B-82AD-0FA94BA737DF}" presName="hierChild5" presStyleCnt="0"/>
      <dgm:spPr/>
    </dgm:pt>
    <dgm:pt modelId="{555839F5-89C7-1F45-B8AE-4975744CA4C0}" type="pres">
      <dgm:prSet presAssocID="{FC1695EE-18D1-A74C-B09D-770F4471DED9}" presName="Name37" presStyleLbl="parChTrans1D3" presStyleIdx="12" presStyleCnt="15"/>
      <dgm:spPr/>
    </dgm:pt>
    <dgm:pt modelId="{6EF4DD86-75E2-1947-838A-08D004D23A26}" type="pres">
      <dgm:prSet presAssocID="{9A332249-C5AE-DE4B-8C9F-070A572C1BFA}" presName="hierRoot2" presStyleCnt="0">
        <dgm:presLayoutVars>
          <dgm:hierBranch val="init"/>
        </dgm:presLayoutVars>
      </dgm:prSet>
      <dgm:spPr/>
    </dgm:pt>
    <dgm:pt modelId="{4B1B6CB4-F6D7-4D4F-8B6C-1D37D8215782}" type="pres">
      <dgm:prSet presAssocID="{9A332249-C5AE-DE4B-8C9F-070A572C1BFA}" presName="rootComposite" presStyleCnt="0"/>
      <dgm:spPr/>
    </dgm:pt>
    <dgm:pt modelId="{D0EF41EC-F114-1C40-9439-466C6EE18066}" type="pres">
      <dgm:prSet presAssocID="{9A332249-C5AE-DE4B-8C9F-070A572C1BFA}" presName="rootText" presStyleLbl="node3" presStyleIdx="12" presStyleCnt="15" custScaleX="104583" custScaleY="110115" custLinFactNeighborX="51049">
        <dgm:presLayoutVars>
          <dgm:chPref val="3"/>
        </dgm:presLayoutVars>
      </dgm:prSet>
      <dgm:spPr/>
    </dgm:pt>
    <dgm:pt modelId="{0AE4FD52-6069-B740-9233-2903E1E42C14}" type="pres">
      <dgm:prSet presAssocID="{9A332249-C5AE-DE4B-8C9F-070A572C1BFA}" presName="rootConnector" presStyleLbl="node3" presStyleIdx="12" presStyleCnt="15"/>
      <dgm:spPr/>
    </dgm:pt>
    <dgm:pt modelId="{F0056A8E-1BD4-D14F-889B-95165CF6F49F}" type="pres">
      <dgm:prSet presAssocID="{9A332249-C5AE-DE4B-8C9F-070A572C1BFA}" presName="hierChild4" presStyleCnt="0"/>
      <dgm:spPr/>
    </dgm:pt>
    <dgm:pt modelId="{3B39DB2F-FC59-2541-9FAE-99A3304ECC8B}" type="pres">
      <dgm:prSet presAssocID="{9A332249-C5AE-DE4B-8C9F-070A572C1BFA}" presName="hierChild5" presStyleCnt="0"/>
      <dgm:spPr/>
    </dgm:pt>
    <dgm:pt modelId="{BF2E1C40-F15F-1346-8E9A-3214529664D9}" type="pres">
      <dgm:prSet presAssocID="{DF761C58-DD7E-1944-A8AE-D9F66560BCB5}" presName="hierChild5" presStyleCnt="0"/>
      <dgm:spPr/>
    </dgm:pt>
    <dgm:pt modelId="{5B7DFB59-6D76-F14B-B470-5E18BD777AE4}" type="pres">
      <dgm:prSet presAssocID="{7DCEF4AB-C30E-1843-B839-4B836C7962AB}" presName="Name37" presStyleLbl="parChTrans1D2" presStyleIdx="4" presStyleCnt="5"/>
      <dgm:spPr/>
    </dgm:pt>
    <dgm:pt modelId="{D2BA1A12-EC39-394C-8C38-AA2700C08AD5}" type="pres">
      <dgm:prSet presAssocID="{BF5526A2-0B08-3D42-A935-79460F825387}" presName="hierRoot2" presStyleCnt="0">
        <dgm:presLayoutVars>
          <dgm:hierBranch val="init"/>
        </dgm:presLayoutVars>
      </dgm:prSet>
      <dgm:spPr/>
    </dgm:pt>
    <dgm:pt modelId="{CE516610-0E0A-E244-AB5F-381EE998C6EB}" type="pres">
      <dgm:prSet presAssocID="{BF5526A2-0B08-3D42-A935-79460F825387}" presName="rootComposite" presStyleCnt="0"/>
      <dgm:spPr/>
    </dgm:pt>
    <dgm:pt modelId="{6DC68A5C-F9B2-A74A-9139-7B69B5E2D800}" type="pres">
      <dgm:prSet presAssocID="{BF5526A2-0B08-3D42-A935-79460F825387}" presName="rootText" presStyleLbl="node2" presStyleIdx="4" presStyleCnt="5" custLinFactNeighborX="60283">
        <dgm:presLayoutVars>
          <dgm:chPref val="3"/>
        </dgm:presLayoutVars>
      </dgm:prSet>
      <dgm:spPr/>
    </dgm:pt>
    <dgm:pt modelId="{859315A6-0566-3F4F-94EA-6C246A01CF0F}" type="pres">
      <dgm:prSet presAssocID="{BF5526A2-0B08-3D42-A935-79460F825387}" presName="rootConnector" presStyleLbl="node2" presStyleIdx="4" presStyleCnt="5"/>
      <dgm:spPr/>
    </dgm:pt>
    <dgm:pt modelId="{E078C6C8-9E05-DD43-B210-5ABBB77B645F}" type="pres">
      <dgm:prSet presAssocID="{BF5526A2-0B08-3D42-A935-79460F825387}" presName="hierChild4" presStyleCnt="0"/>
      <dgm:spPr/>
    </dgm:pt>
    <dgm:pt modelId="{F6967F57-6E4D-2240-81DC-CA85CD0C53A1}" type="pres">
      <dgm:prSet presAssocID="{C4AF9F95-0C57-094E-A63B-CF6645758C14}" presName="Name37" presStyleLbl="parChTrans1D3" presStyleIdx="13" presStyleCnt="15"/>
      <dgm:spPr/>
    </dgm:pt>
    <dgm:pt modelId="{00719F20-64F7-2A41-AE92-C2AFC1A1A1C5}" type="pres">
      <dgm:prSet presAssocID="{A3CC1579-FC06-2147-A9DB-E2C44A195510}" presName="hierRoot2" presStyleCnt="0">
        <dgm:presLayoutVars>
          <dgm:hierBranch val="init"/>
        </dgm:presLayoutVars>
      </dgm:prSet>
      <dgm:spPr/>
    </dgm:pt>
    <dgm:pt modelId="{066FD784-654F-1B4A-A61B-7F887AF69B84}" type="pres">
      <dgm:prSet presAssocID="{A3CC1579-FC06-2147-A9DB-E2C44A195510}" presName="rootComposite" presStyleCnt="0"/>
      <dgm:spPr/>
    </dgm:pt>
    <dgm:pt modelId="{E8219519-6600-1942-8C05-6B3F17077D66}" type="pres">
      <dgm:prSet presAssocID="{A3CC1579-FC06-2147-A9DB-E2C44A195510}" presName="rootText" presStyleLbl="node3" presStyleIdx="13" presStyleCnt="15" custLinFactNeighborX="59693">
        <dgm:presLayoutVars>
          <dgm:chPref val="3"/>
        </dgm:presLayoutVars>
      </dgm:prSet>
      <dgm:spPr/>
    </dgm:pt>
    <dgm:pt modelId="{3888B0DD-C8D8-0E4C-B839-6393C6F99BCF}" type="pres">
      <dgm:prSet presAssocID="{A3CC1579-FC06-2147-A9DB-E2C44A195510}" presName="rootConnector" presStyleLbl="node3" presStyleIdx="13" presStyleCnt="15"/>
      <dgm:spPr/>
    </dgm:pt>
    <dgm:pt modelId="{C26BEA94-F07A-814F-9B58-13C42E0AD0B7}" type="pres">
      <dgm:prSet presAssocID="{A3CC1579-FC06-2147-A9DB-E2C44A195510}" presName="hierChild4" presStyleCnt="0"/>
      <dgm:spPr/>
    </dgm:pt>
    <dgm:pt modelId="{6CA3D4D3-4DD5-014E-97F5-E73BC45A13EC}" type="pres">
      <dgm:prSet presAssocID="{A3CC1579-FC06-2147-A9DB-E2C44A195510}" presName="hierChild5" presStyleCnt="0"/>
      <dgm:spPr/>
    </dgm:pt>
    <dgm:pt modelId="{09AA8837-E87B-D84C-9DA7-11FAB1D7F5EC}" type="pres">
      <dgm:prSet presAssocID="{C39285CB-18CB-1444-AAF6-AB7E5AF04E44}" presName="Name37" presStyleLbl="parChTrans1D3" presStyleIdx="14" presStyleCnt="15"/>
      <dgm:spPr/>
    </dgm:pt>
    <dgm:pt modelId="{44953564-2524-4E44-8867-7B0F376733BA}" type="pres">
      <dgm:prSet presAssocID="{B27D29EB-59F0-734F-91AB-BFA06FAB70DA}" presName="hierRoot2" presStyleCnt="0">
        <dgm:presLayoutVars>
          <dgm:hierBranch val="init"/>
        </dgm:presLayoutVars>
      </dgm:prSet>
      <dgm:spPr/>
    </dgm:pt>
    <dgm:pt modelId="{9ED9583E-43C8-A547-816B-5EB5A3BB800B}" type="pres">
      <dgm:prSet presAssocID="{B27D29EB-59F0-734F-91AB-BFA06FAB70DA}" presName="rootComposite" presStyleCnt="0"/>
      <dgm:spPr/>
    </dgm:pt>
    <dgm:pt modelId="{77087DA0-F769-6546-9934-FDC05CDDB003}" type="pres">
      <dgm:prSet presAssocID="{B27D29EB-59F0-734F-91AB-BFA06FAB70DA}" presName="rootText" presStyleLbl="node3" presStyleIdx="14" presStyleCnt="15" custLinFactNeighborX="59693">
        <dgm:presLayoutVars>
          <dgm:chPref val="3"/>
        </dgm:presLayoutVars>
      </dgm:prSet>
      <dgm:spPr/>
    </dgm:pt>
    <dgm:pt modelId="{B6116B09-0808-EC42-ADC2-D268CF27E46F}" type="pres">
      <dgm:prSet presAssocID="{B27D29EB-59F0-734F-91AB-BFA06FAB70DA}" presName="rootConnector" presStyleLbl="node3" presStyleIdx="14" presStyleCnt="15"/>
      <dgm:spPr/>
    </dgm:pt>
    <dgm:pt modelId="{0C89B3AE-37C9-774E-92CC-7CBCFBB73949}" type="pres">
      <dgm:prSet presAssocID="{B27D29EB-59F0-734F-91AB-BFA06FAB70DA}" presName="hierChild4" presStyleCnt="0"/>
      <dgm:spPr/>
    </dgm:pt>
    <dgm:pt modelId="{304B8E74-7999-2142-904D-62DDA693E9B5}" type="pres">
      <dgm:prSet presAssocID="{B27D29EB-59F0-734F-91AB-BFA06FAB70DA}" presName="hierChild5" presStyleCnt="0"/>
      <dgm:spPr/>
    </dgm:pt>
    <dgm:pt modelId="{DF97CFA9-2006-E44F-95E2-53FCB6BC575E}" type="pres">
      <dgm:prSet presAssocID="{BF5526A2-0B08-3D42-A935-79460F825387}" presName="hierChild5" presStyleCnt="0"/>
      <dgm:spPr/>
    </dgm:pt>
    <dgm:pt modelId="{2D2AF7BE-ED97-BD4C-BF88-BB1AB0B97D68}" type="pres">
      <dgm:prSet presAssocID="{813055D8-F33A-1846-BAA0-C7EBD1823AB2}" presName="hierChild3" presStyleCnt="0"/>
      <dgm:spPr/>
    </dgm:pt>
  </dgm:ptLst>
  <dgm:cxnLst>
    <dgm:cxn modelId="{0AD3A704-A0E9-C341-84DD-7E7CCDDAFB7B}" type="presOf" srcId="{0E4903D6-1894-EE40-8358-847EA4120322}" destId="{F3F6E554-3737-9E41-A03A-84D6C22C5883}" srcOrd="0" destOrd="0" presId="urn:microsoft.com/office/officeart/2005/8/layout/orgChart1"/>
    <dgm:cxn modelId="{8FF88408-927D-3E4D-B7C9-EE2B10E1947A}" srcId="{BF5526A2-0B08-3D42-A935-79460F825387}" destId="{A3CC1579-FC06-2147-A9DB-E2C44A195510}" srcOrd="0" destOrd="0" parTransId="{C4AF9F95-0C57-094E-A63B-CF6645758C14}" sibTransId="{0BEE7EF9-B737-A54E-B9D7-17A926C79715}"/>
    <dgm:cxn modelId="{D98C6E13-801F-554E-A245-75925DA663D4}" type="presOf" srcId="{885F01BE-4E95-D04C-9672-D16F0653AE90}" destId="{42C74EBC-8225-0040-A407-91D4E43B4434}" srcOrd="0" destOrd="0" presId="urn:microsoft.com/office/officeart/2005/8/layout/orgChart1"/>
    <dgm:cxn modelId="{A7E93816-12AB-DD4C-B8B8-E190F8B7775C}" type="presOf" srcId="{F745D287-1933-C54E-BB44-149C8AA4D46C}" destId="{BCF893C3-841E-2142-8041-8998FFE85D6E}" srcOrd="0" destOrd="0" presId="urn:microsoft.com/office/officeart/2005/8/layout/orgChart1"/>
    <dgm:cxn modelId="{F707F918-CBFE-9946-A74F-A16EB48A6FE6}" type="presOf" srcId="{A164B53F-BD0F-FA4B-82AD-0FA94BA737DF}" destId="{3A2CB71F-6A37-EE40-8A23-130AC5565E0A}" srcOrd="1" destOrd="0" presId="urn:microsoft.com/office/officeart/2005/8/layout/orgChart1"/>
    <dgm:cxn modelId="{07270B1F-EA97-8A45-9250-7E08C08BA30C}" type="presOf" srcId="{A3CC1579-FC06-2147-A9DB-E2C44A195510}" destId="{3888B0DD-C8D8-0E4C-B839-6393C6F99BCF}" srcOrd="1" destOrd="0" presId="urn:microsoft.com/office/officeart/2005/8/layout/orgChart1"/>
    <dgm:cxn modelId="{81FC2823-72B9-FD4C-A577-F7D9FA3ABA9C}" type="presOf" srcId="{4A94017F-D324-FA49-8B5B-F25754D803C9}" destId="{719F3019-B4F5-DF45-A988-2FEABE202984}" srcOrd="0" destOrd="0" presId="urn:microsoft.com/office/officeart/2005/8/layout/orgChart1"/>
    <dgm:cxn modelId="{CCD97823-A7AA-1F4C-A391-50CAD55ED17E}" type="presOf" srcId="{B27D29EB-59F0-734F-91AB-BFA06FAB70DA}" destId="{77087DA0-F769-6546-9934-FDC05CDDB003}" srcOrd="0" destOrd="0" presId="urn:microsoft.com/office/officeart/2005/8/layout/orgChart1"/>
    <dgm:cxn modelId="{F492B725-23EA-AC4D-B55B-7CAFECA0FA27}" type="presOf" srcId="{1A83595D-06A4-0041-BFAA-5F662E58A977}" destId="{941B9F6B-F203-2F41-AFCE-F2277059F6CE}" srcOrd="0" destOrd="0" presId="urn:microsoft.com/office/officeart/2005/8/layout/orgChart1"/>
    <dgm:cxn modelId="{06E27127-66E9-F64F-9303-6A49E1D978CE}" type="presOf" srcId="{BF5526A2-0B08-3D42-A935-79460F825387}" destId="{859315A6-0566-3F4F-94EA-6C246A01CF0F}" srcOrd="1" destOrd="0" presId="urn:microsoft.com/office/officeart/2005/8/layout/orgChart1"/>
    <dgm:cxn modelId="{33BB872B-7BE2-DA40-87B6-5898381495EB}" type="presOf" srcId="{8C45E2B3-59F1-6D4F-A868-7E4BAE7D6736}" destId="{BDC91D53-F253-144C-9C3E-E6456E21E000}" srcOrd="1" destOrd="0" presId="urn:microsoft.com/office/officeart/2005/8/layout/orgChart1"/>
    <dgm:cxn modelId="{ED6F7436-F434-314D-8172-D372A3986052}" type="presOf" srcId="{E117AAC1-5209-4343-B247-49B72C5A1109}" destId="{35DF0BDF-DA10-8448-B3B3-DB8ACBDA0F5F}" srcOrd="1" destOrd="0" presId="urn:microsoft.com/office/officeart/2005/8/layout/orgChart1"/>
    <dgm:cxn modelId="{87854B38-704C-EF49-8C86-4D2258371043}" type="presOf" srcId="{6474375E-2B74-A143-991F-FB1B9308F00C}" destId="{D599A007-AC25-2B4E-901E-F86CD07EC0B7}" srcOrd="0" destOrd="0" presId="urn:microsoft.com/office/officeart/2005/8/layout/orgChart1"/>
    <dgm:cxn modelId="{A2D66C39-A692-7B48-ACF8-11501839A3F2}" srcId="{BF5526A2-0B08-3D42-A935-79460F825387}" destId="{B27D29EB-59F0-734F-91AB-BFA06FAB70DA}" srcOrd="1" destOrd="0" parTransId="{C39285CB-18CB-1444-AAF6-AB7E5AF04E44}" sibTransId="{785AA332-D266-E344-9AF8-A75C0393BCD1}"/>
    <dgm:cxn modelId="{42753C5D-5601-9C47-83A2-360F368DC518}" type="presOf" srcId="{813055D8-F33A-1846-BAA0-C7EBD1823AB2}" destId="{2C80483B-27F7-B44C-920A-0CAAE05A48B4}" srcOrd="1" destOrd="0" presId="urn:microsoft.com/office/officeart/2005/8/layout/orgChart1"/>
    <dgm:cxn modelId="{D41C475D-66EA-5744-BC82-03772C476A2A}" type="presOf" srcId="{CB836D85-0C0F-0648-A19B-A7EB920A1A3D}" destId="{EA68E0CA-18FD-3549-A5BB-06A4E146A9F9}" srcOrd="1" destOrd="0" presId="urn:microsoft.com/office/officeart/2005/8/layout/orgChart1"/>
    <dgm:cxn modelId="{922A515E-EBB0-A444-A7CC-E7135804E777}" type="presOf" srcId="{D870B7DB-ECDC-1A46-B582-4CDA0D07905C}" destId="{542B6CBC-2949-DF45-86C2-5FBB1ADA4784}" srcOrd="1" destOrd="0" presId="urn:microsoft.com/office/officeart/2005/8/layout/orgChart1"/>
    <dgm:cxn modelId="{E4DBEA60-1630-8E4D-96D0-D867F344EFA4}" type="presOf" srcId="{DDE090D5-CD55-E643-9CAB-DFA4971F3728}" destId="{A999F90E-EB28-F14C-910B-AC81DD5A8EC4}" srcOrd="1" destOrd="0" presId="urn:microsoft.com/office/officeart/2005/8/layout/orgChart1"/>
    <dgm:cxn modelId="{89193A43-B4F6-8B45-A253-10C3D848293E}" srcId="{1A83595D-06A4-0041-BFAA-5F662E58A977}" destId="{E117AAC1-5209-4343-B247-49B72C5A1109}" srcOrd="0" destOrd="0" parTransId="{A840EE83-ADE1-6C43-BB08-5B34151FBE47}" sibTransId="{D823B7B1-A57F-214B-92FC-1F886630365C}"/>
    <dgm:cxn modelId="{D4585864-3E5B-5A4E-88B7-66C8B0C8B28F}" srcId="{DF761C58-DD7E-1944-A8AE-D9F66560BCB5}" destId="{A164B53F-BD0F-FA4B-82AD-0FA94BA737DF}" srcOrd="2" destOrd="0" parTransId="{6474375E-2B74-A143-991F-FB1B9308F00C}" sibTransId="{A8DC15E6-2F41-E44C-924F-7D8864189438}"/>
    <dgm:cxn modelId="{157C5E45-6AE3-7F42-B30A-80B4EB3313E7}" srcId="{813055D8-F33A-1846-BAA0-C7EBD1823AB2}" destId="{7436311D-BBEC-C841-A333-A9620E285B8A}" srcOrd="1" destOrd="0" parTransId="{0E4903D6-1894-EE40-8358-847EA4120322}" sibTransId="{EF8516F0-ACFF-6D4B-80D1-B7313D9702A6}"/>
    <dgm:cxn modelId="{39D13E47-8183-504D-A26A-648C07BF41CC}" srcId="{CB836D85-0C0F-0648-A19B-A7EB920A1A3D}" destId="{D870B7DB-ECDC-1A46-B582-4CDA0D07905C}" srcOrd="1" destOrd="0" parTransId="{A6E29865-0632-1B41-B10B-66FD5E2A6030}" sibTransId="{B4DDA51D-E9D1-4F43-9E75-FC320BEF5EF1}"/>
    <dgm:cxn modelId="{BF558D47-4B0C-634F-BE19-445665F51584}" type="presOf" srcId="{7436311D-BBEC-C841-A333-A9620E285B8A}" destId="{E5A28D9B-3CAC-D94D-A518-97CC30450189}" srcOrd="0" destOrd="0" presId="urn:microsoft.com/office/officeart/2005/8/layout/orgChart1"/>
    <dgm:cxn modelId="{8989F367-7945-DC41-9367-D9E4190031B6}" type="presOf" srcId="{885F01BE-4E95-D04C-9672-D16F0653AE90}" destId="{F428F42A-25A8-8E41-832E-4EA0C8E611F3}" srcOrd="1" destOrd="0" presId="urn:microsoft.com/office/officeart/2005/8/layout/orgChart1"/>
    <dgm:cxn modelId="{3DD5CB68-DCE9-F142-BC29-FDC006A8901D}" type="presOf" srcId="{B8A72A34-EBD1-1140-AECF-33EDA6C337EC}" destId="{BCBB34FC-94DA-784F-8D0E-6BDA8CCFAE82}" srcOrd="1" destOrd="0" presId="urn:microsoft.com/office/officeart/2005/8/layout/orgChart1"/>
    <dgm:cxn modelId="{B9D34C6C-8DFB-9149-9586-A77895BDC0A5}" type="presOf" srcId="{249DCEC2-C69E-254F-AED8-E76480E2A5A0}" destId="{06C1CA6C-75EB-9B4A-9F43-05F2378427AD}" srcOrd="0" destOrd="0" presId="urn:microsoft.com/office/officeart/2005/8/layout/orgChart1"/>
    <dgm:cxn modelId="{5CEB046D-8421-3E40-9ED3-F4C508F7977C}" srcId="{CB836D85-0C0F-0648-A19B-A7EB920A1A3D}" destId="{8C45E2B3-59F1-6D4F-A868-7E4BAE7D6736}" srcOrd="0" destOrd="0" parTransId="{07AF092A-9D53-894A-B097-FCF56A4B316E}" sibTransId="{75C62C5F-866D-7E4C-8163-6CF54EE6B637}"/>
    <dgm:cxn modelId="{3130A371-83BD-704F-A1AF-899AB6162ED7}" type="presOf" srcId="{9C7FB2B1-409E-494D-857C-08EDD52CF3FF}" destId="{4B132363-31E6-2F4A-B0CA-A8B641CB695F}" srcOrd="1" destOrd="0" presId="urn:microsoft.com/office/officeart/2005/8/layout/orgChart1"/>
    <dgm:cxn modelId="{7E5C5952-06AF-5D43-937B-EC762D66966D}" type="presOf" srcId="{5AE51876-8535-8C45-9B51-D850E361063E}" destId="{3E19DF16-95B7-F547-96D4-A9BCDBF5F0D0}" srcOrd="0" destOrd="0" presId="urn:microsoft.com/office/officeart/2005/8/layout/orgChart1"/>
    <dgm:cxn modelId="{C4E28673-B6E8-3B48-B7A5-631919FA10A8}" type="presOf" srcId="{7436311D-BBEC-C841-A333-A9620E285B8A}" destId="{AD77A064-0CB8-8747-9A6E-F11BC4C787A6}" srcOrd="1" destOrd="0" presId="urn:microsoft.com/office/officeart/2005/8/layout/orgChart1"/>
    <dgm:cxn modelId="{F9DCF873-CE05-3240-93FA-5E1C4BD0DC27}" type="presOf" srcId="{005AAE53-7846-ED4A-BE6B-016B7BBEF7AF}" destId="{92C555DD-2DA7-3F42-A9E7-2A447096ADDE}" srcOrd="0" destOrd="0" presId="urn:microsoft.com/office/officeart/2005/8/layout/orgChart1"/>
    <dgm:cxn modelId="{68B3DC75-BFB5-5044-9CA4-16708E9C3DDF}" srcId="{DF761C58-DD7E-1944-A8AE-D9F66560BCB5}" destId="{9A332249-C5AE-DE4B-8C9F-070A572C1BFA}" srcOrd="3" destOrd="0" parTransId="{FC1695EE-18D1-A74C-B09D-770F4471DED9}" sibTransId="{87353DF5-E351-5146-A7CF-1E7F0AF6B04C}"/>
    <dgm:cxn modelId="{45438D56-5DA4-DB48-80C8-01D9574D58C2}" type="presOf" srcId="{FC1695EE-18D1-A74C-B09D-770F4471DED9}" destId="{555839F5-89C7-1F45-B8AE-4975744CA4C0}" srcOrd="0" destOrd="0" presId="urn:microsoft.com/office/officeart/2005/8/layout/orgChart1"/>
    <dgm:cxn modelId="{3392F378-BE32-1D42-8110-450B869DE624}" type="presOf" srcId="{24231A60-7859-CF4D-975B-C5D6600546FE}" destId="{B639E80D-F28C-BB4D-989A-4D592DB85E74}" srcOrd="0" destOrd="0" presId="urn:microsoft.com/office/officeart/2005/8/layout/orgChart1"/>
    <dgm:cxn modelId="{79890859-A467-2F43-82D4-FD47A385CB50}" type="presOf" srcId="{49957429-D9E8-CD46-91AD-BD44DF61D992}" destId="{EC0BA768-3E71-4C4B-A9EA-31F286904F8A}" srcOrd="0" destOrd="0" presId="urn:microsoft.com/office/officeart/2005/8/layout/orgChart1"/>
    <dgm:cxn modelId="{442B635A-58DE-6546-81AA-5177616F1413}" srcId="{813055D8-F33A-1846-BAA0-C7EBD1823AB2}" destId="{DF761C58-DD7E-1944-A8AE-D9F66560BCB5}" srcOrd="3" destOrd="0" parTransId="{249DCEC2-C69E-254F-AED8-E76480E2A5A0}" sibTransId="{27679790-6EE8-8545-9B0F-283CB755A39E}"/>
    <dgm:cxn modelId="{E62EF47A-7B81-DC41-A254-CB7C8B66AD6A}" type="presOf" srcId="{9A332249-C5AE-DE4B-8C9F-070A572C1BFA}" destId="{D0EF41EC-F114-1C40-9439-466C6EE18066}" srcOrd="0" destOrd="0" presId="urn:microsoft.com/office/officeart/2005/8/layout/orgChart1"/>
    <dgm:cxn modelId="{B76C1D7E-F8B0-384E-8E7E-22D9B6FE1576}" type="presOf" srcId="{CFF8B251-ED95-254D-A916-7A5F10E8497B}" destId="{412A9BC5-2882-D54A-8259-8E4DB95EC50F}" srcOrd="1" destOrd="0" presId="urn:microsoft.com/office/officeart/2005/8/layout/orgChart1"/>
    <dgm:cxn modelId="{1AE7A97F-8F2B-A24B-B704-53FF608FD74B}" srcId="{813055D8-F33A-1846-BAA0-C7EBD1823AB2}" destId="{CB836D85-0C0F-0648-A19B-A7EB920A1A3D}" srcOrd="0" destOrd="0" parTransId="{4A94017F-D324-FA49-8B5B-F25754D803C9}" sibTransId="{37E5684F-22FE-E04A-AD98-F340F3569521}"/>
    <dgm:cxn modelId="{F191C384-6E93-254D-BE0B-90F764850F59}" type="presOf" srcId="{7DCEF4AB-C30E-1843-B839-4B836C7962AB}" destId="{5B7DFB59-6D76-F14B-B470-5E18BD777AE4}" srcOrd="0" destOrd="0" presId="urn:microsoft.com/office/officeart/2005/8/layout/orgChart1"/>
    <dgm:cxn modelId="{89C91788-BE14-504B-B666-80A82BA943F8}" srcId="{813055D8-F33A-1846-BAA0-C7EBD1823AB2}" destId="{1A83595D-06A4-0041-BFAA-5F662E58A977}" srcOrd="2" destOrd="0" parTransId="{005AAE53-7846-ED4A-BE6B-016B7BBEF7AF}" sibTransId="{6252149D-1B3B-0F46-8E60-EF2B165D359E}"/>
    <dgm:cxn modelId="{17375695-D6A3-FC4D-8329-0B3378944E33}" type="presOf" srcId="{813055D8-F33A-1846-BAA0-C7EBD1823AB2}" destId="{DC0D5883-9069-164E-B0AC-57613BC0B580}" srcOrd="0" destOrd="0" presId="urn:microsoft.com/office/officeart/2005/8/layout/orgChart1"/>
    <dgm:cxn modelId="{A610459D-0B5B-104A-919C-C26B6D10F161}" srcId="{24231A60-7859-CF4D-975B-C5D6600546FE}" destId="{813055D8-F33A-1846-BAA0-C7EBD1823AB2}" srcOrd="0" destOrd="0" parTransId="{3DF7033D-D837-A94F-86B9-D76607A1E117}" sibTransId="{B28E5637-B2D0-FD48-AAD3-56EC1365941D}"/>
    <dgm:cxn modelId="{EB97139F-1B0C-1F46-A908-F9CD1697DD9F}" srcId="{7436311D-BBEC-C841-A333-A9620E285B8A}" destId="{4EE3CA95-C46C-9142-8C57-5507C2FA4B75}" srcOrd="1" destOrd="0" parTransId="{F841C645-D869-6049-B22A-754038C9D0C6}" sibTransId="{53BF95F7-686D-8C4A-86B2-82F2E6A8584A}"/>
    <dgm:cxn modelId="{11665BA0-D676-BB45-9904-773046070DCB}" srcId="{DF761C58-DD7E-1944-A8AE-D9F66560BCB5}" destId="{1CE1BBAD-0639-EE4E-A01E-910E1CE97384}" srcOrd="1" destOrd="0" parTransId="{CB31B0AD-5089-EA49-8840-564B114309FA}" sibTransId="{64884CB1-ED81-1548-8504-7115D027548A}"/>
    <dgm:cxn modelId="{5DC83AA1-8C42-BF47-9E13-488A70A6E2E4}" type="presOf" srcId="{E117AAC1-5209-4343-B247-49B72C5A1109}" destId="{C65EF198-D7C9-944F-9530-E01C61F971CE}" srcOrd="0" destOrd="0" presId="urn:microsoft.com/office/officeart/2005/8/layout/orgChart1"/>
    <dgm:cxn modelId="{6E62F9A6-105B-7542-A28E-A0BAEEB925BB}" type="presOf" srcId="{DDE090D5-CD55-E643-9CAB-DFA4971F3728}" destId="{AE94B1CB-22E3-E349-BA3D-2697E58EB03F}" srcOrd="0" destOrd="0" presId="urn:microsoft.com/office/officeart/2005/8/layout/orgChart1"/>
    <dgm:cxn modelId="{775429A9-DCC9-DF4E-A415-3D38B7C26B11}" srcId="{CB836D85-0C0F-0648-A19B-A7EB920A1A3D}" destId="{CFF8B251-ED95-254D-A916-7A5F10E8497B}" srcOrd="3" destOrd="0" parTransId="{F745D287-1933-C54E-BB44-149C8AA4D46C}" sibTransId="{10A4EE48-FF3D-294C-9DF2-2EF0A44A2A9D}"/>
    <dgm:cxn modelId="{DDCE8DAB-A134-984A-BB8D-19C897FE0D64}" type="presOf" srcId="{A164B53F-BD0F-FA4B-82AD-0FA94BA737DF}" destId="{A3B4807B-262C-244A-83CB-7895F5DD4A4A}" srcOrd="0" destOrd="0" presId="urn:microsoft.com/office/officeart/2005/8/layout/orgChart1"/>
    <dgm:cxn modelId="{F8E46CAE-9ACC-5644-9A2A-7ACB6A07A4A9}" type="presOf" srcId="{C39285CB-18CB-1444-AAF6-AB7E5AF04E44}" destId="{09AA8837-E87B-D84C-9DA7-11FAB1D7F5EC}" srcOrd="0" destOrd="0" presId="urn:microsoft.com/office/officeart/2005/8/layout/orgChart1"/>
    <dgm:cxn modelId="{F21E9AAE-035F-0D41-9CC4-91008C828A18}" srcId="{DF761C58-DD7E-1944-A8AE-D9F66560BCB5}" destId="{B8A72A34-EBD1-1140-AECF-33EDA6C337EC}" srcOrd="0" destOrd="0" parTransId="{06C68610-94F7-3741-8A17-3BBC5A9F4BDF}" sibTransId="{4714D811-013F-5248-BFE7-363789FBB711}"/>
    <dgm:cxn modelId="{540D03AF-E918-C342-9FFF-26A9A61991C9}" type="presOf" srcId="{B8A72A34-EBD1-1140-AECF-33EDA6C337EC}" destId="{E469A1E3-9863-224F-82EC-12A11627DFC9}" srcOrd="0" destOrd="0" presId="urn:microsoft.com/office/officeart/2005/8/layout/orgChart1"/>
    <dgm:cxn modelId="{A3DD1DB2-E61E-1D4C-BE4F-C9297262BB40}" srcId="{CB836D85-0C0F-0648-A19B-A7EB920A1A3D}" destId="{DDE090D5-CD55-E643-9CAB-DFA4971F3728}" srcOrd="4" destOrd="0" parTransId="{D8A53C6B-537A-A24F-A30B-010AB9827AA5}" sibTransId="{7EE72533-C563-5742-BC2A-34C89D2A8BD3}"/>
    <dgm:cxn modelId="{C24724B2-5982-6B4B-AA6D-EA6046F41F2A}" type="presOf" srcId="{1CE1BBAD-0639-EE4E-A01E-910E1CE97384}" destId="{2CB478FC-AA02-8A40-99C9-BF9508DF7B95}" srcOrd="1" destOrd="0" presId="urn:microsoft.com/office/officeart/2005/8/layout/orgChart1"/>
    <dgm:cxn modelId="{CFD06EB4-2892-7F44-97E4-11E82ACEC65F}" type="presOf" srcId="{07AF092A-9D53-894A-B097-FCF56A4B316E}" destId="{1A1037D8-EF98-5846-915A-521C25DECFB4}" srcOrd="0" destOrd="0" presId="urn:microsoft.com/office/officeart/2005/8/layout/orgChart1"/>
    <dgm:cxn modelId="{98C5D3B5-76BA-2842-855B-2D00336AFAD5}" type="presOf" srcId="{A840EE83-ADE1-6C43-BB08-5B34151FBE47}" destId="{2F95115B-050A-CD4B-898B-6303ADEC8411}" srcOrd="0" destOrd="0" presId="urn:microsoft.com/office/officeart/2005/8/layout/orgChart1"/>
    <dgm:cxn modelId="{C67393B8-037F-5243-9131-22FD3E1B4CDC}" type="presOf" srcId="{4EE3CA95-C46C-9142-8C57-5507C2FA4B75}" destId="{1F4B0F73-8943-C94F-AB71-547285C974EB}" srcOrd="0" destOrd="0" presId="urn:microsoft.com/office/officeart/2005/8/layout/orgChart1"/>
    <dgm:cxn modelId="{1E65E6BC-F5CD-DE43-BBC6-7F896DD51600}" type="presOf" srcId="{F841C645-D869-6049-B22A-754038C9D0C6}" destId="{88629C07-A912-8141-A096-61853444CF37}" srcOrd="0" destOrd="0" presId="urn:microsoft.com/office/officeart/2005/8/layout/orgChart1"/>
    <dgm:cxn modelId="{8C5DA7BD-B737-F34A-8BBA-58B4656D0F0A}" type="presOf" srcId="{CB836D85-0C0F-0648-A19B-A7EB920A1A3D}" destId="{D6F550A9-E67C-3241-A8C2-6057233BF813}" srcOrd="0" destOrd="0" presId="urn:microsoft.com/office/officeart/2005/8/layout/orgChart1"/>
    <dgm:cxn modelId="{F6A196C3-6E19-144C-BC23-ABAFF324001A}" type="presOf" srcId="{1CE1BBAD-0639-EE4E-A01E-910E1CE97384}" destId="{848F146F-E818-D64A-9CAE-87AD7B2AFFE7}" srcOrd="0" destOrd="0" presId="urn:microsoft.com/office/officeart/2005/8/layout/orgChart1"/>
    <dgm:cxn modelId="{F3A1D2C3-7E15-E144-A84C-89AB02FD4018}" type="presOf" srcId="{CFF8B251-ED95-254D-A916-7A5F10E8497B}" destId="{7C5722E6-1407-EC4B-B2E7-115515007CC4}" srcOrd="0" destOrd="0" presId="urn:microsoft.com/office/officeart/2005/8/layout/orgChart1"/>
    <dgm:cxn modelId="{352CEEC5-06C6-2D4F-9F3C-EE5ADD26A52E}" type="presOf" srcId="{1A83595D-06A4-0041-BFAA-5F662E58A977}" destId="{4D50EF4E-2DA8-F246-8FDA-43BF856766A7}" srcOrd="1" destOrd="0" presId="urn:microsoft.com/office/officeart/2005/8/layout/orgChart1"/>
    <dgm:cxn modelId="{9019BBC8-3422-FA4B-99D4-F88315100883}" type="presOf" srcId="{BF5526A2-0B08-3D42-A935-79460F825387}" destId="{6DC68A5C-F9B2-A74A-9139-7B69B5E2D800}" srcOrd="0" destOrd="0" presId="urn:microsoft.com/office/officeart/2005/8/layout/orgChart1"/>
    <dgm:cxn modelId="{3A18B6D0-3797-8C43-91E3-B8789BBFE86F}" type="presOf" srcId="{4EE3CA95-C46C-9142-8C57-5507C2FA4B75}" destId="{FF8D72AA-7751-714D-8B93-C7907152B035}" srcOrd="1" destOrd="0" presId="urn:microsoft.com/office/officeart/2005/8/layout/orgChart1"/>
    <dgm:cxn modelId="{109EB9D1-55D0-D54F-BC79-572DB3014A3E}" srcId="{CB836D85-0C0F-0648-A19B-A7EB920A1A3D}" destId="{885F01BE-4E95-D04C-9672-D16F0653AE90}" srcOrd="2" destOrd="0" parTransId="{1DE1CD16-AC15-F342-AC08-75D66BFD5703}" sibTransId="{E2AA6E79-C481-0746-BE9A-77892A7F33F6}"/>
    <dgm:cxn modelId="{5F6303D3-AD06-2043-B4CF-0CAA8F377C88}" type="presOf" srcId="{1DE1CD16-AC15-F342-AC08-75D66BFD5703}" destId="{0EB91E0A-995E-D546-86A3-7299598B39DC}" srcOrd="0" destOrd="0" presId="urn:microsoft.com/office/officeart/2005/8/layout/orgChart1"/>
    <dgm:cxn modelId="{7B0227D5-320E-CA41-A685-86193D1F0F40}" type="presOf" srcId="{9C7FB2B1-409E-494D-857C-08EDD52CF3FF}" destId="{EFBE9363-66A6-F24C-8952-FCA027DE9B05}" srcOrd="0" destOrd="0" presId="urn:microsoft.com/office/officeart/2005/8/layout/orgChart1"/>
    <dgm:cxn modelId="{C19EA2DA-0D2D-9D49-9085-B33332EF6B2A}" type="presOf" srcId="{B27D29EB-59F0-734F-91AB-BFA06FAB70DA}" destId="{B6116B09-0808-EC42-ADC2-D268CF27E46F}" srcOrd="1" destOrd="0" presId="urn:microsoft.com/office/officeart/2005/8/layout/orgChart1"/>
    <dgm:cxn modelId="{A3AC3EDF-E545-D64B-B343-EA0DC706B245}" type="presOf" srcId="{49957429-D9E8-CD46-91AD-BD44DF61D992}" destId="{AB1B5283-D62D-C048-A5DF-ECA6B512CB3B}" srcOrd="1" destOrd="0" presId="urn:microsoft.com/office/officeart/2005/8/layout/orgChart1"/>
    <dgm:cxn modelId="{12D488E3-5228-DD4A-86DE-EBDABBC93DF7}" srcId="{7436311D-BBEC-C841-A333-A9620E285B8A}" destId="{49957429-D9E8-CD46-91AD-BD44DF61D992}" srcOrd="0" destOrd="0" parTransId="{5AE51876-8535-8C45-9B51-D850E361063E}" sibTransId="{ACE03DA3-7656-5641-A853-7AD1D160A3CA}"/>
    <dgm:cxn modelId="{87A3D9E6-8ECD-9A42-8FAD-E5E1CF91D241}" type="presOf" srcId="{DF761C58-DD7E-1944-A8AE-D9F66560BCB5}" destId="{A7D700BE-184C-7142-B545-FB612EFE472A}" srcOrd="0" destOrd="0" presId="urn:microsoft.com/office/officeart/2005/8/layout/orgChart1"/>
    <dgm:cxn modelId="{1EC787E8-C8E6-A74A-8F75-C773497FF50F}" type="presOf" srcId="{CB31B0AD-5089-EA49-8840-564B114309FA}" destId="{EECAEC22-A3B9-9242-8B19-948614C669D7}" srcOrd="0" destOrd="0" presId="urn:microsoft.com/office/officeart/2005/8/layout/orgChart1"/>
    <dgm:cxn modelId="{C3FC84E9-003F-D546-B04F-2188CDDD570A}" type="presOf" srcId="{D8A53C6B-537A-A24F-A30B-010AB9827AA5}" destId="{F99D3EED-F7BA-2147-8124-A57E44A15A0E}" srcOrd="0" destOrd="0" presId="urn:microsoft.com/office/officeart/2005/8/layout/orgChart1"/>
    <dgm:cxn modelId="{DAF506EA-158F-B948-87D2-E7276070BCDC}" type="presOf" srcId="{06C68610-94F7-3741-8A17-3BBC5A9F4BDF}" destId="{ED8C249F-E2AA-2E4A-937F-133C31EE17AE}" srcOrd="0" destOrd="0" presId="urn:microsoft.com/office/officeart/2005/8/layout/orgChart1"/>
    <dgm:cxn modelId="{7392BCED-9C69-F645-8949-4DDAA4F8C49F}" type="presOf" srcId="{DF761C58-DD7E-1944-A8AE-D9F66560BCB5}" destId="{BB52EE62-3286-1941-897B-79DC8DCE178C}" srcOrd="1" destOrd="0" presId="urn:microsoft.com/office/officeart/2005/8/layout/orgChart1"/>
    <dgm:cxn modelId="{BBF5E7EE-FC8A-904C-8CF3-C1F2D8BB63AF}" type="presOf" srcId="{F3919DCC-BA66-134B-B9AE-0B212B83D200}" destId="{5586346D-E108-3140-9690-42EDBF70CFE7}" srcOrd="0" destOrd="0" presId="urn:microsoft.com/office/officeart/2005/8/layout/orgChart1"/>
    <dgm:cxn modelId="{390AE9F3-5D98-2545-939F-0FB62B1530BF}" type="presOf" srcId="{C4AF9F95-0C57-094E-A63B-CF6645758C14}" destId="{F6967F57-6E4D-2240-81DC-CA85CD0C53A1}" srcOrd="0" destOrd="0" presId="urn:microsoft.com/office/officeart/2005/8/layout/orgChart1"/>
    <dgm:cxn modelId="{196791F9-790B-454C-9D78-C5A1C4D450EF}" srcId="{1A83595D-06A4-0041-BFAA-5F662E58A977}" destId="{9C7FB2B1-409E-494D-857C-08EDD52CF3FF}" srcOrd="1" destOrd="0" parTransId="{F3919DCC-BA66-134B-B9AE-0B212B83D200}" sibTransId="{AA404A73-57A3-A54D-A98B-6A3C05A24866}"/>
    <dgm:cxn modelId="{88DDD9FB-DCF7-D34C-B712-3D4A3CEF7B4A}" type="presOf" srcId="{A6E29865-0632-1B41-B10B-66FD5E2A6030}" destId="{554FB092-3D5A-F146-ACF9-558AF19D8B26}" srcOrd="0" destOrd="0" presId="urn:microsoft.com/office/officeart/2005/8/layout/orgChart1"/>
    <dgm:cxn modelId="{E44186FC-C3D6-BA47-8FDE-0EB6F1AB9478}" srcId="{813055D8-F33A-1846-BAA0-C7EBD1823AB2}" destId="{BF5526A2-0B08-3D42-A935-79460F825387}" srcOrd="4" destOrd="0" parTransId="{7DCEF4AB-C30E-1843-B839-4B836C7962AB}" sibTransId="{4D427B88-C5FB-5D4D-8C48-2E0B1ED7CD66}"/>
    <dgm:cxn modelId="{3D37ABFC-C7FA-5E4F-ACA9-4CBBB3142456}" type="presOf" srcId="{9A332249-C5AE-DE4B-8C9F-070A572C1BFA}" destId="{0AE4FD52-6069-B740-9233-2903E1E42C14}" srcOrd="1" destOrd="0" presId="urn:microsoft.com/office/officeart/2005/8/layout/orgChart1"/>
    <dgm:cxn modelId="{E8546BFD-C270-5345-8854-1684726190ED}" type="presOf" srcId="{A3CC1579-FC06-2147-A9DB-E2C44A195510}" destId="{E8219519-6600-1942-8C05-6B3F17077D66}" srcOrd="0" destOrd="0" presId="urn:microsoft.com/office/officeart/2005/8/layout/orgChart1"/>
    <dgm:cxn modelId="{25ED8CFE-A8F3-264E-BB35-416CDE6A512A}" type="presOf" srcId="{D870B7DB-ECDC-1A46-B582-4CDA0D07905C}" destId="{1D6CE715-C1C0-A74D-9F79-8879FEAD9F5B}" srcOrd="0" destOrd="0" presId="urn:microsoft.com/office/officeart/2005/8/layout/orgChart1"/>
    <dgm:cxn modelId="{FC93A5FF-941A-E944-B388-EBF657BB1D43}" type="presOf" srcId="{8C45E2B3-59F1-6D4F-A868-7E4BAE7D6736}" destId="{AD908293-CD57-C546-87DE-93FA31416F91}" srcOrd="0" destOrd="0" presId="urn:microsoft.com/office/officeart/2005/8/layout/orgChart1"/>
    <dgm:cxn modelId="{D4AD9F96-0967-1549-A192-8F96660F9EE9}" type="presParOf" srcId="{B639E80D-F28C-BB4D-989A-4D592DB85E74}" destId="{4548C199-CD54-D641-AA33-17851A541EB0}" srcOrd="0" destOrd="0" presId="urn:microsoft.com/office/officeart/2005/8/layout/orgChart1"/>
    <dgm:cxn modelId="{B40A84FF-9943-BB4E-93BD-B3774408B4D6}" type="presParOf" srcId="{4548C199-CD54-D641-AA33-17851A541EB0}" destId="{498B7E55-9F96-8B4B-9BAA-FD5CA6433280}" srcOrd="0" destOrd="0" presId="urn:microsoft.com/office/officeart/2005/8/layout/orgChart1"/>
    <dgm:cxn modelId="{DD51743B-D846-F74A-9A9B-1965A0335DB4}" type="presParOf" srcId="{498B7E55-9F96-8B4B-9BAA-FD5CA6433280}" destId="{DC0D5883-9069-164E-B0AC-57613BC0B580}" srcOrd="0" destOrd="0" presId="urn:microsoft.com/office/officeart/2005/8/layout/orgChart1"/>
    <dgm:cxn modelId="{92DA2FBC-1FA1-4F48-9134-27E91A0F54A2}" type="presParOf" srcId="{498B7E55-9F96-8B4B-9BAA-FD5CA6433280}" destId="{2C80483B-27F7-B44C-920A-0CAAE05A48B4}" srcOrd="1" destOrd="0" presId="urn:microsoft.com/office/officeart/2005/8/layout/orgChart1"/>
    <dgm:cxn modelId="{ADCDE0AC-49AD-D443-B3F0-825237D559FE}" type="presParOf" srcId="{4548C199-CD54-D641-AA33-17851A541EB0}" destId="{CC1E9D72-6B76-B949-8AD5-89FB8718B8B5}" srcOrd="1" destOrd="0" presId="urn:microsoft.com/office/officeart/2005/8/layout/orgChart1"/>
    <dgm:cxn modelId="{5BC629A9-BF07-3343-956C-746E42029B32}" type="presParOf" srcId="{CC1E9D72-6B76-B949-8AD5-89FB8718B8B5}" destId="{719F3019-B4F5-DF45-A988-2FEABE202984}" srcOrd="0" destOrd="0" presId="urn:microsoft.com/office/officeart/2005/8/layout/orgChart1"/>
    <dgm:cxn modelId="{7C274866-F76D-864B-AF6A-99F4F00DE518}" type="presParOf" srcId="{CC1E9D72-6B76-B949-8AD5-89FB8718B8B5}" destId="{726BC6A2-144E-6B4D-BD7B-4A030D1C8706}" srcOrd="1" destOrd="0" presId="urn:microsoft.com/office/officeart/2005/8/layout/orgChart1"/>
    <dgm:cxn modelId="{D498053B-3107-C148-AB17-88F6C2D698B2}" type="presParOf" srcId="{726BC6A2-144E-6B4D-BD7B-4A030D1C8706}" destId="{3367772F-95B1-CF4F-9F67-7D6A356F32C0}" srcOrd="0" destOrd="0" presId="urn:microsoft.com/office/officeart/2005/8/layout/orgChart1"/>
    <dgm:cxn modelId="{4164B98B-FCC6-8F43-8754-B0DDB51FCF9B}" type="presParOf" srcId="{3367772F-95B1-CF4F-9F67-7D6A356F32C0}" destId="{D6F550A9-E67C-3241-A8C2-6057233BF813}" srcOrd="0" destOrd="0" presId="urn:microsoft.com/office/officeart/2005/8/layout/orgChart1"/>
    <dgm:cxn modelId="{F1B37A0A-35DC-D849-AE01-0F5628420A64}" type="presParOf" srcId="{3367772F-95B1-CF4F-9F67-7D6A356F32C0}" destId="{EA68E0CA-18FD-3549-A5BB-06A4E146A9F9}" srcOrd="1" destOrd="0" presId="urn:microsoft.com/office/officeart/2005/8/layout/orgChart1"/>
    <dgm:cxn modelId="{BFAF713D-4847-1D44-A5C6-69295CA2012B}" type="presParOf" srcId="{726BC6A2-144E-6B4D-BD7B-4A030D1C8706}" destId="{7345A579-0BCC-F84E-9F62-A5008C55C652}" srcOrd="1" destOrd="0" presId="urn:microsoft.com/office/officeart/2005/8/layout/orgChart1"/>
    <dgm:cxn modelId="{4525AF8D-C0B8-2C40-B8D9-E6929CE98556}" type="presParOf" srcId="{7345A579-0BCC-F84E-9F62-A5008C55C652}" destId="{1A1037D8-EF98-5846-915A-521C25DECFB4}" srcOrd="0" destOrd="0" presId="urn:microsoft.com/office/officeart/2005/8/layout/orgChart1"/>
    <dgm:cxn modelId="{FAF1C9AD-5690-E749-937A-46C9B41928B3}" type="presParOf" srcId="{7345A579-0BCC-F84E-9F62-A5008C55C652}" destId="{4A01F84D-5F3F-D545-8AC6-AC965226E5D3}" srcOrd="1" destOrd="0" presId="urn:microsoft.com/office/officeart/2005/8/layout/orgChart1"/>
    <dgm:cxn modelId="{542858B0-53BB-6048-9E60-7DBC3AFB3BBB}" type="presParOf" srcId="{4A01F84D-5F3F-D545-8AC6-AC965226E5D3}" destId="{2242627E-EEC7-8041-8F36-394F0A9762DD}" srcOrd="0" destOrd="0" presId="urn:microsoft.com/office/officeart/2005/8/layout/orgChart1"/>
    <dgm:cxn modelId="{502FE909-0380-574A-8E0B-696AB0CFEE88}" type="presParOf" srcId="{2242627E-EEC7-8041-8F36-394F0A9762DD}" destId="{AD908293-CD57-C546-87DE-93FA31416F91}" srcOrd="0" destOrd="0" presId="urn:microsoft.com/office/officeart/2005/8/layout/orgChart1"/>
    <dgm:cxn modelId="{4C6A37F9-0E0F-D34D-B7A2-6681192BBE7B}" type="presParOf" srcId="{2242627E-EEC7-8041-8F36-394F0A9762DD}" destId="{BDC91D53-F253-144C-9C3E-E6456E21E000}" srcOrd="1" destOrd="0" presId="urn:microsoft.com/office/officeart/2005/8/layout/orgChart1"/>
    <dgm:cxn modelId="{C94FF0B0-2DD3-B544-83A9-608C58ED71EE}" type="presParOf" srcId="{4A01F84D-5F3F-D545-8AC6-AC965226E5D3}" destId="{119F384E-11F5-A445-9F05-6AE55B6CF388}" srcOrd="1" destOrd="0" presId="urn:microsoft.com/office/officeart/2005/8/layout/orgChart1"/>
    <dgm:cxn modelId="{76A92611-8BD4-6D45-93EC-A0636010C119}" type="presParOf" srcId="{4A01F84D-5F3F-D545-8AC6-AC965226E5D3}" destId="{63CF79C9-A7B3-AD40-9FB2-4CE7F1C18CEF}" srcOrd="2" destOrd="0" presId="urn:microsoft.com/office/officeart/2005/8/layout/orgChart1"/>
    <dgm:cxn modelId="{4A4CCF07-6B48-154E-A6BF-D7B4975366F1}" type="presParOf" srcId="{7345A579-0BCC-F84E-9F62-A5008C55C652}" destId="{554FB092-3D5A-F146-ACF9-558AF19D8B26}" srcOrd="2" destOrd="0" presId="urn:microsoft.com/office/officeart/2005/8/layout/orgChart1"/>
    <dgm:cxn modelId="{262C914A-ACF2-8245-8890-FB55C1B7F07C}" type="presParOf" srcId="{7345A579-0BCC-F84E-9F62-A5008C55C652}" destId="{AF76D512-E1B0-724A-AAB8-0B093F44BE5D}" srcOrd="3" destOrd="0" presId="urn:microsoft.com/office/officeart/2005/8/layout/orgChart1"/>
    <dgm:cxn modelId="{45610DE4-DFE2-BB44-9EDD-0D9A8081E174}" type="presParOf" srcId="{AF76D512-E1B0-724A-AAB8-0B093F44BE5D}" destId="{84F8B03B-2CA9-4742-B94C-92BC847D7DE9}" srcOrd="0" destOrd="0" presId="urn:microsoft.com/office/officeart/2005/8/layout/orgChart1"/>
    <dgm:cxn modelId="{A0893FCD-C209-3744-8612-7E977EE515A3}" type="presParOf" srcId="{84F8B03B-2CA9-4742-B94C-92BC847D7DE9}" destId="{1D6CE715-C1C0-A74D-9F79-8879FEAD9F5B}" srcOrd="0" destOrd="0" presId="urn:microsoft.com/office/officeart/2005/8/layout/orgChart1"/>
    <dgm:cxn modelId="{D535E30C-C709-2D47-B597-2930CEC76EDF}" type="presParOf" srcId="{84F8B03B-2CA9-4742-B94C-92BC847D7DE9}" destId="{542B6CBC-2949-DF45-86C2-5FBB1ADA4784}" srcOrd="1" destOrd="0" presId="urn:microsoft.com/office/officeart/2005/8/layout/orgChart1"/>
    <dgm:cxn modelId="{37453E44-2610-2A45-A7E1-D2E3BF71C79A}" type="presParOf" srcId="{AF76D512-E1B0-724A-AAB8-0B093F44BE5D}" destId="{EE301BF5-CCDC-7E48-AD37-249A116CFA25}" srcOrd="1" destOrd="0" presId="urn:microsoft.com/office/officeart/2005/8/layout/orgChart1"/>
    <dgm:cxn modelId="{7BBF1C5A-CF0F-824B-B93B-CE5994664892}" type="presParOf" srcId="{AF76D512-E1B0-724A-AAB8-0B093F44BE5D}" destId="{041ACA29-0832-A147-91C6-CE3EBF12C236}" srcOrd="2" destOrd="0" presId="urn:microsoft.com/office/officeart/2005/8/layout/orgChart1"/>
    <dgm:cxn modelId="{F786F34B-C737-1449-9853-6E4C1BC07C7D}" type="presParOf" srcId="{7345A579-0BCC-F84E-9F62-A5008C55C652}" destId="{0EB91E0A-995E-D546-86A3-7299598B39DC}" srcOrd="4" destOrd="0" presId="urn:microsoft.com/office/officeart/2005/8/layout/orgChart1"/>
    <dgm:cxn modelId="{79A7EE49-F937-014B-8E94-0142C035B3EE}" type="presParOf" srcId="{7345A579-0BCC-F84E-9F62-A5008C55C652}" destId="{F3D81BAE-0D3C-5B49-BC62-06DC46993FC4}" srcOrd="5" destOrd="0" presId="urn:microsoft.com/office/officeart/2005/8/layout/orgChart1"/>
    <dgm:cxn modelId="{2D833DF6-7789-4F49-B1CC-23F17F727A3D}" type="presParOf" srcId="{F3D81BAE-0D3C-5B49-BC62-06DC46993FC4}" destId="{8D9EF015-3989-D443-943C-1A8952979A25}" srcOrd="0" destOrd="0" presId="urn:microsoft.com/office/officeart/2005/8/layout/orgChart1"/>
    <dgm:cxn modelId="{94459E37-8FEB-F248-9EAF-C1688347F95B}" type="presParOf" srcId="{8D9EF015-3989-D443-943C-1A8952979A25}" destId="{42C74EBC-8225-0040-A407-91D4E43B4434}" srcOrd="0" destOrd="0" presId="urn:microsoft.com/office/officeart/2005/8/layout/orgChart1"/>
    <dgm:cxn modelId="{065C45D0-35EF-AC40-BE98-643390FC05C7}" type="presParOf" srcId="{8D9EF015-3989-D443-943C-1A8952979A25}" destId="{F428F42A-25A8-8E41-832E-4EA0C8E611F3}" srcOrd="1" destOrd="0" presId="urn:microsoft.com/office/officeart/2005/8/layout/orgChart1"/>
    <dgm:cxn modelId="{0D3A6A44-23CF-A142-8442-A8FFF94A88DD}" type="presParOf" srcId="{F3D81BAE-0D3C-5B49-BC62-06DC46993FC4}" destId="{A8C74F18-3602-8A40-877C-A91D0F2D15C5}" srcOrd="1" destOrd="0" presId="urn:microsoft.com/office/officeart/2005/8/layout/orgChart1"/>
    <dgm:cxn modelId="{3DB418D3-FAA3-254B-92AA-47555F723E0F}" type="presParOf" srcId="{F3D81BAE-0D3C-5B49-BC62-06DC46993FC4}" destId="{97791669-AA08-E940-9DBF-AB15C9ECA1B6}" srcOrd="2" destOrd="0" presId="urn:microsoft.com/office/officeart/2005/8/layout/orgChart1"/>
    <dgm:cxn modelId="{FE588AD4-733D-D247-97A9-3F99FF21E3BE}" type="presParOf" srcId="{7345A579-0BCC-F84E-9F62-A5008C55C652}" destId="{BCF893C3-841E-2142-8041-8998FFE85D6E}" srcOrd="6" destOrd="0" presId="urn:microsoft.com/office/officeart/2005/8/layout/orgChart1"/>
    <dgm:cxn modelId="{769A06DE-EE84-344D-8BD0-33E64EFD1BB0}" type="presParOf" srcId="{7345A579-0BCC-F84E-9F62-A5008C55C652}" destId="{9EBC5D0B-07A3-7D48-8E9F-DCAE1C11496F}" srcOrd="7" destOrd="0" presId="urn:microsoft.com/office/officeart/2005/8/layout/orgChart1"/>
    <dgm:cxn modelId="{AB4F9B35-6E5C-8F40-A1DC-0BE596B95150}" type="presParOf" srcId="{9EBC5D0B-07A3-7D48-8E9F-DCAE1C11496F}" destId="{9CB565A4-2693-F24D-BD84-914FA2366A4E}" srcOrd="0" destOrd="0" presId="urn:microsoft.com/office/officeart/2005/8/layout/orgChart1"/>
    <dgm:cxn modelId="{91EFC355-4D8A-9041-AED7-EA876EF131EE}" type="presParOf" srcId="{9CB565A4-2693-F24D-BD84-914FA2366A4E}" destId="{7C5722E6-1407-EC4B-B2E7-115515007CC4}" srcOrd="0" destOrd="0" presId="urn:microsoft.com/office/officeart/2005/8/layout/orgChart1"/>
    <dgm:cxn modelId="{FCA9CA7F-3399-6948-90CF-07E94B1C4BBD}" type="presParOf" srcId="{9CB565A4-2693-F24D-BD84-914FA2366A4E}" destId="{412A9BC5-2882-D54A-8259-8E4DB95EC50F}" srcOrd="1" destOrd="0" presId="urn:microsoft.com/office/officeart/2005/8/layout/orgChart1"/>
    <dgm:cxn modelId="{3C0880BC-077D-0741-87ED-E3FD783515DF}" type="presParOf" srcId="{9EBC5D0B-07A3-7D48-8E9F-DCAE1C11496F}" destId="{DC26DD3E-6620-224E-B1CA-160B4598017A}" srcOrd="1" destOrd="0" presId="urn:microsoft.com/office/officeart/2005/8/layout/orgChart1"/>
    <dgm:cxn modelId="{021E1439-B444-2946-8E41-4ECE364774B1}" type="presParOf" srcId="{9EBC5D0B-07A3-7D48-8E9F-DCAE1C11496F}" destId="{27C89772-4F7E-A24E-9558-4AB4D210E69A}" srcOrd="2" destOrd="0" presId="urn:microsoft.com/office/officeart/2005/8/layout/orgChart1"/>
    <dgm:cxn modelId="{31EAC368-68A2-8646-9939-54A273A0FD08}" type="presParOf" srcId="{7345A579-0BCC-F84E-9F62-A5008C55C652}" destId="{F99D3EED-F7BA-2147-8124-A57E44A15A0E}" srcOrd="8" destOrd="0" presId="urn:microsoft.com/office/officeart/2005/8/layout/orgChart1"/>
    <dgm:cxn modelId="{601DAD37-4B5A-544A-8EB1-7F630DABC035}" type="presParOf" srcId="{7345A579-0BCC-F84E-9F62-A5008C55C652}" destId="{000FCB88-37A6-2741-BBAB-7136C0D993F4}" srcOrd="9" destOrd="0" presId="urn:microsoft.com/office/officeart/2005/8/layout/orgChart1"/>
    <dgm:cxn modelId="{D44A1832-EA47-B040-8F01-C72F6B8A4853}" type="presParOf" srcId="{000FCB88-37A6-2741-BBAB-7136C0D993F4}" destId="{A427AC0C-7409-1E4F-96FD-B1CCC50BB958}" srcOrd="0" destOrd="0" presId="urn:microsoft.com/office/officeart/2005/8/layout/orgChart1"/>
    <dgm:cxn modelId="{A4FFCD06-AEE7-FC4C-BC29-124D29C0EA3F}" type="presParOf" srcId="{A427AC0C-7409-1E4F-96FD-B1CCC50BB958}" destId="{AE94B1CB-22E3-E349-BA3D-2697E58EB03F}" srcOrd="0" destOrd="0" presId="urn:microsoft.com/office/officeart/2005/8/layout/orgChart1"/>
    <dgm:cxn modelId="{772CA9A5-5C73-5541-8D37-91D9B0E254AA}" type="presParOf" srcId="{A427AC0C-7409-1E4F-96FD-B1CCC50BB958}" destId="{A999F90E-EB28-F14C-910B-AC81DD5A8EC4}" srcOrd="1" destOrd="0" presId="urn:microsoft.com/office/officeart/2005/8/layout/orgChart1"/>
    <dgm:cxn modelId="{A8A3EA86-009C-BE4A-880F-777ADC0667E8}" type="presParOf" srcId="{000FCB88-37A6-2741-BBAB-7136C0D993F4}" destId="{942894F1-9AB0-E647-BB21-8DE4D4307980}" srcOrd="1" destOrd="0" presId="urn:microsoft.com/office/officeart/2005/8/layout/orgChart1"/>
    <dgm:cxn modelId="{9ED0AB45-B64C-D141-82A1-F90C3770788B}" type="presParOf" srcId="{000FCB88-37A6-2741-BBAB-7136C0D993F4}" destId="{326B3D79-C8A5-2946-BAD4-10D5BB59D313}" srcOrd="2" destOrd="0" presId="urn:microsoft.com/office/officeart/2005/8/layout/orgChart1"/>
    <dgm:cxn modelId="{AF5E98FE-7695-3B4A-B1F4-CAACD1905DB2}" type="presParOf" srcId="{726BC6A2-144E-6B4D-BD7B-4A030D1C8706}" destId="{758500E5-251E-AA43-B7AC-709332A45EC4}" srcOrd="2" destOrd="0" presId="urn:microsoft.com/office/officeart/2005/8/layout/orgChart1"/>
    <dgm:cxn modelId="{6C7F65CC-8F2A-284C-AFAC-6CDD0F646A01}" type="presParOf" srcId="{CC1E9D72-6B76-B949-8AD5-89FB8718B8B5}" destId="{F3F6E554-3737-9E41-A03A-84D6C22C5883}" srcOrd="2" destOrd="0" presId="urn:microsoft.com/office/officeart/2005/8/layout/orgChart1"/>
    <dgm:cxn modelId="{AC4C2DBC-BAAE-2241-B310-95FF5092296C}" type="presParOf" srcId="{CC1E9D72-6B76-B949-8AD5-89FB8718B8B5}" destId="{3864E215-D394-6740-9CD1-8EE8CC40301C}" srcOrd="3" destOrd="0" presId="urn:microsoft.com/office/officeart/2005/8/layout/orgChart1"/>
    <dgm:cxn modelId="{D157DFD2-68C5-A546-916E-0A56C5694399}" type="presParOf" srcId="{3864E215-D394-6740-9CD1-8EE8CC40301C}" destId="{B7AB6AAD-0BD7-334A-A39F-52F036ADF835}" srcOrd="0" destOrd="0" presId="urn:microsoft.com/office/officeart/2005/8/layout/orgChart1"/>
    <dgm:cxn modelId="{F39A7CF7-E5B5-7141-ADF5-4DD1DFFCBDC9}" type="presParOf" srcId="{B7AB6AAD-0BD7-334A-A39F-52F036ADF835}" destId="{E5A28D9B-3CAC-D94D-A518-97CC30450189}" srcOrd="0" destOrd="0" presId="urn:microsoft.com/office/officeart/2005/8/layout/orgChart1"/>
    <dgm:cxn modelId="{46358F54-7AF1-674E-8A0A-6C5B6536E131}" type="presParOf" srcId="{B7AB6AAD-0BD7-334A-A39F-52F036ADF835}" destId="{AD77A064-0CB8-8747-9A6E-F11BC4C787A6}" srcOrd="1" destOrd="0" presId="urn:microsoft.com/office/officeart/2005/8/layout/orgChart1"/>
    <dgm:cxn modelId="{2566FBE4-0BA6-0A42-9BD9-58D105ED6002}" type="presParOf" srcId="{3864E215-D394-6740-9CD1-8EE8CC40301C}" destId="{47037546-5E8D-DD49-ABF4-4FECD585D7A8}" srcOrd="1" destOrd="0" presId="urn:microsoft.com/office/officeart/2005/8/layout/orgChart1"/>
    <dgm:cxn modelId="{8E5470DF-908C-C14F-B366-633A6F52CFF0}" type="presParOf" srcId="{47037546-5E8D-DD49-ABF4-4FECD585D7A8}" destId="{3E19DF16-95B7-F547-96D4-A9BCDBF5F0D0}" srcOrd="0" destOrd="0" presId="urn:microsoft.com/office/officeart/2005/8/layout/orgChart1"/>
    <dgm:cxn modelId="{8F423D57-72B0-A946-ADBE-A66B7E76571E}" type="presParOf" srcId="{47037546-5E8D-DD49-ABF4-4FECD585D7A8}" destId="{0B166CED-2BDA-F345-BF3D-1F77AA8D22C6}" srcOrd="1" destOrd="0" presId="urn:microsoft.com/office/officeart/2005/8/layout/orgChart1"/>
    <dgm:cxn modelId="{57ED0244-AA7A-9145-8F58-5DEE7C407EE6}" type="presParOf" srcId="{0B166CED-2BDA-F345-BF3D-1F77AA8D22C6}" destId="{991A7A37-2AFA-C240-8AB3-31D4AA848DD9}" srcOrd="0" destOrd="0" presId="urn:microsoft.com/office/officeart/2005/8/layout/orgChart1"/>
    <dgm:cxn modelId="{A455B3EB-8409-BF4D-BF07-FE2DAA902116}" type="presParOf" srcId="{991A7A37-2AFA-C240-8AB3-31D4AA848DD9}" destId="{EC0BA768-3E71-4C4B-A9EA-31F286904F8A}" srcOrd="0" destOrd="0" presId="urn:microsoft.com/office/officeart/2005/8/layout/orgChart1"/>
    <dgm:cxn modelId="{E897386E-8669-DA42-8031-97E1B7092BE7}" type="presParOf" srcId="{991A7A37-2AFA-C240-8AB3-31D4AA848DD9}" destId="{AB1B5283-D62D-C048-A5DF-ECA6B512CB3B}" srcOrd="1" destOrd="0" presId="urn:microsoft.com/office/officeart/2005/8/layout/orgChart1"/>
    <dgm:cxn modelId="{A7735DA2-76E0-544C-88B9-4DEDC4DD10CA}" type="presParOf" srcId="{0B166CED-2BDA-F345-BF3D-1F77AA8D22C6}" destId="{F7AADAEB-EA25-DB4F-B006-772FC4F6E9AF}" srcOrd="1" destOrd="0" presId="urn:microsoft.com/office/officeart/2005/8/layout/orgChart1"/>
    <dgm:cxn modelId="{4EFFE615-A955-CF40-8906-48662338C9DD}" type="presParOf" srcId="{0B166CED-2BDA-F345-BF3D-1F77AA8D22C6}" destId="{8A3B6666-24D4-9C4B-AE66-7B9FA26CEBDE}" srcOrd="2" destOrd="0" presId="urn:microsoft.com/office/officeart/2005/8/layout/orgChart1"/>
    <dgm:cxn modelId="{AC829C4F-1C2A-4F47-BFE2-676AB1D0298E}" type="presParOf" srcId="{47037546-5E8D-DD49-ABF4-4FECD585D7A8}" destId="{88629C07-A912-8141-A096-61853444CF37}" srcOrd="2" destOrd="0" presId="urn:microsoft.com/office/officeart/2005/8/layout/orgChart1"/>
    <dgm:cxn modelId="{1D30F602-D9F2-8549-BC3C-DB9A2D8A75E6}" type="presParOf" srcId="{47037546-5E8D-DD49-ABF4-4FECD585D7A8}" destId="{4E804F01-145E-9645-80D9-8F7DDCC28A4A}" srcOrd="3" destOrd="0" presId="urn:microsoft.com/office/officeart/2005/8/layout/orgChart1"/>
    <dgm:cxn modelId="{440A2774-4F69-964B-97C8-7BD549216EB0}" type="presParOf" srcId="{4E804F01-145E-9645-80D9-8F7DDCC28A4A}" destId="{326814EB-8F83-C741-8F60-70E6BACF4308}" srcOrd="0" destOrd="0" presId="urn:microsoft.com/office/officeart/2005/8/layout/orgChart1"/>
    <dgm:cxn modelId="{FAEFAD18-8BB1-224F-83D0-03A70E6039ED}" type="presParOf" srcId="{326814EB-8F83-C741-8F60-70E6BACF4308}" destId="{1F4B0F73-8943-C94F-AB71-547285C974EB}" srcOrd="0" destOrd="0" presId="urn:microsoft.com/office/officeart/2005/8/layout/orgChart1"/>
    <dgm:cxn modelId="{54257C72-9368-554B-9D78-AD05292A4C0A}" type="presParOf" srcId="{326814EB-8F83-C741-8F60-70E6BACF4308}" destId="{FF8D72AA-7751-714D-8B93-C7907152B035}" srcOrd="1" destOrd="0" presId="urn:microsoft.com/office/officeart/2005/8/layout/orgChart1"/>
    <dgm:cxn modelId="{6094E13D-B2EB-474A-9DBF-FA97868B8BCD}" type="presParOf" srcId="{4E804F01-145E-9645-80D9-8F7DDCC28A4A}" destId="{B846FE47-155A-0445-8C30-A75F02EFAE9E}" srcOrd="1" destOrd="0" presId="urn:microsoft.com/office/officeart/2005/8/layout/orgChart1"/>
    <dgm:cxn modelId="{E0A5A546-3533-124C-8E69-04EB6A5E06C9}" type="presParOf" srcId="{4E804F01-145E-9645-80D9-8F7DDCC28A4A}" destId="{85DBEC70-DDD9-7147-B067-FF5F7181938E}" srcOrd="2" destOrd="0" presId="urn:microsoft.com/office/officeart/2005/8/layout/orgChart1"/>
    <dgm:cxn modelId="{03F01B26-1A98-EE47-A2DB-3D451A9EE43D}" type="presParOf" srcId="{3864E215-D394-6740-9CD1-8EE8CC40301C}" destId="{4B55634D-B588-A848-9988-2F8719B082BD}" srcOrd="2" destOrd="0" presId="urn:microsoft.com/office/officeart/2005/8/layout/orgChart1"/>
    <dgm:cxn modelId="{EA277D08-9EF2-894B-8DFF-E141BBD91E4D}" type="presParOf" srcId="{CC1E9D72-6B76-B949-8AD5-89FB8718B8B5}" destId="{92C555DD-2DA7-3F42-A9E7-2A447096ADDE}" srcOrd="4" destOrd="0" presId="urn:microsoft.com/office/officeart/2005/8/layout/orgChart1"/>
    <dgm:cxn modelId="{8FF010A9-05C2-8B47-B1A0-1513EC14AC10}" type="presParOf" srcId="{CC1E9D72-6B76-B949-8AD5-89FB8718B8B5}" destId="{E6949680-D814-E94B-845E-39A0D00463EF}" srcOrd="5" destOrd="0" presId="urn:microsoft.com/office/officeart/2005/8/layout/orgChart1"/>
    <dgm:cxn modelId="{D2574E10-52FE-DC4A-86F9-F177D299FBE1}" type="presParOf" srcId="{E6949680-D814-E94B-845E-39A0D00463EF}" destId="{B04322EE-7970-9647-BA72-D5DB33C4457C}" srcOrd="0" destOrd="0" presId="urn:microsoft.com/office/officeart/2005/8/layout/orgChart1"/>
    <dgm:cxn modelId="{9F5C80B2-F62A-B545-834F-11440EF43881}" type="presParOf" srcId="{B04322EE-7970-9647-BA72-D5DB33C4457C}" destId="{941B9F6B-F203-2F41-AFCE-F2277059F6CE}" srcOrd="0" destOrd="0" presId="urn:microsoft.com/office/officeart/2005/8/layout/orgChart1"/>
    <dgm:cxn modelId="{3033E7A4-B9F6-7A4C-B811-21F931B1AA43}" type="presParOf" srcId="{B04322EE-7970-9647-BA72-D5DB33C4457C}" destId="{4D50EF4E-2DA8-F246-8FDA-43BF856766A7}" srcOrd="1" destOrd="0" presId="urn:microsoft.com/office/officeart/2005/8/layout/orgChart1"/>
    <dgm:cxn modelId="{89A61AFF-BA3C-E744-BD71-DD65BEDB5549}" type="presParOf" srcId="{E6949680-D814-E94B-845E-39A0D00463EF}" destId="{695D850C-8339-3547-B3B2-AA02CA1D4CEA}" srcOrd="1" destOrd="0" presId="urn:microsoft.com/office/officeart/2005/8/layout/orgChart1"/>
    <dgm:cxn modelId="{2C66A2FE-AA25-344F-8E3D-CD1B5772DBFC}" type="presParOf" srcId="{695D850C-8339-3547-B3B2-AA02CA1D4CEA}" destId="{2F95115B-050A-CD4B-898B-6303ADEC8411}" srcOrd="0" destOrd="0" presId="urn:microsoft.com/office/officeart/2005/8/layout/orgChart1"/>
    <dgm:cxn modelId="{303D4480-3856-114B-BD45-407069061364}" type="presParOf" srcId="{695D850C-8339-3547-B3B2-AA02CA1D4CEA}" destId="{E12E1F4F-39DC-5B48-8618-374E64A5427F}" srcOrd="1" destOrd="0" presId="urn:microsoft.com/office/officeart/2005/8/layout/orgChart1"/>
    <dgm:cxn modelId="{43C2D24A-DF5A-494C-B8B1-03AC269383E9}" type="presParOf" srcId="{E12E1F4F-39DC-5B48-8618-374E64A5427F}" destId="{BC2CCD09-AD75-C24C-A011-D23E2CBAA58A}" srcOrd="0" destOrd="0" presId="urn:microsoft.com/office/officeart/2005/8/layout/orgChart1"/>
    <dgm:cxn modelId="{1C0CB434-495C-094E-864B-13642D6EEEE4}" type="presParOf" srcId="{BC2CCD09-AD75-C24C-A011-D23E2CBAA58A}" destId="{C65EF198-D7C9-944F-9530-E01C61F971CE}" srcOrd="0" destOrd="0" presId="urn:microsoft.com/office/officeart/2005/8/layout/orgChart1"/>
    <dgm:cxn modelId="{71F6A0A3-5FFD-6D48-A59F-DB617B373DEA}" type="presParOf" srcId="{BC2CCD09-AD75-C24C-A011-D23E2CBAA58A}" destId="{35DF0BDF-DA10-8448-B3B3-DB8ACBDA0F5F}" srcOrd="1" destOrd="0" presId="urn:microsoft.com/office/officeart/2005/8/layout/orgChart1"/>
    <dgm:cxn modelId="{CDD12CD7-5091-1047-A90F-1C500E79515E}" type="presParOf" srcId="{E12E1F4F-39DC-5B48-8618-374E64A5427F}" destId="{E0137732-85D4-4B41-A82A-47FFC662EFD8}" srcOrd="1" destOrd="0" presId="urn:microsoft.com/office/officeart/2005/8/layout/orgChart1"/>
    <dgm:cxn modelId="{12067E04-719D-C240-849C-4CD64D236075}" type="presParOf" srcId="{E12E1F4F-39DC-5B48-8618-374E64A5427F}" destId="{319E8180-622E-504B-AB40-FFEC494F7181}" srcOrd="2" destOrd="0" presId="urn:microsoft.com/office/officeart/2005/8/layout/orgChart1"/>
    <dgm:cxn modelId="{233707E4-10F8-E440-ABBD-B1197AE0DE67}" type="presParOf" srcId="{695D850C-8339-3547-B3B2-AA02CA1D4CEA}" destId="{5586346D-E108-3140-9690-42EDBF70CFE7}" srcOrd="2" destOrd="0" presId="urn:microsoft.com/office/officeart/2005/8/layout/orgChart1"/>
    <dgm:cxn modelId="{CDD68248-85BB-1543-B840-C3D759C21C3B}" type="presParOf" srcId="{695D850C-8339-3547-B3B2-AA02CA1D4CEA}" destId="{841A2B74-A932-EE43-92C5-1BF4E06784ED}" srcOrd="3" destOrd="0" presId="urn:microsoft.com/office/officeart/2005/8/layout/orgChart1"/>
    <dgm:cxn modelId="{A0FC64F7-1638-AA41-A049-58F985203040}" type="presParOf" srcId="{841A2B74-A932-EE43-92C5-1BF4E06784ED}" destId="{DE9AEA96-690A-CE4B-8158-E13EFBF907BB}" srcOrd="0" destOrd="0" presId="urn:microsoft.com/office/officeart/2005/8/layout/orgChart1"/>
    <dgm:cxn modelId="{381762BB-6F69-284D-A0D2-876425A63D14}" type="presParOf" srcId="{DE9AEA96-690A-CE4B-8158-E13EFBF907BB}" destId="{EFBE9363-66A6-F24C-8952-FCA027DE9B05}" srcOrd="0" destOrd="0" presId="urn:microsoft.com/office/officeart/2005/8/layout/orgChart1"/>
    <dgm:cxn modelId="{F1F4FA2B-72F6-EE40-8931-0DC4D8809067}" type="presParOf" srcId="{DE9AEA96-690A-CE4B-8158-E13EFBF907BB}" destId="{4B132363-31E6-2F4A-B0CA-A8B641CB695F}" srcOrd="1" destOrd="0" presId="urn:microsoft.com/office/officeart/2005/8/layout/orgChart1"/>
    <dgm:cxn modelId="{A2FC0A0F-B973-F949-862D-ABEA35D392B4}" type="presParOf" srcId="{841A2B74-A932-EE43-92C5-1BF4E06784ED}" destId="{EE82FC06-7352-9343-B6EB-F6FBFA1A2473}" srcOrd="1" destOrd="0" presId="urn:microsoft.com/office/officeart/2005/8/layout/orgChart1"/>
    <dgm:cxn modelId="{3A97F0E4-AB46-684F-8CD7-0D5ED28D033D}" type="presParOf" srcId="{841A2B74-A932-EE43-92C5-1BF4E06784ED}" destId="{955E0C5B-3AA9-364A-8528-422B6C09DE4F}" srcOrd="2" destOrd="0" presId="urn:microsoft.com/office/officeart/2005/8/layout/orgChart1"/>
    <dgm:cxn modelId="{A95AC5EC-BF48-2848-B348-033D8486D63D}" type="presParOf" srcId="{E6949680-D814-E94B-845E-39A0D00463EF}" destId="{EFB44A4E-D74A-0043-AF94-CF0F0E15EB46}" srcOrd="2" destOrd="0" presId="urn:microsoft.com/office/officeart/2005/8/layout/orgChart1"/>
    <dgm:cxn modelId="{5812FFA5-7890-4A4F-B817-BFC8E1D56A9F}" type="presParOf" srcId="{CC1E9D72-6B76-B949-8AD5-89FB8718B8B5}" destId="{06C1CA6C-75EB-9B4A-9F43-05F2378427AD}" srcOrd="6" destOrd="0" presId="urn:microsoft.com/office/officeart/2005/8/layout/orgChart1"/>
    <dgm:cxn modelId="{00EA7148-1DBA-0244-A96A-EC3BF1902F5C}" type="presParOf" srcId="{CC1E9D72-6B76-B949-8AD5-89FB8718B8B5}" destId="{94BA4585-FBCA-624B-A7F4-03FF0281C917}" srcOrd="7" destOrd="0" presId="urn:microsoft.com/office/officeart/2005/8/layout/orgChart1"/>
    <dgm:cxn modelId="{42FFA2C1-6F45-BA42-A370-21DB7B492346}" type="presParOf" srcId="{94BA4585-FBCA-624B-A7F4-03FF0281C917}" destId="{F8796208-5251-6741-88CB-73A2EF444F98}" srcOrd="0" destOrd="0" presId="urn:microsoft.com/office/officeart/2005/8/layout/orgChart1"/>
    <dgm:cxn modelId="{5E9F62DA-93AC-8A48-87A6-942860A77F40}" type="presParOf" srcId="{F8796208-5251-6741-88CB-73A2EF444F98}" destId="{A7D700BE-184C-7142-B545-FB612EFE472A}" srcOrd="0" destOrd="0" presId="urn:microsoft.com/office/officeart/2005/8/layout/orgChart1"/>
    <dgm:cxn modelId="{6D3CA9A2-79DF-5044-8B9B-9DCAACF79982}" type="presParOf" srcId="{F8796208-5251-6741-88CB-73A2EF444F98}" destId="{BB52EE62-3286-1941-897B-79DC8DCE178C}" srcOrd="1" destOrd="0" presId="urn:microsoft.com/office/officeart/2005/8/layout/orgChart1"/>
    <dgm:cxn modelId="{CFBCF590-5926-BF42-B902-06B2FE87AF8F}" type="presParOf" srcId="{94BA4585-FBCA-624B-A7F4-03FF0281C917}" destId="{D5BB55CE-9C5C-1C48-9003-A0762CBDC407}" srcOrd="1" destOrd="0" presId="urn:microsoft.com/office/officeart/2005/8/layout/orgChart1"/>
    <dgm:cxn modelId="{60638EF8-D8B1-7C4F-A370-61FEA278F43E}" type="presParOf" srcId="{D5BB55CE-9C5C-1C48-9003-A0762CBDC407}" destId="{ED8C249F-E2AA-2E4A-937F-133C31EE17AE}" srcOrd="0" destOrd="0" presId="urn:microsoft.com/office/officeart/2005/8/layout/orgChart1"/>
    <dgm:cxn modelId="{FB5EB084-3310-7A44-B0D3-ACA48FD7A288}" type="presParOf" srcId="{D5BB55CE-9C5C-1C48-9003-A0762CBDC407}" destId="{07551AEA-B6AB-8A4F-ABC8-9A53283B10B5}" srcOrd="1" destOrd="0" presId="urn:microsoft.com/office/officeart/2005/8/layout/orgChart1"/>
    <dgm:cxn modelId="{F22CA6C9-6D37-1244-82A9-8EE1D8F003CB}" type="presParOf" srcId="{07551AEA-B6AB-8A4F-ABC8-9A53283B10B5}" destId="{47B406CD-7E33-FF43-A85B-C089F71D404A}" srcOrd="0" destOrd="0" presId="urn:microsoft.com/office/officeart/2005/8/layout/orgChart1"/>
    <dgm:cxn modelId="{C1D43C43-51CF-C944-A084-17E5A1043183}" type="presParOf" srcId="{47B406CD-7E33-FF43-A85B-C089F71D404A}" destId="{E469A1E3-9863-224F-82EC-12A11627DFC9}" srcOrd="0" destOrd="0" presId="urn:microsoft.com/office/officeart/2005/8/layout/orgChart1"/>
    <dgm:cxn modelId="{FCCB1741-C29C-9748-913C-2298367FE3C4}" type="presParOf" srcId="{47B406CD-7E33-FF43-A85B-C089F71D404A}" destId="{BCBB34FC-94DA-784F-8D0E-6BDA8CCFAE82}" srcOrd="1" destOrd="0" presId="urn:microsoft.com/office/officeart/2005/8/layout/orgChart1"/>
    <dgm:cxn modelId="{59EBC266-8F10-8743-86B9-5301BDA5A992}" type="presParOf" srcId="{07551AEA-B6AB-8A4F-ABC8-9A53283B10B5}" destId="{A88ACD35-F46D-9748-87B8-6F6A9B064EBE}" srcOrd="1" destOrd="0" presId="urn:microsoft.com/office/officeart/2005/8/layout/orgChart1"/>
    <dgm:cxn modelId="{030803F9-06DA-E44F-BFAA-504270B22CC8}" type="presParOf" srcId="{07551AEA-B6AB-8A4F-ABC8-9A53283B10B5}" destId="{DE1A42AF-2518-764D-9C38-82AA8910CF4C}" srcOrd="2" destOrd="0" presId="urn:microsoft.com/office/officeart/2005/8/layout/orgChart1"/>
    <dgm:cxn modelId="{2B8C4855-C2C3-4444-A311-94D6ADE2CB94}" type="presParOf" srcId="{D5BB55CE-9C5C-1C48-9003-A0762CBDC407}" destId="{EECAEC22-A3B9-9242-8B19-948614C669D7}" srcOrd="2" destOrd="0" presId="urn:microsoft.com/office/officeart/2005/8/layout/orgChart1"/>
    <dgm:cxn modelId="{6B076A77-CAB3-F441-B1B3-9C4954F0425F}" type="presParOf" srcId="{D5BB55CE-9C5C-1C48-9003-A0762CBDC407}" destId="{960D0947-25F4-B346-87D3-441466CC5768}" srcOrd="3" destOrd="0" presId="urn:microsoft.com/office/officeart/2005/8/layout/orgChart1"/>
    <dgm:cxn modelId="{17EF784F-F2ED-8D4E-9967-0AE17D451CF2}" type="presParOf" srcId="{960D0947-25F4-B346-87D3-441466CC5768}" destId="{1C7D4750-2B7B-784F-8C5B-DDA2F30F6120}" srcOrd="0" destOrd="0" presId="urn:microsoft.com/office/officeart/2005/8/layout/orgChart1"/>
    <dgm:cxn modelId="{6C89A25D-BA97-534B-A1A0-CBEF4E54AD96}" type="presParOf" srcId="{1C7D4750-2B7B-784F-8C5B-DDA2F30F6120}" destId="{848F146F-E818-D64A-9CAE-87AD7B2AFFE7}" srcOrd="0" destOrd="0" presId="urn:microsoft.com/office/officeart/2005/8/layout/orgChart1"/>
    <dgm:cxn modelId="{BCD13BC9-59ED-494B-A7BF-083C4DB694FB}" type="presParOf" srcId="{1C7D4750-2B7B-784F-8C5B-DDA2F30F6120}" destId="{2CB478FC-AA02-8A40-99C9-BF9508DF7B95}" srcOrd="1" destOrd="0" presId="urn:microsoft.com/office/officeart/2005/8/layout/orgChart1"/>
    <dgm:cxn modelId="{AAFFD355-2F18-9344-A1A9-D736D00EFB77}" type="presParOf" srcId="{960D0947-25F4-B346-87D3-441466CC5768}" destId="{572E3641-5A33-E947-A980-56083BC80494}" srcOrd="1" destOrd="0" presId="urn:microsoft.com/office/officeart/2005/8/layout/orgChart1"/>
    <dgm:cxn modelId="{28027592-5470-D948-A2C6-3F23D0E66038}" type="presParOf" srcId="{960D0947-25F4-B346-87D3-441466CC5768}" destId="{6BA74C99-B442-AE47-BE36-61D93A088C76}" srcOrd="2" destOrd="0" presId="urn:microsoft.com/office/officeart/2005/8/layout/orgChart1"/>
    <dgm:cxn modelId="{D373A0FA-F3EB-A04D-8322-278DD5F9F211}" type="presParOf" srcId="{D5BB55CE-9C5C-1C48-9003-A0762CBDC407}" destId="{D599A007-AC25-2B4E-901E-F86CD07EC0B7}" srcOrd="4" destOrd="0" presId="urn:microsoft.com/office/officeart/2005/8/layout/orgChart1"/>
    <dgm:cxn modelId="{2CC23738-37AE-E349-8D4A-ED6D55B95485}" type="presParOf" srcId="{D5BB55CE-9C5C-1C48-9003-A0762CBDC407}" destId="{75CC55D1-A9C9-194B-8283-4AA33252B572}" srcOrd="5" destOrd="0" presId="urn:microsoft.com/office/officeart/2005/8/layout/orgChart1"/>
    <dgm:cxn modelId="{EA6DED33-0109-6B41-ACC5-91CF6A226AF3}" type="presParOf" srcId="{75CC55D1-A9C9-194B-8283-4AA33252B572}" destId="{E71A3F8D-8594-014F-B04C-4E4BD68172DA}" srcOrd="0" destOrd="0" presId="urn:microsoft.com/office/officeart/2005/8/layout/orgChart1"/>
    <dgm:cxn modelId="{FA8CD5EE-660D-AA4E-93F7-0AB055F3DA68}" type="presParOf" srcId="{E71A3F8D-8594-014F-B04C-4E4BD68172DA}" destId="{A3B4807B-262C-244A-83CB-7895F5DD4A4A}" srcOrd="0" destOrd="0" presId="urn:microsoft.com/office/officeart/2005/8/layout/orgChart1"/>
    <dgm:cxn modelId="{159B2CDB-8F23-974C-90E0-5844AD306AE3}" type="presParOf" srcId="{E71A3F8D-8594-014F-B04C-4E4BD68172DA}" destId="{3A2CB71F-6A37-EE40-8A23-130AC5565E0A}" srcOrd="1" destOrd="0" presId="urn:microsoft.com/office/officeart/2005/8/layout/orgChart1"/>
    <dgm:cxn modelId="{48B45412-DE9F-F643-81EF-97F7CCEF274F}" type="presParOf" srcId="{75CC55D1-A9C9-194B-8283-4AA33252B572}" destId="{EDDE786F-B6C1-B842-87EF-C159CA5C206B}" srcOrd="1" destOrd="0" presId="urn:microsoft.com/office/officeart/2005/8/layout/orgChart1"/>
    <dgm:cxn modelId="{CBB82E2C-ED11-7C47-8641-EB53DDA6E0CD}" type="presParOf" srcId="{75CC55D1-A9C9-194B-8283-4AA33252B572}" destId="{EE39166E-1E48-AB48-97B0-080855EADF6F}" srcOrd="2" destOrd="0" presId="urn:microsoft.com/office/officeart/2005/8/layout/orgChart1"/>
    <dgm:cxn modelId="{1681C9D9-0BC5-8C47-A16F-34641648B6D0}" type="presParOf" srcId="{D5BB55CE-9C5C-1C48-9003-A0762CBDC407}" destId="{555839F5-89C7-1F45-B8AE-4975744CA4C0}" srcOrd="6" destOrd="0" presId="urn:microsoft.com/office/officeart/2005/8/layout/orgChart1"/>
    <dgm:cxn modelId="{F7E39AEC-CFC9-3748-B145-1FF69DF1D3FD}" type="presParOf" srcId="{D5BB55CE-9C5C-1C48-9003-A0762CBDC407}" destId="{6EF4DD86-75E2-1947-838A-08D004D23A26}" srcOrd="7" destOrd="0" presId="urn:microsoft.com/office/officeart/2005/8/layout/orgChart1"/>
    <dgm:cxn modelId="{503EBF4F-C20F-B442-B30D-471C2A790513}" type="presParOf" srcId="{6EF4DD86-75E2-1947-838A-08D004D23A26}" destId="{4B1B6CB4-F6D7-4D4F-8B6C-1D37D8215782}" srcOrd="0" destOrd="0" presId="urn:microsoft.com/office/officeart/2005/8/layout/orgChart1"/>
    <dgm:cxn modelId="{2FE371E5-DFD8-E640-A33A-E49E0A3EB255}" type="presParOf" srcId="{4B1B6CB4-F6D7-4D4F-8B6C-1D37D8215782}" destId="{D0EF41EC-F114-1C40-9439-466C6EE18066}" srcOrd="0" destOrd="0" presId="urn:microsoft.com/office/officeart/2005/8/layout/orgChart1"/>
    <dgm:cxn modelId="{7A3FFE0C-D037-2546-A317-5EEB0D8BE2E3}" type="presParOf" srcId="{4B1B6CB4-F6D7-4D4F-8B6C-1D37D8215782}" destId="{0AE4FD52-6069-B740-9233-2903E1E42C14}" srcOrd="1" destOrd="0" presId="urn:microsoft.com/office/officeart/2005/8/layout/orgChart1"/>
    <dgm:cxn modelId="{D031CC9E-3C78-EF4F-8652-C83FEFE6D613}" type="presParOf" srcId="{6EF4DD86-75E2-1947-838A-08D004D23A26}" destId="{F0056A8E-1BD4-D14F-889B-95165CF6F49F}" srcOrd="1" destOrd="0" presId="urn:microsoft.com/office/officeart/2005/8/layout/orgChart1"/>
    <dgm:cxn modelId="{14247DF5-2B80-7342-967E-40E9D48F164E}" type="presParOf" srcId="{6EF4DD86-75E2-1947-838A-08D004D23A26}" destId="{3B39DB2F-FC59-2541-9FAE-99A3304ECC8B}" srcOrd="2" destOrd="0" presId="urn:microsoft.com/office/officeart/2005/8/layout/orgChart1"/>
    <dgm:cxn modelId="{F74C0AF4-AD0A-7C44-87A3-E22BBE4CF83E}" type="presParOf" srcId="{94BA4585-FBCA-624B-A7F4-03FF0281C917}" destId="{BF2E1C40-F15F-1346-8E9A-3214529664D9}" srcOrd="2" destOrd="0" presId="urn:microsoft.com/office/officeart/2005/8/layout/orgChart1"/>
    <dgm:cxn modelId="{4C6337A5-01D1-2C48-A41C-30AFE67DEB82}" type="presParOf" srcId="{CC1E9D72-6B76-B949-8AD5-89FB8718B8B5}" destId="{5B7DFB59-6D76-F14B-B470-5E18BD777AE4}" srcOrd="8" destOrd="0" presId="urn:microsoft.com/office/officeart/2005/8/layout/orgChart1"/>
    <dgm:cxn modelId="{07D1AD26-1A5D-3C4C-85A8-D8408F664FF7}" type="presParOf" srcId="{CC1E9D72-6B76-B949-8AD5-89FB8718B8B5}" destId="{D2BA1A12-EC39-394C-8C38-AA2700C08AD5}" srcOrd="9" destOrd="0" presId="urn:microsoft.com/office/officeart/2005/8/layout/orgChart1"/>
    <dgm:cxn modelId="{191DD893-7FD7-664D-A27F-35A8004A5710}" type="presParOf" srcId="{D2BA1A12-EC39-394C-8C38-AA2700C08AD5}" destId="{CE516610-0E0A-E244-AB5F-381EE998C6EB}" srcOrd="0" destOrd="0" presId="urn:microsoft.com/office/officeart/2005/8/layout/orgChart1"/>
    <dgm:cxn modelId="{0B970ECB-B538-244C-84D8-FE5469322BF8}" type="presParOf" srcId="{CE516610-0E0A-E244-AB5F-381EE998C6EB}" destId="{6DC68A5C-F9B2-A74A-9139-7B69B5E2D800}" srcOrd="0" destOrd="0" presId="urn:microsoft.com/office/officeart/2005/8/layout/orgChart1"/>
    <dgm:cxn modelId="{01932303-8B4F-0145-BA2B-78DD12E7B052}" type="presParOf" srcId="{CE516610-0E0A-E244-AB5F-381EE998C6EB}" destId="{859315A6-0566-3F4F-94EA-6C246A01CF0F}" srcOrd="1" destOrd="0" presId="urn:microsoft.com/office/officeart/2005/8/layout/orgChart1"/>
    <dgm:cxn modelId="{EA07EF85-C287-D643-BAD4-D79215BC3326}" type="presParOf" srcId="{D2BA1A12-EC39-394C-8C38-AA2700C08AD5}" destId="{E078C6C8-9E05-DD43-B210-5ABBB77B645F}" srcOrd="1" destOrd="0" presId="urn:microsoft.com/office/officeart/2005/8/layout/orgChart1"/>
    <dgm:cxn modelId="{F69F1AB4-C6F5-AE43-AD76-541BB0291A3F}" type="presParOf" srcId="{E078C6C8-9E05-DD43-B210-5ABBB77B645F}" destId="{F6967F57-6E4D-2240-81DC-CA85CD0C53A1}" srcOrd="0" destOrd="0" presId="urn:microsoft.com/office/officeart/2005/8/layout/orgChart1"/>
    <dgm:cxn modelId="{A92B6B0B-5F61-F84B-9A24-28A134ECB8DF}" type="presParOf" srcId="{E078C6C8-9E05-DD43-B210-5ABBB77B645F}" destId="{00719F20-64F7-2A41-AE92-C2AFC1A1A1C5}" srcOrd="1" destOrd="0" presId="urn:microsoft.com/office/officeart/2005/8/layout/orgChart1"/>
    <dgm:cxn modelId="{B59C28BE-D935-FB4F-BEB6-07EED3D8B2D0}" type="presParOf" srcId="{00719F20-64F7-2A41-AE92-C2AFC1A1A1C5}" destId="{066FD784-654F-1B4A-A61B-7F887AF69B84}" srcOrd="0" destOrd="0" presId="urn:microsoft.com/office/officeart/2005/8/layout/orgChart1"/>
    <dgm:cxn modelId="{62710FB2-D8DF-3A44-B9BD-30FCD34CF143}" type="presParOf" srcId="{066FD784-654F-1B4A-A61B-7F887AF69B84}" destId="{E8219519-6600-1942-8C05-6B3F17077D66}" srcOrd="0" destOrd="0" presId="urn:microsoft.com/office/officeart/2005/8/layout/orgChart1"/>
    <dgm:cxn modelId="{1FDA4310-FAD7-A34D-BCF1-6A0C7659D7BE}" type="presParOf" srcId="{066FD784-654F-1B4A-A61B-7F887AF69B84}" destId="{3888B0DD-C8D8-0E4C-B839-6393C6F99BCF}" srcOrd="1" destOrd="0" presId="urn:microsoft.com/office/officeart/2005/8/layout/orgChart1"/>
    <dgm:cxn modelId="{81B836DC-F6CE-9E4F-A2D0-8BFA0E7542F5}" type="presParOf" srcId="{00719F20-64F7-2A41-AE92-C2AFC1A1A1C5}" destId="{C26BEA94-F07A-814F-9B58-13C42E0AD0B7}" srcOrd="1" destOrd="0" presId="urn:microsoft.com/office/officeart/2005/8/layout/orgChart1"/>
    <dgm:cxn modelId="{6C7B3829-8D4C-A942-835C-C1584E997DBC}" type="presParOf" srcId="{00719F20-64F7-2A41-AE92-C2AFC1A1A1C5}" destId="{6CA3D4D3-4DD5-014E-97F5-E73BC45A13EC}" srcOrd="2" destOrd="0" presId="urn:microsoft.com/office/officeart/2005/8/layout/orgChart1"/>
    <dgm:cxn modelId="{0319F5F2-5A48-A449-8917-275340054E6A}" type="presParOf" srcId="{E078C6C8-9E05-DD43-B210-5ABBB77B645F}" destId="{09AA8837-E87B-D84C-9DA7-11FAB1D7F5EC}" srcOrd="2" destOrd="0" presId="urn:microsoft.com/office/officeart/2005/8/layout/orgChart1"/>
    <dgm:cxn modelId="{6B450F25-6797-3A42-98C8-8A78EC1C537D}" type="presParOf" srcId="{E078C6C8-9E05-DD43-B210-5ABBB77B645F}" destId="{44953564-2524-4E44-8867-7B0F376733BA}" srcOrd="3" destOrd="0" presId="urn:microsoft.com/office/officeart/2005/8/layout/orgChart1"/>
    <dgm:cxn modelId="{CF802582-E807-C742-9F82-0F9D1BB3F0C8}" type="presParOf" srcId="{44953564-2524-4E44-8867-7B0F376733BA}" destId="{9ED9583E-43C8-A547-816B-5EB5A3BB800B}" srcOrd="0" destOrd="0" presId="urn:microsoft.com/office/officeart/2005/8/layout/orgChart1"/>
    <dgm:cxn modelId="{802BA5A1-382F-7340-BDCA-0FE7BDEF2D1D}" type="presParOf" srcId="{9ED9583E-43C8-A547-816B-5EB5A3BB800B}" destId="{77087DA0-F769-6546-9934-FDC05CDDB003}" srcOrd="0" destOrd="0" presId="urn:microsoft.com/office/officeart/2005/8/layout/orgChart1"/>
    <dgm:cxn modelId="{33A267AF-07FD-BE4E-B486-D523D17656A8}" type="presParOf" srcId="{9ED9583E-43C8-A547-816B-5EB5A3BB800B}" destId="{B6116B09-0808-EC42-ADC2-D268CF27E46F}" srcOrd="1" destOrd="0" presId="urn:microsoft.com/office/officeart/2005/8/layout/orgChart1"/>
    <dgm:cxn modelId="{BC420CDE-66F8-BA4D-B537-745E9826AFC7}" type="presParOf" srcId="{44953564-2524-4E44-8867-7B0F376733BA}" destId="{0C89B3AE-37C9-774E-92CC-7CBCFBB73949}" srcOrd="1" destOrd="0" presId="urn:microsoft.com/office/officeart/2005/8/layout/orgChart1"/>
    <dgm:cxn modelId="{731B81C6-35BC-5B4D-B6CF-225B913EB20F}" type="presParOf" srcId="{44953564-2524-4E44-8867-7B0F376733BA}" destId="{304B8E74-7999-2142-904D-62DDA693E9B5}" srcOrd="2" destOrd="0" presId="urn:microsoft.com/office/officeart/2005/8/layout/orgChart1"/>
    <dgm:cxn modelId="{15E50DC9-53CE-2F4B-AA89-DAC50ABF3CE0}" type="presParOf" srcId="{D2BA1A12-EC39-394C-8C38-AA2700C08AD5}" destId="{DF97CFA9-2006-E44F-95E2-53FCB6BC575E}" srcOrd="2" destOrd="0" presId="urn:microsoft.com/office/officeart/2005/8/layout/orgChart1"/>
    <dgm:cxn modelId="{ABEAC09B-7C79-D746-B10A-44018171DC88}" type="presParOf" srcId="{4548C199-CD54-D641-AA33-17851A541EB0}" destId="{2D2AF7BE-ED97-BD4C-BF88-BB1AB0B97D68}" srcOrd="2" destOrd="0" presId="urn:microsoft.com/office/officeart/2005/8/layout/orgChart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AA8837-E87B-D84C-9DA7-11FAB1D7F5EC}">
      <dsp:nvSpPr>
        <dsp:cNvPr id="0" name=""/>
        <dsp:cNvSpPr/>
      </dsp:nvSpPr>
      <dsp:spPr>
        <a:xfrm>
          <a:off x="6923867" y="751480"/>
          <a:ext cx="141404" cy="1148117"/>
        </a:xfrm>
        <a:custGeom>
          <a:avLst/>
          <a:gdLst/>
          <a:ahLst/>
          <a:cxnLst/>
          <a:rect l="0" t="0" r="0" b="0"/>
          <a:pathLst>
            <a:path>
              <a:moveTo>
                <a:pt x="0" y="0"/>
              </a:moveTo>
              <a:lnTo>
                <a:pt x="0" y="1148117"/>
              </a:lnTo>
              <a:lnTo>
                <a:pt x="141404" y="114811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6967F57-6E4D-2240-81DC-CA85CD0C53A1}">
      <dsp:nvSpPr>
        <dsp:cNvPr id="0" name=""/>
        <dsp:cNvSpPr/>
      </dsp:nvSpPr>
      <dsp:spPr>
        <a:xfrm>
          <a:off x="6923867" y="751480"/>
          <a:ext cx="141404" cy="451396"/>
        </a:xfrm>
        <a:custGeom>
          <a:avLst/>
          <a:gdLst/>
          <a:ahLst/>
          <a:cxnLst/>
          <a:rect l="0" t="0" r="0" b="0"/>
          <a:pathLst>
            <a:path>
              <a:moveTo>
                <a:pt x="0" y="0"/>
              </a:moveTo>
              <a:lnTo>
                <a:pt x="0" y="451396"/>
              </a:lnTo>
              <a:lnTo>
                <a:pt x="141404" y="45139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7DFB59-6D76-F14B-B470-5E18BD777AE4}">
      <dsp:nvSpPr>
        <dsp:cNvPr id="0" name=""/>
        <dsp:cNvSpPr/>
      </dsp:nvSpPr>
      <dsp:spPr>
        <a:xfrm>
          <a:off x="3966395" y="53343"/>
          <a:ext cx="3349991" cy="207488"/>
        </a:xfrm>
        <a:custGeom>
          <a:avLst/>
          <a:gdLst/>
          <a:ahLst/>
          <a:cxnLst/>
          <a:rect l="0" t="0" r="0" b="0"/>
          <a:pathLst>
            <a:path>
              <a:moveTo>
                <a:pt x="0" y="0"/>
              </a:moveTo>
              <a:lnTo>
                <a:pt x="0" y="104452"/>
              </a:lnTo>
              <a:lnTo>
                <a:pt x="3349991" y="104452"/>
              </a:lnTo>
              <a:lnTo>
                <a:pt x="3349991" y="207488"/>
              </a:lnTo>
            </a:path>
          </a:pathLst>
        </a:custGeom>
        <a:noFill/>
        <a:ln w="25400" cap="flat" cmpd="sng" algn="ctr">
          <a:solidFill>
            <a:schemeClr val="accent2"/>
          </a:solidFill>
          <a:prstDash val="solid"/>
        </a:ln>
        <a:effectLst/>
      </dsp:spPr>
      <dsp:style>
        <a:lnRef idx="2">
          <a:scrgbClr r="0" g="0" b="0"/>
        </a:lnRef>
        <a:fillRef idx="0">
          <a:scrgbClr r="0" g="0" b="0"/>
        </a:fillRef>
        <a:effectRef idx="0">
          <a:scrgbClr r="0" g="0" b="0"/>
        </a:effectRef>
        <a:fontRef idx="minor"/>
      </dsp:style>
    </dsp:sp>
    <dsp:sp modelId="{555839F5-89C7-1F45-B8AE-4975744CA4C0}">
      <dsp:nvSpPr>
        <dsp:cNvPr id="0" name=""/>
        <dsp:cNvSpPr/>
      </dsp:nvSpPr>
      <dsp:spPr>
        <a:xfrm>
          <a:off x="5466062" y="751480"/>
          <a:ext cx="192628" cy="2566374"/>
        </a:xfrm>
        <a:custGeom>
          <a:avLst/>
          <a:gdLst/>
          <a:ahLst/>
          <a:cxnLst/>
          <a:rect l="0" t="0" r="0" b="0"/>
          <a:pathLst>
            <a:path>
              <a:moveTo>
                <a:pt x="0" y="0"/>
              </a:moveTo>
              <a:lnTo>
                <a:pt x="0" y="2566374"/>
              </a:lnTo>
              <a:lnTo>
                <a:pt x="192628" y="256637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99A007-AC25-2B4E-901E-F86CD07EC0B7}">
      <dsp:nvSpPr>
        <dsp:cNvPr id="0" name=""/>
        <dsp:cNvSpPr/>
      </dsp:nvSpPr>
      <dsp:spPr>
        <a:xfrm>
          <a:off x="5466062" y="751480"/>
          <a:ext cx="193021" cy="1828632"/>
        </a:xfrm>
        <a:custGeom>
          <a:avLst/>
          <a:gdLst/>
          <a:ahLst/>
          <a:cxnLst/>
          <a:rect l="0" t="0" r="0" b="0"/>
          <a:pathLst>
            <a:path>
              <a:moveTo>
                <a:pt x="0" y="0"/>
              </a:moveTo>
              <a:lnTo>
                <a:pt x="0" y="1828632"/>
              </a:lnTo>
              <a:lnTo>
                <a:pt x="193021" y="18286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CAEC22-A3B9-9242-8B19-948614C669D7}">
      <dsp:nvSpPr>
        <dsp:cNvPr id="0" name=""/>
        <dsp:cNvSpPr/>
      </dsp:nvSpPr>
      <dsp:spPr>
        <a:xfrm>
          <a:off x="5466062" y="751480"/>
          <a:ext cx="178272" cy="1163435"/>
        </a:xfrm>
        <a:custGeom>
          <a:avLst/>
          <a:gdLst/>
          <a:ahLst/>
          <a:cxnLst/>
          <a:rect l="0" t="0" r="0" b="0"/>
          <a:pathLst>
            <a:path>
              <a:moveTo>
                <a:pt x="0" y="0"/>
              </a:moveTo>
              <a:lnTo>
                <a:pt x="0" y="1163435"/>
              </a:lnTo>
              <a:lnTo>
                <a:pt x="178272" y="116343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C249F-E2AA-2E4A-937F-133C31EE17AE}">
      <dsp:nvSpPr>
        <dsp:cNvPr id="0" name=""/>
        <dsp:cNvSpPr/>
      </dsp:nvSpPr>
      <dsp:spPr>
        <a:xfrm>
          <a:off x="5466062" y="751480"/>
          <a:ext cx="177879" cy="458771"/>
        </a:xfrm>
        <a:custGeom>
          <a:avLst/>
          <a:gdLst/>
          <a:ahLst/>
          <a:cxnLst/>
          <a:rect l="0" t="0" r="0" b="0"/>
          <a:pathLst>
            <a:path>
              <a:moveTo>
                <a:pt x="0" y="0"/>
              </a:moveTo>
              <a:lnTo>
                <a:pt x="0" y="458771"/>
              </a:lnTo>
              <a:lnTo>
                <a:pt x="177879" y="4587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C1CA6C-75EB-9B4A-9F43-05F2378427AD}">
      <dsp:nvSpPr>
        <dsp:cNvPr id="0" name=""/>
        <dsp:cNvSpPr/>
      </dsp:nvSpPr>
      <dsp:spPr>
        <a:xfrm>
          <a:off x="3966395" y="53343"/>
          <a:ext cx="1963860" cy="207488"/>
        </a:xfrm>
        <a:custGeom>
          <a:avLst/>
          <a:gdLst/>
          <a:ahLst/>
          <a:cxnLst/>
          <a:rect l="0" t="0" r="0" b="0"/>
          <a:pathLst>
            <a:path>
              <a:moveTo>
                <a:pt x="0" y="0"/>
              </a:moveTo>
              <a:lnTo>
                <a:pt x="0" y="104452"/>
              </a:lnTo>
              <a:lnTo>
                <a:pt x="1963860" y="104452"/>
              </a:lnTo>
              <a:lnTo>
                <a:pt x="1963860" y="207488"/>
              </a:lnTo>
            </a:path>
          </a:pathLst>
        </a:custGeom>
        <a:noFill/>
        <a:ln w="25400" cap="flat" cmpd="sng" algn="ctr">
          <a:solidFill>
            <a:schemeClr val="accent2"/>
          </a:solidFill>
          <a:prstDash val="solid"/>
        </a:ln>
        <a:effectLst/>
      </dsp:spPr>
      <dsp:style>
        <a:lnRef idx="2">
          <a:scrgbClr r="0" g="0" b="0"/>
        </a:lnRef>
        <a:fillRef idx="0">
          <a:scrgbClr r="0" g="0" b="0"/>
        </a:fillRef>
        <a:effectRef idx="0">
          <a:scrgbClr r="0" g="0" b="0"/>
        </a:effectRef>
        <a:fontRef idx="minor"/>
      </dsp:style>
    </dsp:sp>
    <dsp:sp modelId="{5586346D-E108-3140-9690-42EDBF70CFE7}">
      <dsp:nvSpPr>
        <dsp:cNvPr id="0" name=""/>
        <dsp:cNvSpPr/>
      </dsp:nvSpPr>
      <dsp:spPr>
        <a:xfrm>
          <a:off x="3876482" y="751480"/>
          <a:ext cx="180790" cy="1148117"/>
        </a:xfrm>
        <a:custGeom>
          <a:avLst/>
          <a:gdLst/>
          <a:ahLst/>
          <a:cxnLst/>
          <a:rect l="0" t="0" r="0" b="0"/>
          <a:pathLst>
            <a:path>
              <a:moveTo>
                <a:pt x="0" y="0"/>
              </a:moveTo>
              <a:lnTo>
                <a:pt x="0" y="1148117"/>
              </a:lnTo>
              <a:lnTo>
                <a:pt x="180790" y="114811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95115B-050A-CD4B-898B-6303ADEC8411}">
      <dsp:nvSpPr>
        <dsp:cNvPr id="0" name=""/>
        <dsp:cNvSpPr/>
      </dsp:nvSpPr>
      <dsp:spPr>
        <a:xfrm>
          <a:off x="3876482" y="751480"/>
          <a:ext cx="180790" cy="451396"/>
        </a:xfrm>
        <a:custGeom>
          <a:avLst/>
          <a:gdLst/>
          <a:ahLst/>
          <a:cxnLst/>
          <a:rect l="0" t="0" r="0" b="0"/>
          <a:pathLst>
            <a:path>
              <a:moveTo>
                <a:pt x="0" y="0"/>
              </a:moveTo>
              <a:lnTo>
                <a:pt x="0" y="451396"/>
              </a:lnTo>
              <a:lnTo>
                <a:pt x="180790" y="45139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C555DD-2DA7-3F42-A9E7-2A447096ADDE}">
      <dsp:nvSpPr>
        <dsp:cNvPr id="0" name=""/>
        <dsp:cNvSpPr/>
      </dsp:nvSpPr>
      <dsp:spPr>
        <a:xfrm>
          <a:off x="3966395" y="53343"/>
          <a:ext cx="392195" cy="207488"/>
        </a:xfrm>
        <a:custGeom>
          <a:avLst/>
          <a:gdLst/>
          <a:ahLst/>
          <a:cxnLst/>
          <a:rect l="0" t="0" r="0" b="0"/>
          <a:pathLst>
            <a:path>
              <a:moveTo>
                <a:pt x="0" y="0"/>
              </a:moveTo>
              <a:lnTo>
                <a:pt x="0" y="104452"/>
              </a:lnTo>
              <a:lnTo>
                <a:pt x="392195" y="104452"/>
              </a:lnTo>
              <a:lnTo>
                <a:pt x="392195" y="207488"/>
              </a:lnTo>
            </a:path>
          </a:pathLst>
        </a:custGeom>
        <a:noFill/>
        <a:ln w="25400" cap="flat" cmpd="sng" algn="ctr">
          <a:solidFill>
            <a:schemeClr val="accent2"/>
          </a:solidFill>
          <a:prstDash val="solid"/>
        </a:ln>
        <a:effectLst/>
      </dsp:spPr>
      <dsp:style>
        <a:lnRef idx="2">
          <a:scrgbClr r="0" g="0" b="0"/>
        </a:lnRef>
        <a:fillRef idx="0">
          <a:scrgbClr r="0" g="0" b="0"/>
        </a:fillRef>
        <a:effectRef idx="0">
          <a:scrgbClr r="0" g="0" b="0"/>
        </a:effectRef>
        <a:fontRef idx="minor"/>
      </dsp:style>
    </dsp:sp>
    <dsp:sp modelId="{88629C07-A912-8141-A096-61853444CF37}">
      <dsp:nvSpPr>
        <dsp:cNvPr id="0" name=""/>
        <dsp:cNvSpPr/>
      </dsp:nvSpPr>
      <dsp:spPr>
        <a:xfrm>
          <a:off x="2230122" y="751480"/>
          <a:ext cx="195908" cy="1148117"/>
        </a:xfrm>
        <a:custGeom>
          <a:avLst/>
          <a:gdLst/>
          <a:ahLst/>
          <a:cxnLst/>
          <a:rect l="0" t="0" r="0" b="0"/>
          <a:pathLst>
            <a:path>
              <a:moveTo>
                <a:pt x="0" y="0"/>
              </a:moveTo>
              <a:lnTo>
                <a:pt x="0" y="1148117"/>
              </a:lnTo>
              <a:lnTo>
                <a:pt x="195908" y="114811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19DF16-95B7-F547-96D4-A9BCDBF5F0D0}">
      <dsp:nvSpPr>
        <dsp:cNvPr id="0" name=""/>
        <dsp:cNvSpPr/>
      </dsp:nvSpPr>
      <dsp:spPr>
        <a:xfrm>
          <a:off x="2230122" y="751480"/>
          <a:ext cx="195908" cy="451396"/>
        </a:xfrm>
        <a:custGeom>
          <a:avLst/>
          <a:gdLst/>
          <a:ahLst/>
          <a:cxnLst/>
          <a:rect l="0" t="0" r="0" b="0"/>
          <a:pathLst>
            <a:path>
              <a:moveTo>
                <a:pt x="0" y="0"/>
              </a:moveTo>
              <a:lnTo>
                <a:pt x="0" y="451396"/>
              </a:lnTo>
              <a:lnTo>
                <a:pt x="195908" y="45139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F6E554-3737-9E41-A03A-84D6C22C5883}">
      <dsp:nvSpPr>
        <dsp:cNvPr id="0" name=""/>
        <dsp:cNvSpPr/>
      </dsp:nvSpPr>
      <dsp:spPr>
        <a:xfrm>
          <a:off x="2752545" y="53343"/>
          <a:ext cx="1213849" cy="207488"/>
        </a:xfrm>
        <a:custGeom>
          <a:avLst/>
          <a:gdLst/>
          <a:ahLst/>
          <a:cxnLst/>
          <a:rect l="0" t="0" r="0" b="0"/>
          <a:pathLst>
            <a:path>
              <a:moveTo>
                <a:pt x="1213849" y="0"/>
              </a:moveTo>
              <a:lnTo>
                <a:pt x="1213849" y="104452"/>
              </a:lnTo>
              <a:lnTo>
                <a:pt x="0" y="104452"/>
              </a:lnTo>
              <a:lnTo>
                <a:pt x="0" y="207488"/>
              </a:lnTo>
            </a:path>
          </a:pathLst>
        </a:custGeom>
        <a:noFill/>
        <a:ln w="25400" cap="flat" cmpd="sng" algn="ctr">
          <a:solidFill>
            <a:schemeClr val="accent2"/>
          </a:solidFill>
          <a:prstDash val="solid"/>
        </a:ln>
        <a:effectLst/>
      </dsp:spPr>
      <dsp:style>
        <a:lnRef idx="2">
          <a:scrgbClr r="0" g="0" b="0"/>
        </a:lnRef>
        <a:fillRef idx="0">
          <a:scrgbClr r="0" g="0" b="0"/>
        </a:fillRef>
        <a:effectRef idx="0">
          <a:scrgbClr r="0" g="0" b="0"/>
        </a:effectRef>
        <a:fontRef idx="minor"/>
      </dsp:style>
    </dsp:sp>
    <dsp:sp modelId="{F99D3EED-F7BA-2147-8124-A57E44A15A0E}">
      <dsp:nvSpPr>
        <dsp:cNvPr id="0" name=""/>
        <dsp:cNvSpPr/>
      </dsp:nvSpPr>
      <dsp:spPr>
        <a:xfrm>
          <a:off x="840168" y="751480"/>
          <a:ext cx="147194" cy="3238280"/>
        </a:xfrm>
        <a:custGeom>
          <a:avLst/>
          <a:gdLst/>
          <a:ahLst/>
          <a:cxnLst/>
          <a:rect l="0" t="0" r="0" b="0"/>
          <a:pathLst>
            <a:path>
              <a:moveTo>
                <a:pt x="0" y="0"/>
              </a:moveTo>
              <a:lnTo>
                <a:pt x="0" y="3238280"/>
              </a:lnTo>
              <a:lnTo>
                <a:pt x="147194" y="32382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F893C3-841E-2142-8041-8998FFE85D6E}">
      <dsp:nvSpPr>
        <dsp:cNvPr id="0" name=""/>
        <dsp:cNvSpPr/>
      </dsp:nvSpPr>
      <dsp:spPr>
        <a:xfrm>
          <a:off x="840168" y="751480"/>
          <a:ext cx="147194" cy="2541559"/>
        </a:xfrm>
        <a:custGeom>
          <a:avLst/>
          <a:gdLst/>
          <a:ahLst/>
          <a:cxnLst/>
          <a:rect l="0" t="0" r="0" b="0"/>
          <a:pathLst>
            <a:path>
              <a:moveTo>
                <a:pt x="0" y="0"/>
              </a:moveTo>
              <a:lnTo>
                <a:pt x="0" y="2541559"/>
              </a:lnTo>
              <a:lnTo>
                <a:pt x="147194" y="254155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B91E0A-995E-D546-86A3-7299598B39DC}">
      <dsp:nvSpPr>
        <dsp:cNvPr id="0" name=""/>
        <dsp:cNvSpPr/>
      </dsp:nvSpPr>
      <dsp:spPr>
        <a:xfrm>
          <a:off x="840168" y="751480"/>
          <a:ext cx="147194" cy="1844838"/>
        </a:xfrm>
        <a:custGeom>
          <a:avLst/>
          <a:gdLst/>
          <a:ahLst/>
          <a:cxnLst/>
          <a:rect l="0" t="0" r="0" b="0"/>
          <a:pathLst>
            <a:path>
              <a:moveTo>
                <a:pt x="0" y="0"/>
              </a:moveTo>
              <a:lnTo>
                <a:pt x="0" y="1844838"/>
              </a:lnTo>
              <a:lnTo>
                <a:pt x="147194" y="184483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4FB092-3D5A-F146-ACF9-558AF19D8B26}">
      <dsp:nvSpPr>
        <dsp:cNvPr id="0" name=""/>
        <dsp:cNvSpPr/>
      </dsp:nvSpPr>
      <dsp:spPr>
        <a:xfrm>
          <a:off x="840168" y="751480"/>
          <a:ext cx="147194" cy="1148117"/>
        </a:xfrm>
        <a:custGeom>
          <a:avLst/>
          <a:gdLst/>
          <a:ahLst/>
          <a:cxnLst/>
          <a:rect l="0" t="0" r="0" b="0"/>
          <a:pathLst>
            <a:path>
              <a:moveTo>
                <a:pt x="0" y="0"/>
              </a:moveTo>
              <a:lnTo>
                <a:pt x="0" y="1148117"/>
              </a:lnTo>
              <a:lnTo>
                <a:pt x="147194" y="114811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1037D8-EF98-5846-915A-521C25DECFB4}">
      <dsp:nvSpPr>
        <dsp:cNvPr id="0" name=""/>
        <dsp:cNvSpPr/>
      </dsp:nvSpPr>
      <dsp:spPr>
        <a:xfrm>
          <a:off x="840168" y="751480"/>
          <a:ext cx="147194" cy="451396"/>
        </a:xfrm>
        <a:custGeom>
          <a:avLst/>
          <a:gdLst/>
          <a:ahLst/>
          <a:cxnLst/>
          <a:rect l="0" t="0" r="0" b="0"/>
          <a:pathLst>
            <a:path>
              <a:moveTo>
                <a:pt x="0" y="0"/>
              </a:moveTo>
              <a:lnTo>
                <a:pt x="0" y="451396"/>
              </a:lnTo>
              <a:lnTo>
                <a:pt x="147194" y="45139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19F3019-B4F5-DF45-A988-2FEABE202984}">
      <dsp:nvSpPr>
        <dsp:cNvPr id="0" name=""/>
        <dsp:cNvSpPr/>
      </dsp:nvSpPr>
      <dsp:spPr>
        <a:xfrm>
          <a:off x="1232687" y="53343"/>
          <a:ext cx="2733707" cy="207488"/>
        </a:xfrm>
        <a:custGeom>
          <a:avLst/>
          <a:gdLst/>
          <a:ahLst/>
          <a:cxnLst/>
          <a:rect l="0" t="0" r="0" b="0"/>
          <a:pathLst>
            <a:path>
              <a:moveTo>
                <a:pt x="2733707" y="0"/>
              </a:moveTo>
              <a:lnTo>
                <a:pt x="2733707" y="104452"/>
              </a:lnTo>
              <a:lnTo>
                <a:pt x="0" y="104452"/>
              </a:lnTo>
              <a:lnTo>
                <a:pt x="0" y="207488"/>
              </a:lnTo>
            </a:path>
          </a:pathLst>
        </a:custGeom>
        <a:noFill/>
        <a:ln w="25400" cap="flat" cmpd="sng" algn="ctr">
          <a:solidFill>
            <a:schemeClr val="accent2"/>
          </a:solidFill>
          <a:prstDash val="solid"/>
        </a:ln>
        <a:effectLst/>
      </dsp:spPr>
      <dsp:style>
        <a:lnRef idx="2">
          <a:scrgbClr r="0" g="0" b="0"/>
        </a:lnRef>
        <a:fillRef idx="0">
          <a:scrgbClr r="0" g="0" b="0"/>
        </a:fillRef>
        <a:effectRef idx="0">
          <a:scrgbClr r="0" g="0" b="0"/>
        </a:effectRef>
        <a:fontRef idx="minor"/>
      </dsp:style>
    </dsp:sp>
    <dsp:sp modelId="{DC0D5883-9069-164E-B0AC-57613BC0B580}">
      <dsp:nvSpPr>
        <dsp:cNvPr id="0" name=""/>
        <dsp:cNvSpPr/>
      </dsp:nvSpPr>
      <dsp:spPr>
        <a:xfrm flipV="1">
          <a:off x="2997476" y="0"/>
          <a:ext cx="1937836" cy="53343"/>
        </a:xfrm>
        <a:prstGeom prst="rect">
          <a:avLst/>
        </a:prstGeom>
        <a:solidFill>
          <a:schemeClr val="accent2"/>
        </a:solidFill>
        <a:ln w="25400" cap="flat" cmpd="sng" algn="ctr">
          <a:solidFill>
            <a:schemeClr val="accent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endParaRPr lang="en-US" sz="900" kern="1200">
            <a:latin typeface="Helvetica" pitchFamily="2" charset="0"/>
          </a:endParaRPr>
        </a:p>
      </dsp:txBody>
      <dsp:txXfrm rot="10800000">
        <a:off x="2997476" y="0"/>
        <a:ext cx="1937836" cy="53343"/>
      </dsp:txXfrm>
    </dsp:sp>
    <dsp:sp modelId="{D6F550A9-E67C-3241-A8C2-6057233BF813}">
      <dsp:nvSpPr>
        <dsp:cNvPr id="0" name=""/>
        <dsp:cNvSpPr/>
      </dsp:nvSpPr>
      <dsp:spPr>
        <a:xfrm>
          <a:off x="742039" y="260832"/>
          <a:ext cx="981297" cy="490648"/>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Secure Infrastructure</a:t>
          </a:r>
        </a:p>
      </dsp:txBody>
      <dsp:txXfrm>
        <a:off x="742039" y="260832"/>
        <a:ext cx="981297" cy="490648"/>
      </dsp:txXfrm>
    </dsp:sp>
    <dsp:sp modelId="{AD908293-CD57-C546-87DE-93FA31416F91}">
      <dsp:nvSpPr>
        <dsp:cNvPr id="0" name=""/>
        <dsp:cNvSpPr/>
      </dsp:nvSpPr>
      <dsp:spPr>
        <a:xfrm>
          <a:off x="987363" y="957553"/>
          <a:ext cx="981297"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Firewall</a:t>
          </a:r>
        </a:p>
        <a:p>
          <a:pPr marL="0" lvl="0" indent="0" algn="ctr" defTabSz="400050">
            <a:lnSpc>
              <a:spcPct val="90000"/>
            </a:lnSpc>
            <a:spcBef>
              <a:spcPct val="0"/>
            </a:spcBef>
            <a:spcAft>
              <a:spcPct val="35000"/>
            </a:spcAft>
            <a:buNone/>
          </a:pPr>
          <a:r>
            <a:rPr lang="en-US" sz="700" kern="1200" dirty="0">
              <a:latin typeface="Helvetica 55 Roman" panose="020B0604020202020204" pitchFamily="34" charset="0"/>
            </a:rPr>
            <a:t>(FSP)</a:t>
          </a:r>
        </a:p>
      </dsp:txBody>
      <dsp:txXfrm>
        <a:off x="987363" y="957553"/>
        <a:ext cx="981297" cy="490648"/>
      </dsp:txXfrm>
    </dsp:sp>
    <dsp:sp modelId="{1D6CE715-C1C0-A74D-9F79-8879FEAD9F5B}">
      <dsp:nvSpPr>
        <dsp:cNvPr id="0" name=""/>
        <dsp:cNvSpPr/>
      </dsp:nvSpPr>
      <dsp:spPr>
        <a:xfrm>
          <a:off x="987363" y="1654274"/>
          <a:ext cx="981297"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latin typeface="Helvetica 55 Roman" panose="020B0604020202020204" pitchFamily="34" charset="0"/>
            </a:rPr>
            <a:t>Managed Firewall</a:t>
          </a:r>
          <a:br>
            <a:rPr lang="en-US" sz="900" kern="1200">
              <a:latin typeface="Helvetica 55 Roman" panose="020B0604020202020204" pitchFamily="34" charset="0"/>
            </a:rPr>
          </a:br>
          <a:r>
            <a:rPr lang="en-US" sz="700" kern="1200">
              <a:latin typeface="Helvetica 55 Roman" panose="020B0604020202020204" pitchFamily="34" charset="0"/>
            </a:rPr>
            <a:t>(Secure Gateway)</a:t>
          </a:r>
        </a:p>
      </dsp:txBody>
      <dsp:txXfrm>
        <a:off x="987363" y="1654274"/>
        <a:ext cx="981297" cy="490648"/>
      </dsp:txXfrm>
    </dsp:sp>
    <dsp:sp modelId="{42C74EBC-8225-0040-A407-91D4E43B4434}">
      <dsp:nvSpPr>
        <dsp:cNvPr id="0" name=""/>
        <dsp:cNvSpPr/>
      </dsp:nvSpPr>
      <dsp:spPr>
        <a:xfrm>
          <a:off x="987363" y="2350995"/>
          <a:ext cx="981297"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latin typeface="Helvetica 55 Roman" panose="020B0604020202020204" pitchFamily="34" charset="0"/>
            </a:rPr>
            <a:t>Managed Secure Web Gateway</a:t>
          </a:r>
        </a:p>
        <a:p>
          <a:pPr marL="0" lvl="0" indent="0" algn="ctr" defTabSz="400050">
            <a:lnSpc>
              <a:spcPct val="90000"/>
            </a:lnSpc>
            <a:spcBef>
              <a:spcPct val="0"/>
            </a:spcBef>
            <a:spcAft>
              <a:spcPct val="35000"/>
            </a:spcAft>
            <a:buNone/>
          </a:pPr>
          <a:r>
            <a:rPr lang="en-US" sz="700" kern="1200">
              <a:latin typeface="Helvetica 55 Roman" panose="020B0604020202020204" pitchFamily="34" charset="0"/>
            </a:rPr>
            <a:t>(WPS)</a:t>
          </a:r>
        </a:p>
      </dsp:txBody>
      <dsp:txXfrm>
        <a:off x="987363" y="2350995"/>
        <a:ext cx="981297" cy="490648"/>
      </dsp:txXfrm>
    </dsp:sp>
    <dsp:sp modelId="{7C5722E6-1407-EC4B-B2E7-115515007CC4}">
      <dsp:nvSpPr>
        <dsp:cNvPr id="0" name=""/>
        <dsp:cNvSpPr/>
      </dsp:nvSpPr>
      <dsp:spPr>
        <a:xfrm>
          <a:off x="987363" y="3047716"/>
          <a:ext cx="981297"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Email Protection</a:t>
          </a:r>
        </a:p>
        <a:p>
          <a:pPr marL="0" lvl="0" indent="0" algn="ctr" defTabSz="400050">
            <a:lnSpc>
              <a:spcPct val="90000"/>
            </a:lnSpc>
            <a:spcBef>
              <a:spcPct val="0"/>
            </a:spcBef>
            <a:spcAft>
              <a:spcPct val="35000"/>
            </a:spcAft>
            <a:buNone/>
          </a:pPr>
          <a:r>
            <a:rPr lang="en-US" sz="700" kern="1200" dirty="0">
              <a:latin typeface="Helvetica 55 Roman" panose="020B0604020202020204" pitchFamily="34" charset="0"/>
            </a:rPr>
            <a:t>(EPS)</a:t>
          </a:r>
        </a:p>
      </dsp:txBody>
      <dsp:txXfrm>
        <a:off x="987363" y="3047716"/>
        <a:ext cx="981297" cy="490648"/>
      </dsp:txXfrm>
    </dsp:sp>
    <dsp:sp modelId="{AE94B1CB-22E3-E349-BA3D-2697E58EB03F}">
      <dsp:nvSpPr>
        <dsp:cNvPr id="0" name=""/>
        <dsp:cNvSpPr/>
      </dsp:nvSpPr>
      <dsp:spPr>
        <a:xfrm>
          <a:off x="987363" y="3744436"/>
          <a:ext cx="981297"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DDoS Protection</a:t>
          </a:r>
        </a:p>
      </dsp:txBody>
      <dsp:txXfrm>
        <a:off x="987363" y="3744436"/>
        <a:ext cx="981297" cy="490648"/>
      </dsp:txXfrm>
    </dsp:sp>
    <dsp:sp modelId="{E5A28D9B-3CAC-D94D-A518-97CC30450189}">
      <dsp:nvSpPr>
        <dsp:cNvPr id="0" name=""/>
        <dsp:cNvSpPr/>
      </dsp:nvSpPr>
      <dsp:spPr>
        <a:xfrm>
          <a:off x="2099516" y="260832"/>
          <a:ext cx="1306057" cy="490648"/>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Endpoint &amp; Mobile Security</a:t>
          </a:r>
        </a:p>
      </dsp:txBody>
      <dsp:txXfrm>
        <a:off x="2099516" y="260832"/>
        <a:ext cx="1306057" cy="490648"/>
      </dsp:txXfrm>
    </dsp:sp>
    <dsp:sp modelId="{EC0BA768-3E71-4C4B-A9EA-31F286904F8A}">
      <dsp:nvSpPr>
        <dsp:cNvPr id="0" name=""/>
        <dsp:cNvSpPr/>
      </dsp:nvSpPr>
      <dsp:spPr>
        <a:xfrm>
          <a:off x="2426030" y="957553"/>
          <a:ext cx="1184563"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Mobile Protection</a:t>
          </a:r>
          <a:br>
            <a:rPr lang="en-US" sz="900" kern="1200" dirty="0">
              <a:latin typeface="Helvetica 55 Roman" panose="020B0604020202020204" pitchFamily="34" charset="0"/>
            </a:rPr>
          </a:br>
          <a:r>
            <a:rPr lang="en-US" sz="700" kern="1200" dirty="0">
              <a:latin typeface="Helvetica 55 Roman" panose="020B0604020202020204" pitchFamily="34" charset="0"/>
            </a:rPr>
            <a:t>(Mobile Threat Protection)</a:t>
          </a:r>
        </a:p>
      </dsp:txBody>
      <dsp:txXfrm>
        <a:off x="2426030" y="957553"/>
        <a:ext cx="1184563" cy="490648"/>
      </dsp:txXfrm>
    </dsp:sp>
    <dsp:sp modelId="{1F4B0F73-8943-C94F-AB71-547285C974EB}">
      <dsp:nvSpPr>
        <dsp:cNvPr id="0" name=""/>
        <dsp:cNvSpPr/>
      </dsp:nvSpPr>
      <dsp:spPr>
        <a:xfrm>
          <a:off x="2426030" y="1654274"/>
          <a:ext cx="1191098"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Endpoint Security</a:t>
          </a:r>
          <a:br>
            <a:rPr lang="en-US" sz="900" kern="1200" dirty="0">
              <a:latin typeface="Helvetica 55 Roman" panose="020B0604020202020204" pitchFamily="34" charset="0"/>
            </a:rPr>
          </a:br>
          <a:r>
            <a:rPr lang="en-US" sz="700" kern="1200" dirty="0">
              <a:latin typeface="Helvetica 55 Roman" panose="020B0604020202020204" pitchFamily="34" charset="0"/>
            </a:rPr>
            <a:t>(</a:t>
          </a:r>
          <a:r>
            <a:rPr lang="en-US" sz="700" kern="1200" dirty="0" err="1">
              <a:latin typeface="Helvetica 55 Roman" panose="020B0604020202020204" pitchFamily="34" charset="0"/>
            </a:rPr>
            <a:t>SecurePrevent</a:t>
          </a:r>
          <a:r>
            <a:rPr lang="en-US" sz="700" kern="1200" dirty="0">
              <a:latin typeface="Helvetica 55 Roman" panose="020B0604020202020204" pitchFamily="34" charset="0"/>
            </a:rPr>
            <a:t> Endpoint)</a:t>
          </a:r>
        </a:p>
      </dsp:txBody>
      <dsp:txXfrm>
        <a:off x="2426030" y="1654274"/>
        <a:ext cx="1191098" cy="490648"/>
      </dsp:txXfrm>
    </dsp:sp>
    <dsp:sp modelId="{941B9F6B-F203-2F41-AFCE-F2277059F6CE}">
      <dsp:nvSpPr>
        <dsp:cNvPr id="0" name=""/>
        <dsp:cNvSpPr/>
      </dsp:nvSpPr>
      <dsp:spPr>
        <a:xfrm>
          <a:off x="3755955" y="260832"/>
          <a:ext cx="1205268" cy="490648"/>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latin typeface="Helvetica 55 Roman" panose="020B0604020202020204" pitchFamily="34" charset="0"/>
            </a:rPr>
            <a:t>Identity &amp; Access Management</a:t>
          </a:r>
        </a:p>
      </dsp:txBody>
      <dsp:txXfrm>
        <a:off x="3755955" y="260832"/>
        <a:ext cx="1205268" cy="490648"/>
      </dsp:txXfrm>
    </dsp:sp>
    <dsp:sp modelId="{C65EF198-D7C9-944F-9530-E01C61F971CE}">
      <dsp:nvSpPr>
        <dsp:cNvPr id="0" name=""/>
        <dsp:cNvSpPr/>
      </dsp:nvSpPr>
      <dsp:spPr>
        <a:xfrm>
          <a:off x="4057272" y="957553"/>
          <a:ext cx="1208820"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Remote Access</a:t>
          </a:r>
        </a:p>
        <a:p>
          <a:pPr marL="0" lvl="0" indent="0" algn="ctr" defTabSz="400050">
            <a:lnSpc>
              <a:spcPct val="90000"/>
            </a:lnSpc>
            <a:spcBef>
              <a:spcPct val="0"/>
            </a:spcBef>
            <a:spcAft>
              <a:spcPct val="35000"/>
            </a:spcAft>
            <a:buNone/>
          </a:pPr>
          <a:r>
            <a:rPr lang="en-US" sz="700" kern="1200" dirty="0">
              <a:latin typeface="Helvetica 55 Roman" panose="020B0604020202020204" pitchFamily="34" charset="0"/>
            </a:rPr>
            <a:t>(Flexible Application Access)</a:t>
          </a:r>
        </a:p>
      </dsp:txBody>
      <dsp:txXfrm>
        <a:off x="4057272" y="957553"/>
        <a:ext cx="1208820" cy="490648"/>
      </dsp:txXfrm>
    </dsp:sp>
    <dsp:sp modelId="{EFBE9363-66A6-F24C-8952-FCA027DE9B05}">
      <dsp:nvSpPr>
        <dsp:cNvPr id="0" name=""/>
        <dsp:cNvSpPr/>
      </dsp:nvSpPr>
      <dsp:spPr>
        <a:xfrm>
          <a:off x="4057272" y="1654274"/>
          <a:ext cx="1164574"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IAM</a:t>
          </a:r>
        </a:p>
        <a:p>
          <a:pPr marL="0" lvl="0" indent="0" algn="ctr" defTabSz="400050">
            <a:lnSpc>
              <a:spcPct val="90000"/>
            </a:lnSpc>
            <a:spcBef>
              <a:spcPct val="0"/>
            </a:spcBef>
            <a:spcAft>
              <a:spcPct val="35000"/>
            </a:spcAft>
            <a:buNone/>
          </a:pPr>
          <a:r>
            <a:rPr lang="en-US" sz="700" kern="1200" dirty="0">
              <a:latin typeface="Helvetica 55 Roman" panose="020B0604020202020204" pitchFamily="34" charset="0"/>
            </a:rPr>
            <a:t>(Flexible Identity Authentication)</a:t>
          </a:r>
        </a:p>
      </dsp:txBody>
      <dsp:txXfrm>
        <a:off x="4057272" y="1654274"/>
        <a:ext cx="1164574" cy="490648"/>
      </dsp:txXfrm>
    </dsp:sp>
    <dsp:sp modelId="{A7D700BE-184C-7142-B545-FB612EFE472A}">
      <dsp:nvSpPr>
        <dsp:cNvPr id="0" name=""/>
        <dsp:cNvSpPr/>
      </dsp:nvSpPr>
      <dsp:spPr>
        <a:xfrm>
          <a:off x="5350014" y="260832"/>
          <a:ext cx="1160481" cy="490648"/>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latin typeface="Helvetica 55 Roman" panose="020B0604020202020204" pitchFamily="34" charset="0"/>
            </a:rPr>
            <a:t>Cloud &amp; Application Security</a:t>
          </a:r>
        </a:p>
      </dsp:txBody>
      <dsp:txXfrm>
        <a:off x="5350014" y="260832"/>
        <a:ext cx="1160481" cy="490648"/>
      </dsp:txXfrm>
    </dsp:sp>
    <dsp:sp modelId="{E469A1E3-9863-224F-82EC-12A11627DFC9}">
      <dsp:nvSpPr>
        <dsp:cNvPr id="0" name=""/>
        <dsp:cNvSpPr/>
      </dsp:nvSpPr>
      <dsp:spPr>
        <a:xfrm>
          <a:off x="5643942" y="964927"/>
          <a:ext cx="1055767"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Cloud Firewall</a:t>
          </a:r>
          <a:br>
            <a:rPr lang="en-US" sz="900" kern="1200" dirty="0">
              <a:latin typeface="Helvetica 55 Roman" panose="020B0604020202020204" pitchFamily="34" charset="0"/>
            </a:rPr>
          </a:br>
          <a:r>
            <a:rPr lang="en-US" sz="700" kern="1200" dirty="0">
              <a:latin typeface="Helvetica 55 Roman" panose="020B0604020202020204" pitchFamily="34" charset="0"/>
            </a:rPr>
            <a:t>(Secure Gateway)</a:t>
          </a:r>
          <a:endParaRPr lang="en-US" sz="900" kern="1200" dirty="0">
            <a:latin typeface="Helvetica 55 Roman" panose="020B0604020202020204" pitchFamily="34" charset="0"/>
          </a:endParaRPr>
        </a:p>
      </dsp:txBody>
      <dsp:txXfrm>
        <a:off x="5643942" y="964927"/>
        <a:ext cx="1055767" cy="490648"/>
      </dsp:txXfrm>
    </dsp:sp>
    <dsp:sp modelId="{848F146F-E818-D64A-9CAE-87AD7B2AFFE7}">
      <dsp:nvSpPr>
        <dsp:cNvPr id="0" name=""/>
        <dsp:cNvSpPr/>
      </dsp:nvSpPr>
      <dsp:spPr>
        <a:xfrm>
          <a:off x="5644334" y="1669592"/>
          <a:ext cx="1041892"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WAF</a:t>
          </a:r>
        </a:p>
        <a:p>
          <a:pPr marL="0" lvl="0" indent="0" algn="ctr" defTabSz="400050">
            <a:lnSpc>
              <a:spcPct val="90000"/>
            </a:lnSpc>
            <a:spcBef>
              <a:spcPct val="0"/>
            </a:spcBef>
            <a:spcAft>
              <a:spcPct val="35000"/>
            </a:spcAft>
            <a:buNone/>
          </a:pPr>
          <a:r>
            <a:rPr lang="en-US" sz="700" kern="1200" dirty="0">
              <a:latin typeface="Helvetica 55 Roman" panose="020B0604020202020204" pitchFamily="34" charset="0"/>
            </a:rPr>
            <a:t>(WAGO)</a:t>
          </a:r>
        </a:p>
      </dsp:txBody>
      <dsp:txXfrm>
        <a:off x="5644334" y="1669592"/>
        <a:ext cx="1041892" cy="490648"/>
      </dsp:txXfrm>
    </dsp:sp>
    <dsp:sp modelId="{A3B4807B-262C-244A-83CB-7895F5DD4A4A}">
      <dsp:nvSpPr>
        <dsp:cNvPr id="0" name=""/>
        <dsp:cNvSpPr/>
      </dsp:nvSpPr>
      <dsp:spPr>
        <a:xfrm>
          <a:off x="5659083" y="2334788"/>
          <a:ext cx="1040292"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IDPS</a:t>
          </a:r>
          <a:br>
            <a:rPr lang="en-US" sz="900" kern="1200" dirty="0">
              <a:latin typeface="Helvetica 55 Roman" panose="020B0604020202020204" pitchFamily="34" charset="0"/>
            </a:rPr>
          </a:br>
          <a:r>
            <a:rPr lang="en-US" sz="700" kern="1200" dirty="0">
              <a:latin typeface="Helvetica 55 Roman" panose="020B0604020202020204" pitchFamily="34" charset="0"/>
            </a:rPr>
            <a:t>(Active Prevention)</a:t>
          </a:r>
        </a:p>
      </dsp:txBody>
      <dsp:txXfrm>
        <a:off x="5659083" y="2334788"/>
        <a:ext cx="1040292" cy="490648"/>
      </dsp:txXfrm>
    </dsp:sp>
    <dsp:sp modelId="{D0EF41EC-F114-1C40-9439-466C6EE18066}">
      <dsp:nvSpPr>
        <dsp:cNvPr id="0" name=""/>
        <dsp:cNvSpPr/>
      </dsp:nvSpPr>
      <dsp:spPr>
        <a:xfrm>
          <a:off x="5658690" y="3047716"/>
          <a:ext cx="1026269" cy="540277"/>
        </a:xfrm>
        <a:prstGeom prst="rect">
          <a:avLst/>
        </a:prstGeom>
        <a:solidFill>
          <a:srgbClr val="8F8F8F"/>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Cloud Security – Infrastructure</a:t>
          </a:r>
        </a:p>
      </dsp:txBody>
      <dsp:txXfrm>
        <a:off x="5658690" y="3047716"/>
        <a:ext cx="1026269" cy="540277"/>
      </dsp:txXfrm>
    </dsp:sp>
    <dsp:sp modelId="{6DC68A5C-F9B2-A74A-9139-7B69B5E2D800}">
      <dsp:nvSpPr>
        <dsp:cNvPr id="0" name=""/>
        <dsp:cNvSpPr/>
      </dsp:nvSpPr>
      <dsp:spPr>
        <a:xfrm>
          <a:off x="6825737" y="260832"/>
          <a:ext cx="981297" cy="490648"/>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latin typeface="Helvetica 55 Roman" panose="020B0604020202020204" pitchFamily="34" charset="0"/>
            </a:rPr>
            <a:t>OT / IoT Security</a:t>
          </a:r>
        </a:p>
      </dsp:txBody>
      <dsp:txXfrm>
        <a:off x="6825737" y="260832"/>
        <a:ext cx="981297" cy="490648"/>
      </dsp:txXfrm>
    </dsp:sp>
    <dsp:sp modelId="{E8219519-6600-1942-8C05-6B3F17077D66}">
      <dsp:nvSpPr>
        <dsp:cNvPr id="0" name=""/>
        <dsp:cNvSpPr/>
      </dsp:nvSpPr>
      <dsp:spPr>
        <a:xfrm>
          <a:off x="7065272" y="957553"/>
          <a:ext cx="981297" cy="490648"/>
        </a:xfrm>
        <a:prstGeom prst="rect">
          <a:avLst/>
        </a:prstGeom>
        <a:solidFill>
          <a:srgbClr val="8F8F8F"/>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OT Firewall</a:t>
          </a:r>
          <a:endParaRPr lang="en-US" sz="700" kern="1200" dirty="0">
            <a:latin typeface="Helvetica 55 Roman" panose="020B0604020202020204" pitchFamily="34" charset="0"/>
          </a:endParaRPr>
        </a:p>
      </dsp:txBody>
      <dsp:txXfrm>
        <a:off x="7065272" y="957553"/>
        <a:ext cx="981297" cy="490648"/>
      </dsp:txXfrm>
    </dsp:sp>
    <dsp:sp modelId="{77087DA0-F769-6546-9934-FDC05CDDB003}">
      <dsp:nvSpPr>
        <dsp:cNvPr id="0" name=""/>
        <dsp:cNvSpPr/>
      </dsp:nvSpPr>
      <dsp:spPr>
        <a:xfrm>
          <a:off x="7065272" y="1654274"/>
          <a:ext cx="981297" cy="490648"/>
        </a:xfrm>
        <a:prstGeom prst="rect">
          <a:avLst/>
        </a:prstGeom>
        <a:solidFill>
          <a:srgbClr val="8F8F8F"/>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OT Security</a:t>
          </a:r>
          <a:endParaRPr lang="en-US" sz="700" kern="1200" dirty="0">
            <a:latin typeface="Helvetica 55 Roman" panose="020B0604020202020204" pitchFamily="34" charset="0"/>
          </a:endParaRPr>
        </a:p>
      </dsp:txBody>
      <dsp:txXfrm>
        <a:off x="7065272" y="1654274"/>
        <a:ext cx="981297" cy="49064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3109BCF-FD8F-7147-2BDA-975E4C21125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a:extLst>
              <a:ext uri="{FF2B5EF4-FFF2-40B4-BE49-F238E27FC236}">
                <a16:creationId xmlns:a16="http://schemas.microsoft.com/office/drawing/2014/main" id="{6D1FE56D-8A86-BAA9-AA63-C40FB0BE8E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7F4D7B2-9FC0-4999-A087-ECF7439B8997}" type="datetimeFigureOut">
              <a:rPr lang="de-DE" smtClean="0"/>
              <a:t>15.07.2026</a:t>
            </a:fld>
            <a:endParaRPr lang="de-DE"/>
          </a:p>
        </p:txBody>
      </p:sp>
      <p:sp>
        <p:nvSpPr>
          <p:cNvPr id="4" name="Footer Placeholder 3">
            <a:extLst>
              <a:ext uri="{FF2B5EF4-FFF2-40B4-BE49-F238E27FC236}">
                <a16:creationId xmlns:a16="http://schemas.microsoft.com/office/drawing/2014/main" id="{659085EE-999D-52FF-5965-4A7A2F6DC9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Slide Number Placeholder 4">
            <a:extLst>
              <a:ext uri="{FF2B5EF4-FFF2-40B4-BE49-F238E27FC236}">
                <a16:creationId xmlns:a16="http://schemas.microsoft.com/office/drawing/2014/main" id="{40990673-D530-3ED7-B090-1D425CD9EB9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6C07D5-4725-4053-8FF0-2FC64C2B3CCE}" type="slidenum">
              <a:rPr lang="de-DE" smtClean="0"/>
              <a:t>‹#›</a:t>
            </a:fld>
            <a:endParaRPr lang="de-DE"/>
          </a:p>
        </p:txBody>
      </p:sp>
    </p:spTree>
    <p:extLst>
      <p:ext uri="{BB962C8B-B14F-4D97-AF65-F5344CB8AC3E}">
        <p14:creationId xmlns:p14="http://schemas.microsoft.com/office/powerpoint/2010/main" val="3878544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8"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Helvetica 55 Roman" panose="020B0604020202020204" pitchFamily="34" charset="0"/>
              </a:defRPr>
            </a:lvl1pPr>
          </a:lstStyle>
          <a:p>
            <a:endParaRPr lang="en-GB" dirty="0"/>
          </a:p>
        </p:txBody>
      </p:sp>
      <p:sp>
        <p:nvSpPr>
          <p:cNvPr id="9"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Helvetica 55 Roman" panose="020B0604020202020204" pitchFamily="34" charset="0"/>
              </a:defRPr>
            </a:lvl1pPr>
          </a:lstStyle>
          <a:p>
            <a:fld id="{14F63557-65CD-470F-8999-4C3C411BE899}" type="datetimeFigureOut">
              <a:rPr lang="en-GB" smtClean="0"/>
              <a:pPr/>
              <a:t>15/07/2026</a:t>
            </a:fld>
            <a:endParaRPr lang="en-GB"/>
          </a:p>
        </p:txBody>
      </p:sp>
      <p:sp>
        <p:nvSpPr>
          <p:cNvPr id="10" name="Notes Placeholder 4"/>
          <p:cNvSpPr>
            <a:spLocks noGrp="1"/>
          </p:cNvSpPr>
          <p:nvPr>
            <p:ph type="body" sz="quarter" idx="3"/>
          </p:nvPr>
        </p:nvSpPr>
        <p:spPr>
          <a:xfrm>
            <a:off x="381000" y="4343400"/>
            <a:ext cx="6096000" cy="4114800"/>
          </a:xfrm>
          <a:prstGeom prst="rect">
            <a:avLst/>
          </a:prstGeom>
        </p:spPr>
        <p:txBody>
          <a:bodyPr vert="horz" lIns="91440" tIns="45720" rIns="180000" bIns="45720" rtlCol="0"/>
          <a:lstStyle/>
          <a:p>
            <a:pPr marL="92075"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Helvetica 75 Bold" panose="020B0804020202020204" pitchFamily="34" charset="0"/>
                <a:ea typeface="+mn-ea"/>
                <a:cs typeface="+mn-cs"/>
              </a:rPr>
              <a:t>Click to edit Master text styles</a:t>
            </a:r>
          </a:p>
          <a:p>
            <a:pPr marL="230188" marR="0" lvl="1" indent="-13811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dirty="0">
                <a:ln>
                  <a:noFill/>
                </a:ln>
                <a:solidFill>
                  <a:prstClr val="black"/>
                </a:solidFill>
                <a:effectLst/>
                <a:uLnTx/>
                <a:uFillTx/>
                <a:latin typeface="Helvetica 75 Bold" panose="020B0804020202020204" pitchFamily="34" charset="0"/>
                <a:ea typeface="+mn-ea"/>
                <a:cs typeface="+mn-cs"/>
              </a:rPr>
              <a:t>Second level</a:t>
            </a:r>
          </a:p>
          <a:p>
            <a:pPr marL="360363" marR="0" lvl="2" indent="-147638"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rPr>
              <a:t>Third level</a:t>
            </a:r>
          </a:p>
          <a:p>
            <a:pPr marL="522288" marR="0" lvl="3" indent="-138113"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rPr>
              <a:t>Fourth level</a:t>
            </a:r>
          </a:p>
          <a:p>
            <a:pPr marL="668338" marR="0" lvl="4" indent="-146050"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rPr>
              <a:t>Fifth level</a:t>
            </a:r>
            <a:endParaRPr kumimoji="0" lang="en-GB"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endParaRPr>
          </a:p>
        </p:txBody>
      </p:sp>
      <p:sp>
        <p:nvSpPr>
          <p:cNvPr id="11"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Helvetica 55 Roman" panose="020B0604020202020204" pitchFamily="34" charset="0"/>
              </a:defRPr>
            </a:lvl1pPr>
          </a:lstStyle>
          <a:p>
            <a:endParaRPr lang="en-GB"/>
          </a:p>
        </p:txBody>
      </p:sp>
      <p:sp>
        <p:nvSpPr>
          <p:cNvPr id="12"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Helvetica 55 Roman" panose="020B0604020202020204" pitchFamily="34" charset="0"/>
              </a:defRPr>
            </a:lvl1pPr>
          </a:lstStyle>
          <a:p>
            <a:fld id="{885932DF-9606-4758-A2B5-AF1153FB1ABB}" type="slidenum">
              <a:rPr lang="en-GB" smtClean="0"/>
              <a:pPr/>
              <a:t>‹#›</a:t>
            </a:fld>
            <a:endParaRPr lang="en-GB"/>
          </a:p>
        </p:txBody>
      </p:sp>
    </p:spTree>
    <p:extLst>
      <p:ext uri="{BB962C8B-B14F-4D97-AF65-F5344CB8AC3E}">
        <p14:creationId xmlns:p14="http://schemas.microsoft.com/office/powerpoint/2010/main" val="1938228746"/>
      </p:ext>
    </p:extLst>
  </p:cSld>
  <p:clrMap bg1="lt1" tx1="dk1" bg2="lt2" tx2="dk2" accent1="accent1" accent2="accent2" accent3="accent3" accent4="accent4" accent5="accent5" accent6="accent6" hlink="hlink" folHlink="folHlink"/>
  <p:hf hdr="0" ftr="0" dt="0"/>
  <p:notesStyle>
    <a:lvl1pPr marL="92075" marR="0" indent="0" algn="l" defTabSz="914400" rtl="0" eaLnBrk="1" fontAlgn="auto" latinLnBrk="0" hangingPunct="1">
      <a:lnSpc>
        <a:spcPct val="100000"/>
      </a:lnSpc>
      <a:spcBef>
        <a:spcPts val="0"/>
      </a:spcBef>
      <a:spcAft>
        <a:spcPts val="0"/>
      </a:spcAft>
      <a:buClrTx/>
      <a:buSzTx/>
      <a:buFontTx/>
      <a:buNone/>
      <a:tabLst/>
      <a:defRPr sz="1000" kern="1200">
        <a:solidFill>
          <a:schemeClr val="tx1"/>
        </a:solidFill>
        <a:latin typeface="Helvetica 75 Bold" panose="020B0804020202020204" pitchFamily="34" charset="0"/>
        <a:ea typeface="+mn-ea"/>
        <a:cs typeface="+mn-cs"/>
      </a:defRPr>
    </a:lvl1pPr>
    <a:lvl2pPr marL="230188" marR="0" indent="-13811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sz="1000" kern="1200">
        <a:solidFill>
          <a:schemeClr val="tx1"/>
        </a:solidFill>
        <a:latin typeface="Helvetica 75 Bold" panose="020B0804020202020204" pitchFamily="34" charset="0"/>
        <a:ea typeface="+mn-ea"/>
        <a:cs typeface="+mn-cs"/>
      </a:defRPr>
    </a:lvl2pPr>
    <a:lvl3pPr marL="360363" marR="0" indent="-147638"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3pPr>
    <a:lvl4pPr marL="522288" marR="0" indent="-138113"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4pPr>
    <a:lvl5pPr marL="668338" marR="0" indent="-146050"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885932DF-9606-4758-A2B5-AF1153FB1ABB}" type="slidenum">
              <a:rPr lang="en-GB" smtClean="0"/>
              <a:pPr/>
              <a:t>1</a:t>
            </a:fld>
            <a:endParaRPr lang="en-GB"/>
          </a:p>
        </p:txBody>
      </p:sp>
    </p:spTree>
    <p:extLst>
      <p:ext uri="{BB962C8B-B14F-4D97-AF65-F5344CB8AC3E}">
        <p14:creationId xmlns:p14="http://schemas.microsoft.com/office/powerpoint/2010/main" val="3664263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9D0F6-9020-6783-DFE2-DC68132F5B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F904C17-6449-CB58-27F7-DAF3B8ADC5B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789243D-87A2-C8B4-A8F3-6E3089A4F521}"/>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EC17FBD9-25B2-A559-B8FB-B8F4F449A15D}"/>
              </a:ext>
            </a:extLst>
          </p:cNvPr>
          <p:cNvSpPr>
            <a:spLocks noGrp="1"/>
          </p:cNvSpPr>
          <p:nvPr>
            <p:ph type="sldNum" sz="quarter" idx="5"/>
          </p:nvPr>
        </p:nvSpPr>
        <p:spPr/>
        <p:txBody>
          <a:bodyPr/>
          <a:lstStyle/>
          <a:p>
            <a:fld id="{885932DF-9606-4758-A2B5-AF1153FB1ABB}" type="slidenum">
              <a:rPr lang="en-GB" smtClean="0"/>
              <a:pPr/>
              <a:t>2</a:t>
            </a:fld>
            <a:endParaRPr lang="en-GB"/>
          </a:p>
        </p:txBody>
      </p:sp>
    </p:spTree>
    <p:extLst>
      <p:ext uri="{BB962C8B-B14F-4D97-AF65-F5344CB8AC3E}">
        <p14:creationId xmlns:p14="http://schemas.microsoft.com/office/powerpoint/2010/main" val="1259976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55CB9-E604-426A-8856-38CD148D332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E3F741B-7970-81DB-7701-EA3EDCF8C94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9291E59-3111-24CB-AB44-67B0C6F5D4B0}"/>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548D123B-0A78-9FAB-D0F6-826A1CDAC201}"/>
              </a:ext>
            </a:extLst>
          </p:cNvPr>
          <p:cNvSpPr>
            <a:spLocks noGrp="1"/>
          </p:cNvSpPr>
          <p:nvPr>
            <p:ph type="sldNum" sz="quarter" idx="5"/>
          </p:nvPr>
        </p:nvSpPr>
        <p:spPr/>
        <p:txBody>
          <a:bodyPr/>
          <a:lstStyle/>
          <a:p>
            <a:fld id="{885932DF-9606-4758-A2B5-AF1153FB1ABB}" type="slidenum">
              <a:rPr lang="en-GB" smtClean="0"/>
              <a:pPr/>
              <a:t>3</a:t>
            </a:fld>
            <a:endParaRPr lang="en-GB"/>
          </a:p>
        </p:txBody>
      </p:sp>
    </p:spTree>
    <p:extLst>
      <p:ext uri="{BB962C8B-B14F-4D97-AF65-F5344CB8AC3E}">
        <p14:creationId xmlns:p14="http://schemas.microsoft.com/office/powerpoint/2010/main" val="941745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us? How we do it?</a:t>
            </a:r>
          </a:p>
          <a:p>
            <a:endParaRPr lang="en-US"/>
          </a:p>
          <a:p>
            <a:pPr marL="171450" indent="-171450">
              <a:buFontTx/>
              <a:buChar char="-"/>
            </a:pPr>
            <a:r>
              <a:rPr lang="en-US"/>
              <a:t>We are a European anchorage with a global footprint: you are protected and compliant no matter where you are located.</a:t>
            </a:r>
          </a:p>
          <a:p>
            <a:pPr marL="171450" indent="-171450">
              <a:buFontTx/>
              <a:buChar char="-"/>
            </a:pPr>
            <a:r>
              <a:rPr lang="en-US"/>
              <a:t>Threat research &amp; intelligence is part of our DNA: so you can focus on what matters, achieving better security outcomes.</a:t>
            </a:r>
          </a:p>
          <a:p>
            <a:pPr marL="171450" indent="-171450">
              <a:buFontTx/>
              <a:buChar char="-"/>
            </a:pPr>
            <a:r>
              <a:rPr lang="en-US"/>
              <a:t>2,500+ cybersecurity experts working together: so you can focus on your business, enabling a trusted digital space.</a:t>
            </a:r>
          </a:p>
        </p:txBody>
      </p:sp>
      <p:sp>
        <p:nvSpPr>
          <p:cNvPr id="4" name="Slide Number Placeholder 3"/>
          <p:cNvSpPr>
            <a:spLocks noGrp="1"/>
          </p:cNvSpPr>
          <p:nvPr>
            <p:ph type="sldNum" sz="quarter" idx="5"/>
          </p:nvPr>
        </p:nvSpPr>
        <p:spPr/>
        <p:txBody>
          <a:bodyPr/>
          <a:lstStyle/>
          <a:p>
            <a:fld id="{F2F5BFD6-7A2B-3746-AC2E-318FB528CDD4}" type="slidenum">
              <a:rPr lang="fr-FR" smtClean="0"/>
              <a:pPr/>
              <a:t>4</a:t>
            </a:fld>
            <a:endParaRPr lang="fr-FR"/>
          </a:p>
        </p:txBody>
      </p:sp>
    </p:spTree>
    <p:extLst>
      <p:ext uri="{BB962C8B-B14F-4D97-AF65-F5344CB8AC3E}">
        <p14:creationId xmlns:p14="http://schemas.microsoft.com/office/powerpoint/2010/main" val="990319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en-US" sz="900" b="1" dirty="0"/>
              <a:t>Global protection with local expertise</a:t>
            </a:r>
            <a:r>
              <a:rPr lang="en-US" altLang="en-US" sz="900" dirty="0"/>
              <a:t>. </a:t>
            </a:r>
            <a:r>
              <a:rPr lang="en-GB" sz="900" b="0" i="0" kern="1200" baseline="0" dirty="0">
                <a:solidFill>
                  <a:schemeClr val="tx1"/>
                </a:solidFill>
                <a:effectLst/>
                <a:latin typeface="Helvetica Courant" charset="0"/>
                <a:ea typeface="+mn-ea"/>
                <a:cs typeface="+mn-cs"/>
              </a:rPr>
              <a:t>We offer you </a:t>
            </a:r>
            <a:r>
              <a:rPr lang="en-US" sz="900" b="0" i="0" kern="1200" dirty="0">
                <a:solidFill>
                  <a:schemeClr val="tx1"/>
                </a:solidFill>
                <a:effectLst/>
                <a:latin typeface="Helvetica Courant" charset="0"/>
                <a:ea typeface="+mn-ea"/>
                <a:cs typeface="+mn-cs"/>
              </a:rPr>
              <a:t>24/7/365 local operations in 19 locations with 18 Security Operations </a:t>
            </a:r>
            <a:r>
              <a:rPr lang="en-US" sz="900" b="0" i="0" kern="1200" dirty="0" err="1">
                <a:solidFill>
                  <a:schemeClr val="tx1"/>
                </a:solidFill>
                <a:effectLst/>
                <a:latin typeface="Helvetica Courant" charset="0"/>
                <a:ea typeface="+mn-ea"/>
                <a:cs typeface="+mn-cs"/>
              </a:rPr>
              <a:t>Centres</a:t>
            </a:r>
            <a:r>
              <a:rPr lang="en-US" sz="900" b="0" i="0" kern="1200" dirty="0">
                <a:solidFill>
                  <a:schemeClr val="tx1"/>
                </a:solidFill>
                <a:effectLst/>
                <a:latin typeface="Helvetica Courant" charset="0"/>
                <a:ea typeface="+mn-ea"/>
                <a:cs typeface="+mn-cs"/>
              </a:rPr>
              <a:t> (SOCs) worldwide, 11 </a:t>
            </a:r>
            <a:r>
              <a:rPr lang="en-US" sz="900" b="0" i="0" kern="1200" dirty="0" err="1">
                <a:solidFill>
                  <a:schemeClr val="tx1"/>
                </a:solidFill>
                <a:effectLst/>
                <a:latin typeface="Helvetica Courant" charset="0"/>
                <a:ea typeface="+mn-ea"/>
                <a:cs typeface="+mn-cs"/>
              </a:rPr>
              <a:t>CyberSOCs</a:t>
            </a:r>
            <a:r>
              <a:rPr lang="en-US" sz="900" b="0" i="0" kern="1200" dirty="0">
                <a:solidFill>
                  <a:schemeClr val="tx1"/>
                </a:solidFill>
                <a:effectLst/>
                <a:latin typeface="Helvetica Courant" charset="0"/>
                <a:ea typeface="+mn-ea"/>
                <a:cs typeface="+mn-cs"/>
              </a:rPr>
              <a:t>, 4 CERTS and sales and services support in 160 countries.</a:t>
            </a:r>
            <a:r>
              <a:rPr lang="en-US" sz="900" b="0" i="0" kern="1200" baseline="0" dirty="0">
                <a:solidFill>
                  <a:schemeClr val="tx1"/>
                </a:solidFill>
                <a:effectLst/>
                <a:latin typeface="Helvetica Courant" charset="0"/>
                <a:ea typeface="+mn-ea"/>
                <a:cs typeface="+mn-cs"/>
              </a:rPr>
              <a:t> </a:t>
            </a:r>
            <a:r>
              <a:rPr lang="en-GB" sz="900" b="0" i="0" kern="1200" dirty="0">
                <a:solidFill>
                  <a:schemeClr val="tx1"/>
                </a:solidFill>
                <a:effectLst/>
                <a:latin typeface="Helvetica Courant" charset="0"/>
                <a:ea typeface="+mn-ea"/>
                <a:cs typeface="+mn-cs"/>
              </a:rPr>
              <a:t>This means we thoroughly</a:t>
            </a:r>
            <a:r>
              <a:rPr lang="en-GB" sz="900" b="0" i="0" kern="1200" baseline="0" dirty="0">
                <a:solidFill>
                  <a:schemeClr val="tx1"/>
                </a:solidFill>
                <a:effectLst/>
                <a:latin typeface="Helvetica Courant" charset="0"/>
                <a:ea typeface="+mn-ea"/>
                <a:cs typeface="+mn-cs"/>
              </a:rPr>
              <a:t> </a:t>
            </a:r>
            <a:r>
              <a:rPr lang="en-GB" sz="900" b="1" i="0" kern="1200" baseline="0" dirty="0">
                <a:solidFill>
                  <a:schemeClr val="tx1"/>
                </a:solidFill>
                <a:effectLst/>
                <a:latin typeface="Helvetica Courant" charset="0"/>
                <a:ea typeface="+mn-ea"/>
                <a:cs typeface="+mn-cs"/>
              </a:rPr>
              <a:t>understand local regulations</a:t>
            </a:r>
            <a:r>
              <a:rPr lang="en-GB" sz="900" b="0" i="0" kern="1200" baseline="0" dirty="0">
                <a:solidFill>
                  <a:schemeClr val="tx1"/>
                </a:solidFill>
                <a:effectLst/>
                <a:latin typeface="Helvetica Courant" charset="0"/>
                <a:ea typeface="+mn-ea"/>
                <a:cs typeface="+mn-cs"/>
              </a:rPr>
              <a:t>, context and </a:t>
            </a:r>
            <a:r>
              <a:rPr lang="en-GB" sz="900" b="1" i="0" kern="1200" baseline="0" dirty="0">
                <a:solidFill>
                  <a:schemeClr val="tx1"/>
                </a:solidFill>
                <a:effectLst/>
                <a:latin typeface="Helvetica Courant" charset="0"/>
                <a:ea typeface="+mn-ea"/>
                <a:cs typeface="+mn-cs"/>
              </a:rPr>
              <a:t>speak your language </a:t>
            </a:r>
            <a:r>
              <a:rPr lang="en-GB" sz="900" b="0" i="0" kern="1200" baseline="0" dirty="0">
                <a:solidFill>
                  <a:schemeClr val="tx1"/>
                </a:solidFill>
                <a:effectLst/>
                <a:latin typeface="Helvetica Courant" charset="0"/>
                <a:ea typeface="+mn-ea"/>
                <a:cs typeface="+mn-cs"/>
              </a:rPr>
              <a:t>while </a:t>
            </a:r>
            <a:r>
              <a:rPr lang="en-GB" sz="900" b="1" i="0" kern="1200" baseline="0" dirty="0">
                <a:solidFill>
                  <a:schemeClr val="tx1"/>
                </a:solidFill>
                <a:effectLst/>
                <a:latin typeface="Helvetica Courant" charset="0"/>
                <a:ea typeface="+mn-ea"/>
                <a:cs typeface="+mn-cs"/>
              </a:rPr>
              <a:t>protecting your business globally.</a:t>
            </a:r>
            <a:endParaRPr lang="en-GB" sz="900" b="1" i="0" kern="1200" dirty="0">
              <a:solidFill>
                <a:schemeClr val="tx1"/>
              </a:solidFill>
              <a:effectLst/>
              <a:latin typeface="Helvetica Courant" charset="0"/>
              <a:ea typeface="+mn-ea"/>
              <a:cs typeface="+mn-cs"/>
            </a:endParaRPr>
          </a:p>
          <a:p>
            <a:endParaRPr lang="en-US" sz="900" b="0" i="0" kern="1200" dirty="0">
              <a:solidFill>
                <a:schemeClr val="tx1"/>
              </a:solidFill>
              <a:effectLst/>
              <a:latin typeface="Helvetica Courant" charset="0"/>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900" b="0" i="0" kern="1200" dirty="0">
                <a:solidFill>
                  <a:schemeClr val="tx1"/>
                </a:solidFill>
                <a:effectLst/>
                <a:latin typeface="Helvetica Courant" charset="0"/>
                <a:ea typeface="+mn-ea"/>
                <a:cs typeface="+mn-cs"/>
              </a:rPr>
              <a:t>Our SOCs and </a:t>
            </a:r>
            <a:r>
              <a:rPr lang="en-GB" sz="900" b="0" i="0" kern="1200" dirty="0" err="1">
                <a:solidFill>
                  <a:schemeClr val="tx1"/>
                </a:solidFill>
                <a:effectLst/>
                <a:latin typeface="Helvetica Courant" charset="0"/>
                <a:ea typeface="+mn-ea"/>
                <a:cs typeface="+mn-cs"/>
              </a:rPr>
              <a:t>CyberSOCs</a:t>
            </a:r>
            <a:r>
              <a:rPr lang="en-GB" sz="900" b="0" i="0" kern="1200" dirty="0">
                <a:solidFill>
                  <a:schemeClr val="tx1"/>
                </a:solidFill>
                <a:effectLst/>
                <a:latin typeface="Helvetica Courant" charset="0"/>
                <a:ea typeface="+mn-ea"/>
                <a:cs typeface="+mn-cs"/>
              </a:rPr>
              <a:t> track malicious actors’ campaigns across regions and time zones, </a:t>
            </a:r>
            <a:r>
              <a:rPr lang="en-GB" sz="900" b="1" i="0" kern="1200" dirty="0">
                <a:solidFill>
                  <a:schemeClr val="tx1"/>
                </a:solidFill>
                <a:effectLst/>
                <a:latin typeface="Helvetica Courant" charset="0"/>
                <a:ea typeface="+mn-ea"/>
                <a:cs typeface="+mn-cs"/>
              </a:rPr>
              <a:t>helping  your business be constantly aware of emerging threats </a:t>
            </a:r>
            <a:r>
              <a:rPr lang="en-GB" sz="900" b="0" i="0" kern="1200" dirty="0">
                <a:solidFill>
                  <a:schemeClr val="tx1"/>
                </a:solidFill>
                <a:effectLst/>
                <a:latin typeface="Helvetica Courant" charset="0"/>
                <a:ea typeface="+mn-ea"/>
                <a:cs typeface="+mn-cs"/>
              </a:rPr>
              <a:t>and quickly support</a:t>
            </a:r>
            <a:r>
              <a:rPr lang="en-GB" sz="900" b="0" i="0" kern="1200" baseline="0" dirty="0">
                <a:solidFill>
                  <a:schemeClr val="tx1"/>
                </a:solidFill>
                <a:effectLst/>
                <a:latin typeface="Helvetica Courant" charset="0"/>
                <a:ea typeface="+mn-ea"/>
                <a:cs typeface="+mn-cs"/>
              </a:rPr>
              <a:t> remediation in case of an incident</a:t>
            </a:r>
            <a:r>
              <a:rPr lang="en-GB" sz="900" b="0" i="0" kern="1200" dirty="0">
                <a:solidFill>
                  <a:schemeClr val="tx1"/>
                </a:solidFill>
                <a:effectLst/>
                <a:latin typeface="Helvetica Courant" charset="0"/>
                <a:ea typeface="+mn-ea"/>
                <a:cs typeface="+mn-cs"/>
              </a:rPr>
              <a:t>. </a:t>
            </a:r>
          </a:p>
        </p:txBody>
      </p:sp>
      <p:sp>
        <p:nvSpPr>
          <p:cNvPr id="4" name="Slide Number Placeholder 3"/>
          <p:cNvSpPr>
            <a:spLocks noGrp="1"/>
          </p:cNvSpPr>
          <p:nvPr>
            <p:ph type="sldNum" sz="quarter" idx="5"/>
          </p:nvPr>
        </p:nvSpPr>
        <p:spPr/>
        <p:txBody>
          <a:bodyPr/>
          <a:lstStyle/>
          <a:p>
            <a:fld id="{F2F5BFD6-7A2B-3746-AC2E-318FB528CDD4}" type="slidenum">
              <a:rPr lang="fr-FR" smtClean="0"/>
              <a:pPr/>
              <a:t>5</a:t>
            </a:fld>
            <a:endParaRPr lang="fr-FR"/>
          </a:p>
        </p:txBody>
      </p:sp>
    </p:spTree>
    <p:extLst>
      <p:ext uri="{BB962C8B-B14F-4D97-AF65-F5344CB8AC3E}">
        <p14:creationId xmlns:p14="http://schemas.microsoft.com/office/powerpoint/2010/main" val="2602098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631535D-DE27-4E4B-A390-E14717CDF409}" type="slidenum">
              <a:rPr lang="en-US" smtClean="0"/>
              <a:t>6</a:t>
            </a:fld>
            <a:endParaRPr lang="en-US"/>
          </a:p>
        </p:txBody>
      </p:sp>
    </p:spTree>
    <p:extLst>
      <p:ext uri="{BB962C8B-B14F-4D97-AF65-F5344CB8AC3E}">
        <p14:creationId xmlns:p14="http://schemas.microsoft.com/office/powerpoint/2010/main" val="25215573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r>
              <a:rPr lang="en-US" dirty="0"/>
              <a:t>So let me try and explain why this report is important for our managed services sales and how also how our managed services can help our customers.</a:t>
            </a:r>
          </a:p>
          <a:p>
            <a:endParaRPr lang="en-US" dirty="0"/>
          </a:p>
          <a:p>
            <a:r>
              <a:rPr lang="en-US" dirty="0"/>
              <a:t>If we start with the customer. Customer decision-making is done in the same part of the brain as where they have their feelings. So feelings will control </a:t>
            </a:r>
            <a:r>
              <a:rPr lang="en-US" dirty="0" err="1"/>
              <a:t>decitions</a:t>
            </a:r>
            <a:r>
              <a:rPr lang="en-US" dirty="0"/>
              <a:t>.</a:t>
            </a:r>
          </a:p>
          <a:p>
            <a:r>
              <a:rPr lang="en-US" dirty="0"/>
              <a:t>The most important feeling for us is “TRUST”, and this report really help to </a:t>
            </a:r>
            <a:r>
              <a:rPr lang="en-US" dirty="0" err="1"/>
              <a:t>buld</a:t>
            </a:r>
            <a:r>
              <a:rPr lang="en-US" dirty="0"/>
              <a:t> trust for us and our abilities with our customers.</a:t>
            </a:r>
          </a:p>
          <a:p>
            <a:endParaRPr lang="en-US" dirty="0"/>
          </a:p>
          <a:p>
            <a:r>
              <a:rPr lang="en-US" dirty="0"/>
              <a:t>So how can we help our customers where they may fall short? Lets look at this within the context of our five different services areas.</a:t>
            </a:r>
          </a:p>
          <a:p>
            <a:endParaRPr lang="en-US" dirty="0"/>
          </a:p>
          <a:p>
            <a:r>
              <a:rPr lang="en-US" dirty="0"/>
              <a:t>ANTICIPATE:  If you do not understand the threat, how can understand how to identify, detect or protect against the threat?</a:t>
            </a:r>
          </a:p>
          <a:p>
            <a:r>
              <a:rPr lang="en-US" dirty="0"/>
              <a:t>Do you have resources and </a:t>
            </a:r>
            <a:r>
              <a:rPr lang="en-US" dirty="0" err="1"/>
              <a:t>skils</a:t>
            </a:r>
            <a:r>
              <a:rPr lang="en-US" dirty="0"/>
              <a:t> to monitor for new vulnerabilities, threats (like fake domains, mobile apps) or </a:t>
            </a:r>
            <a:r>
              <a:rPr lang="en-US" dirty="0" err="1"/>
              <a:t>attackvectors</a:t>
            </a:r>
            <a:r>
              <a:rPr lang="en-US" dirty="0"/>
              <a:t> like java-</a:t>
            </a:r>
            <a:r>
              <a:rPr lang="en-US" dirty="0" err="1"/>
              <a:t>scripr</a:t>
            </a:r>
            <a:r>
              <a:rPr lang="en-US" dirty="0"/>
              <a:t> card skimming…) If not, buy a service</a:t>
            </a:r>
          </a:p>
          <a:p>
            <a:endParaRPr lang="en-US" dirty="0"/>
          </a:p>
          <a:p>
            <a:r>
              <a:rPr lang="en-US" dirty="0"/>
              <a:t>IDENTIFY:  Always a good idea to have an external </a:t>
            </a:r>
            <a:r>
              <a:rPr lang="en-US" dirty="0" err="1"/>
              <a:t>thirdparty</a:t>
            </a:r>
            <a:r>
              <a:rPr lang="en-US" dirty="0"/>
              <a:t> to verify your attack surface.  We know of  customers that have excluded vuln data to look better in their internal KPI:s..</a:t>
            </a:r>
          </a:p>
          <a:p>
            <a:endParaRPr lang="en-US" dirty="0"/>
          </a:p>
          <a:p>
            <a:r>
              <a:rPr lang="en-US" dirty="0"/>
              <a:t>PROTECT:  A big part of incidents could have been avoided, or the impact could have been reduced if the equipment where configured in an optimal way. Do customer have time and deep expertise across all the</a:t>
            </a:r>
            <a:br>
              <a:rPr lang="en-US" dirty="0"/>
            </a:br>
            <a:r>
              <a:rPr lang="en-US" dirty="0"/>
              <a:t>complex cybersecurity technologies to be able to configure and monitor them in an optimal way</a:t>
            </a:r>
          </a:p>
          <a:p>
            <a:endParaRPr lang="en-US" dirty="0"/>
          </a:p>
          <a:p>
            <a:r>
              <a:rPr lang="en-US" dirty="0"/>
              <a:t>DETECT:  Detection has three challenges:</a:t>
            </a:r>
            <a:br>
              <a:rPr lang="en-US" dirty="0"/>
            </a:br>
            <a:r>
              <a:rPr lang="en-US" dirty="0"/>
              <a:t>1.) There is no silver bullet (log vs endpoint vs network) You need to understand how to best invest your money to get ROI</a:t>
            </a:r>
          </a:p>
          <a:p>
            <a:r>
              <a:rPr lang="en-US" dirty="0"/>
              <a:t>2.) Analyzing detections are more complex today than 10 years ago.  Then it was black/white.  Hit/miss based on signatures and static correlation rules Now it is all about detecting behavior anomalies in files, endpoint, application or network activities. You need to be an expert to be able to sort out the FP from the TP.</a:t>
            </a:r>
          </a:p>
          <a:p>
            <a:r>
              <a:rPr lang="en-US" dirty="0"/>
              <a:t>3.). This is not a daytime job.  You need this 24x7</a:t>
            </a:r>
          </a:p>
          <a:p>
            <a:endParaRPr lang="en-US" dirty="0"/>
          </a:p>
          <a:p>
            <a:r>
              <a:rPr lang="en-US" dirty="0"/>
              <a:t>RESPOND:</a:t>
            </a:r>
          </a:p>
          <a:p>
            <a:r>
              <a:rPr lang="en-US" dirty="0"/>
              <a:t>The toughest job in the cybersecurity industry.  If you do it 99.999% correct you have failed and the attacker is still in your infrastructure.</a:t>
            </a:r>
          </a:p>
          <a:p>
            <a:r>
              <a:rPr lang="en-US" dirty="0"/>
              <a:t>Threat Disruption requires 24x7 eyes-on-screen, and IR requires deep expertise and experience..</a:t>
            </a:r>
          </a:p>
          <a:p>
            <a:endParaRPr lang="en-US" dirty="0"/>
          </a:p>
          <a:p>
            <a:endParaRPr lang="en-US" dirty="0"/>
          </a:p>
        </p:txBody>
      </p:sp>
      <p:sp>
        <p:nvSpPr>
          <p:cNvPr id="4" name="Slide Number Placeholder 3">
            <a:extLst>
              <a:ext uri="{FF2B5EF4-FFF2-40B4-BE49-F238E27FC236}">
                <a16:creationId xmlns:a16="http://schemas.microsoft.com/office/drawing/2014/main" id="{C3358A2E-40D6-04C1-8FD6-1722D0DC3AEB}"/>
              </a:ext>
            </a:extLst>
          </p:cNvPr>
          <p:cNvSpPr>
            <a:spLocks noGrp="1"/>
          </p:cNvSpPr>
          <p:nvPr>
            <p:ph type="sldNum" sz="quarter" idx="5"/>
          </p:nvPr>
        </p:nvSpPr>
        <p:spPr/>
        <p:txBody>
          <a:bodyPr/>
          <a:lstStyle/>
          <a:p>
            <a:fld id="{885932DF-9606-4758-A2B5-AF1153FB1ABB}" type="slidenum">
              <a:rPr lang="en-GB" smtClean="0"/>
              <a:pPr/>
              <a:t>7</a:t>
            </a:fld>
            <a:endParaRPr lang="en-GB"/>
          </a:p>
        </p:txBody>
      </p:sp>
    </p:spTree>
    <p:extLst>
      <p:ext uri="{BB962C8B-B14F-4D97-AF65-F5344CB8AC3E}">
        <p14:creationId xmlns:p14="http://schemas.microsoft.com/office/powerpoint/2010/main" val="3850911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885932DF-9606-4758-A2B5-AF1153FB1ABB}" type="slidenum">
              <a:rPr lang="en-GB" smtClean="0"/>
              <a:pPr/>
              <a:t>8</a:t>
            </a:fld>
            <a:endParaRPr lang="en-GB"/>
          </a:p>
        </p:txBody>
      </p:sp>
    </p:spTree>
    <p:extLst>
      <p:ext uri="{BB962C8B-B14F-4D97-AF65-F5344CB8AC3E}">
        <p14:creationId xmlns:p14="http://schemas.microsoft.com/office/powerpoint/2010/main" val="1598938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spcAft>
                <a:spcPts val="600"/>
              </a:spcAft>
            </a:pPr>
            <a:r>
              <a:rPr lang="de-DE" b="1" dirty="0">
                <a:solidFill>
                  <a:schemeClr val="bg1"/>
                </a:solidFill>
                <a:latin typeface="Helvetica Courant"/>
              </a:rPr>
              <a:t>Übersetzen</a:t>
            </a:r>
          </a:p>
          <a:p>
            <a:pPr>
              <a:spcAft>
                <a:spcPts val="600"/>
              </a:spcAft>
            </a:pPr>
            <a:r>
              <a:rPr lang="de-DE" b="1" dirty="0">
                <a:solidFill>
                  <a:schemeClr val="bg1"/>
                </a:solidFill>
                <a:latin typeface="Helvetica Courant"/>
              </a:rPr>
              <a:t>Siehe Email</a:t>
            </a:r>
          </a:p>
          <a:p>
            <a:pPr>
              <a:spcAft>
                <a:spcPts val="600"/>
              </a:spcAft>
            </a:pPr>
            <a:endParaRPr lang="de-DE" b="1" dirty="0">
              <a:solidFill>
                <a:schemeClr val="bg1"/>
              </a:solidFill>
              <a:latin typeface="Helvetica Courant"/>
            </a:endParaRPr>
          </a:p>
          <a:p>
            <a:pPr>
              <a:spcAft>
                <a:spcPts val="600"/>
              </a:spcAft>
            </a:pPr>
            <a:r>
              <a:rPr lang="de-DE" dirty="0" err="1">
                <a:latin typeface="Helvetica Courant"/>
              </a:rPr>
              <a:t>With</a:t>
            </a:r>
            <a:r>
              <a:rPr lang="de-DE" dirty="0">
                <a:latin typeface="Helvetica Courant"/>
              </a:rPr>
              <a:t> </a:t>
            </a:r>
            <a:r>
              <a:rPr lang="de-DE" dirty="0" err="1">
                <a:latin typeface="Helvetica Courant"/>
              </a:rPr>
              <a:t>our</a:t>
            </a:r>
            <a:r>
              <a:rPr lang="de-DE" dirty="0">
                <a:latin typeface="Helvetica Courant"/>
              </a:rPr>
              <a:t> operational and </a:t>
            </a:r>
            <a:r>
              <a:rPr lang="de-DE" dirty="0" err="1">
                <a:latin typeface="Helvetica Courant"/>
              </a:rPr>
              <a:t>tactical</a:t>
            </a:r>
            <a:r>
              <a:rPr lang="de-DE" dirty="0">
                <a:latin typeface="Helvetica Courant"/>
              </a:rPr>
              <a:t> </a:t>
            </a:r>
            <a:r>
              <a:rPr lang="de-DE" dirty="0" err="1">
                <a:latin typeface="Helvetica Courant"/>
              </a:rPr>
              <a:t>focus</a:t>
            </a:r>
            <a:r>
              <a:rPr lang="de-DE" dirty="0">
                <a:latin typeface="Helvetica Courant"/>
              </a:rPr>
              <a:t>, </a:t>
            </a:r>
            <a:r>
              <a:rPr lang="de-DE" dirty="0" err="1">
                <a:latin typeface="Helvetica Courant"/>
              </a:rPr>
              <a:t>you</a:t>
            </a:r>
            <a:r>
              <a:rPr lang="de-DE" dirty="0">
                <a:latin typeface="Helvetica Courant"/>
              </a:rPr>
              <a:t> </a:t>
            </a:r>
            <a:r>
              <a:rPr lang="de-DE" dirty="0" err="1">
                <a:latin typeface="Helvetica Courant"/>
              </a:rPr>
              <a:t>have</a:t>
            </a:r>
            <a:r>
              <a:rPr lang="de-DE" dirty="0">
                <a:latin typeface="Helvetica Courant"/>
              </a:rPr>
              <a:t> </a:t>
            </a:r>
            <a:r>
              <a:rPr lang="de-DE" dirty="0" err="1">
                <a:latin typeface="Helvetica Courant"/>
              </a:rPr>
              <a:t>access</a:t>
            </a:r>
            <a:r>
              <a:rPr lang="de-DE" dirty="0">
                <a:latin typeface="Helvetica Courant"/>
              </a:rPr>
              <a:t> </a:t>
            </a:r>
            <a:r>
              <a:rPr lang="de-DE" dirty="0" err="1">
                <a:latin typeface="Helvetica Courant"/>
              </a:rPr>
              <a:t>to</a:t>
            </a:r>
            <a:r>
              <a:rPr lang="de-DE" dirty="0">
                <a:latin typeface="Helvetica Courant"/>
              </a:rPr>
              <a:t> real-time </a:t>
            </a:r>
            <a:r>
              <a:rPr lang="de-DE" dirty="0" err="1">
                <a:latin typeface="Helvetica Courant"/>
              </a:rPr>
              <a:t>intelligence</a:t>
            </a:r>
            <a:r>
              <a:rPr lang="de-DE" dirty="0">
                <a:latin typeface="Helvetica Courant"/>
              </a:rPr>
              <a:t> </a:t>
            </a:r>
            <a:r>
              <a:rPr lang="de-DE" dirty="0" err="1">
                <a:latin typeface="Helvetica Courant"/>
              </a:rPr>
              <a:t>to</a:t>
            </a:r>
            <a:r>
              <a:rPr lang="de-DE" dirty="0">
                <a:latin typeface="Helvetica Courant"/>
              </a:rPr>
              <a:t> </a:t>
            </a:r>
            <a:r>
              <a:rPr lang="de-DE" dirty="0" err="1">
                <a:latin typeface="Helvetica Courant"/>
              </a:rPr>
              <a:t>fend-of</a:t>
            </a:r>
            <a:r>
              <a:rPr lang="de-DE" dirty="0">
                <a:latin typeface="Helvetica Courant"/>
              </a:rPr>
              <a:t> </a:t>
            </a:r>
            <a:r>
              <a:rPr lang="de-DE" dirty="0" err="1">
                <a:latin typeface="Helvetica Courant"/>
              </a:rPr>
              <a:t>threats</a:t>
            </a:r>
            <a:r>
              <a:rPr lang="de-DE" dirty="0">
                <a:latin typeface="Helvetica Courant"/>
              </a:rPr>
              <a:t> and </a:t>
            </a:r>
            <a:r>
              <a:rPr lang="de-DE" dirty="0" err="1">
                <a:latin typeface="Helvetica Courant"/>
              </a:rPr>
              <a:t>mitigate</a:t>
            </a:r>
            <a:r>
              <a:rPr lang="de-DE" dirty="0">
                <a:latin typeface="Helvetica Courant"/>
              </a:rPr>
              <a:t> </a:t>
            </a:r>
            <a:r>
              <a:rPr lang="de-DE" dirty="0" err="1">
                <a:latin typeface="Helvetica Courant"/>
              </a:rPr>
              <a:t>vulnerabilities</a:t>
            </a:r>
            <a:r>
              <a:rPr lang="de-DE" dirty="0">
                <a:latin typeface="Helvetica Courant"/>
              </a:rPr>
              <a:t>. </a:t>
            </a:r>
            <a:r>
              <a:rPr lang="de-DE" dirty="0" err="1">
                <a:latin typeface="Helvetica Courant"/>
              </a:rPr>
              <a:t>Our</a:t>
            </a:r>
            <a:r>
              <a:rPr lang="de-DE" dirty="0">
                <a:latin typeface="Helvetica Courant"/>
              </a:rPr>
              <a:t> </a:t>
            </a:r>
            <a:r>
              <a:rPr lang="de-DE" dirty="0" err="1">
                <a:latin typeface="Helvetica Courant"/>
              </a:rPr>
              <a:t>services</a:t>
            </a:r>
            <a:r>
              <a:rPr lang="de-DE" dirty="0">
                <a:latin typeface="Helvetica Courant"/>
              </a:rPr>
              <a:t> </a:t>
            </a:r>
            <a:r>
              <a:rPr lang="de-DE" dirty="0" err="1">
                <a:latin typeface="Helvetica Courant"/>
              </a:rPr>
              <a:t>feed</a:t>
            </a:r>
            <a:r>
              <a:rPr lang="de-DE" dirty="0">
                <a:latin typeface="Helvetica Courant"/>
              </a:rPr>
              <a:t> </a:t>
            </a:r>
            <a:r>
              <a:rPr lang="de-DE" dirty="0" err="1">
                <a:latin typeface="Helvetica Courant"/>
              </a:rPr>
              <a:t>from</a:t>
            </a:r>
            <a:r>
              <a:rPr lang="de-DE" dirty="0">
                <a:latin typeface="Helvetica Courant"/>
              </a:rPr>
              <a:t> </a:t>
            </a:r>
            <a:r>
              <a:rPr lang="de-DE" dirty="0" err="1">
                <a:latin typeface="Helvetica Courant"/>
              </a:rPr>
              <a:t>our</a:t>
            </a:r>
            <a:r>
              <a:rPr lang="de-DE" dirty="0">
                <a:latin typeface="Helvetica Courant"/>
              </a:rPr>
              <a:t> </a:t>
            </a:r>
            <a:r>
              <a:rPr lang="de-DE" dirty="0" err="1">
                <a:latin typeface="Helvetica Courant"/>
              </a:rPr>
              <a:t>intelligence</a:t>
            </a:r>
            <a:r>
              <a:rPr lang="de-DE" dirty="0">
                <a:latin typeface="Helvetica Courant"/>
              </a:rPr>
              <a:t> </a:t>
            </a:r>
            <a:r>
              <a:rPr lang="de-DE" dirty="0" err="1">
                <a:latin typeface="Helvetica Courant"/>
              </a:rPr>
              <a:t>backbone</a:t>
            </a:r>
            <a:r>
              <a:rPr lang="de-DE" dirty="0">
                <a:latin typeface="Helvetica Courant"/>
              </a:rPr>
              <a:t>, so </a:t>
            </a:r>
            <a:r>
              <a:rPr lang="de-DE" dirty="0" err="1">
                <a:latin typeface="Helvetica Courant"/>
              </a:rPr>
              <a:t>you</a:t>
            </a:r>
            <a:r>
              <a:rPr lang="de-DE" dirty="0">
                <a:latin typeface="Helvetica Courant"/>
              </a:rPr>
              <a:t> </a:t>
            </a:r>
            <a:r>
              <a:rPr lang="de-DE" dirty="0" err="1">
                <a:latin typeface="Helvetica Courant"/>
              </a:rPr>
              <a:t>can</a:t>
            </a:r>
            <a:r>
              <a:rPr lang="de-DE" dirty="0">
                <a:latin typeface="Helvetica Courant"/>
              </a:rPr>
              <a:t> </a:t>
            </a:r>
            <a:r>
              <a:rPr lang="de-DE" dirty="0" err="1">
                <a:latin typeface="Helvetica Courant"/>
              </a:rPr>
              <a:t>adopt</a:t>
            </a:r>
            <a:r>
              <a:rPr lang="de-DE" dirty="0">
                <a:latin typeface="Helvetica Courant"/>
              </a:rPr>
              <a:t> </a:t>
            </a:r>
            <a:r>
              <a:rPr lang="de-DE" dirty="0" err="1">
                <a:latin typeface="Helvetica Courant"/>
              </a:rPr>
              <a:t>timely</a:t>
            </a:r>
            <a:r>
              <a:rPr lang="de-DE" dirty="0">
                <a:latin typeface="Helvetica Courant"/>
              </a:rPr>
              <a:t> </a:t>
            </a:r>
            <a:r>
              <a:rPr lang="de-DE" dirty="0" err="1">
                <a:latin typeface="Helvetica Courant"/>
              </a:rPr>
              <a:t>preventative</a:t>
            </a:r>
            <a:r>
              <a:rPr lang="de-DE" dirty="0">
                <a:latin typeface="Helvetica Courant"/>
              </a:rPr>
              <a:t> </a:t>
            </a:r>
            <a:r>
              <a:rPr lang="de-DE" dirty="0" err="1">
                <a:latin typeface="Helvetica Courant"/>
              </a:rPr>
              <a:t>measures</a:t>
            </a:r>
            <a:r>
              <a:rPr lang="de-DE" dirty="0">
                <a:latin typeface="Helvetica Courant"/>
              </a:rPr>
              <a:t>, </a:t>
            </a:r>
            <a:r>
              <a:rPr lang="de-DE" dirty="0" err="1">
                <a:latin typeface="Helvetica Courant"/>
              </a:rPr>
              <a:t>improve</a:t>
            </a:r>
            <a:r>
              <a:rPr lang="de-DE" dirty="0">
                <a:latin typeface="Helvetica Courant"/>
              </a:rPr>
              <a:t> </a:t>
            </a:r>
            <a:r>
              <a:rPr lang="de-DE" dirty="0" err="1">
                <a:latin typeface="Helvetica Courant"/>
              </a:rPr>
              <a:t>threat</a:t>
            </a:r>
            <a:r>
              <a:rPr lang="de-DE" dirty="0">
                <a:latin typeface="Helvetica Courant"/>
              </a:rPr>
              <a:t> </a:t>
            </a:r>
            <a:r>
              <a:rPr lang="de-DE" dirty="0" err="1">
                <a:latin typeface="Helvetica Courant"/>
              </a:rPr>
              <a:t>detection</a:t>
            </a:r>
            <a:r>
              <a:rPr lang="de-DE" dirty="0">
                <a:latin typeface="Helvetica Courant"/>
              </a:rPr>
              <a:t> and </a:t>
            </a:r>
            <a:r>
              <a:rPr lang="de-DE" dirty="0" err="1">
                <a:latin typeface="Helvetica Courant"/>
              </a:rPr>
              <a:t>targeted</a:t>
            </a:r>
            <a:r>
              <a:rPr lang="de-DE" dirty="0">
                <a:latin typeface="Helvetica Courant"/>
              </a:rPr>
              <a:t> </a:t>
            </a:r>
            <a:r>
              <a:rPr lang="de-DE" dirty="0" err="1">
                <a:latin typeface="Helvetica Courant"/>
              </a:rPr>
              <a:t>remediation</a:t>
            </a:r>
            <a:r>
              <a:rPr lang="de-DE" dirty="0">
                <a:latin typeface="Helvetica Courant"/>
              </a:rPr>
              <a:t>.</a:t>
            </a:r>
            <a:endParaRPr lang="en-US" dirty="0">
              <a:latin typeface="Helvetica Courant"/>
            </a:endParaRPr>
          </a:p>
          <a:p>
            <a:pPr>
              <a:spcAft>
                <a:spcPts val="600"/>
              </a:spcAft>
            </a:pPr>
            <a:endParaRPr lang="de-DE" dirty="0"/>
          </a:p>
          <a:p>
            <a:pPr>
              <a:spcAft>
                <a:spcPts val="600"/>
              </a:spcAft>
            </a:pPr>
            <a:r>
              <a:rPr lang="de-DE" b="1" dirty="0">
                <a:latin typeface="Helvetica Courant"/>
              </a:rPr>
              <a:t>&lt;Highlight </a:t>
            </a:r>
            <a:r>
              <a:rPr lang="de-DE" b="1" dirty="0" err="1">
                <a:latin typeface="Helvetica Courant"/>
              </a:rPr>
              <a:t>any</a:t>
            </a:r>
            <a:r>
              <a:rPr lang="de-DE" b="1" dirty="0">
                <a:latin typeface="Helvetica Courant"/>
              </a:rPr>
              <a:t> </a:t>
            </a:r>
            <a:r>
              <a:rPr lang="de-DE" b="1" dirty="0" err="1">
                <a:latin typeface="Helvetica Courant"/>
              </a:rPr>
              <a:t>service</a:t>
            </a:r>
            <a:r>
              <a:rPr lang="de-DE" b="1" dirty="0">
                <a:latin typeface="Helvetica Courant"/>
              </a:rPr>
              <a:t> </a:t>
            </a:r>
            <a:r>
              <a:rPr lang="de-DE" b="1" dirty="0" err="1">
                <a:latin typeface="Helvetica Courant"/>
              </a:rPr>
              <a:t>category</a:t>
            </a:r>
            <a:r>
              <a:rPr lang="de-DE" b="1" dirty="0">
                <a:latin typeface="Helvetica Courant"/>
              </a:rPr>
              <a:t> </a:t>
            </a:r>
            <a:r>
              <a:rPr lang="de-DE" b="1" dirty="0" err="1">
                <a:latin typeface="Helvetica Courant"/>
              </a:rPr>
              <a:t>or</a:t>
            </a:r>
            <a:r>
              <a:rPr lang="de-DE" b="1" dirty="0">
                <a:latin typeface="Helvetica Courant"/>
              </a:rPr>
              <a:t> </a:t>
            </a:r>
            <a:r>
              <a:rPr lang="de-DE" b="1" dirty="0" err="1">
                <a:latin typeface="Helvetica Courant"/>
              </a:rPr>
              <a:t>solution</a:t>
            </a:r>
            <a:r>
              <a:rPr lang="de-DE" b="1" dirty="0">
                <a:latin typeface="Helvetica Courant"/>
              </a:rPr>
              <a:t> </a:t>
            </a:r>
            <a:r>
              <a:rPr lang="de-DE" b="1" dirty="0" err="1">
                <a:latin typeface="Helvetica Courant"/>
              </a:rPr>
              <a:t>that</a:t>
            </a:r>
            <a:r>
              <a:rPr lang="de-DE" b="1" dirty="0">
                <a:latin typeface="Helvetica Courant"/>
              </a:rPr>
              <a:t> </a:t>
            </a:r>
            <a:r>
              <a:rPr lang="de-DE" b="1" dirty="0" err="1">
                <a:latin typeface="Helvetica Courant"/>
              </a:rPr>
              <a:t>fits</a:t>
            </a:r>
            <a:r>
              <a:rPr lang="de-DE" b="1" dirty="0">
                <a:latin typeface="Helvetica Courant"/>
              </a:rPr>
              <a:t> </a:t>
            </a:r>
            <a:r>
              <a:rPr lang="de-DE" b="1" dirty="0" err="1">
                <a:latin typeface="Helvetica Courant"/>
              </a:rPr>
              <a:t>for</a:t>
            </a:r>
            <a:r>
              <a:rPr lang="de-DE" b="1" dirty="0">
                <a:latin typeface="Helvetica Courant"/>
              </a:rPr>
              <a:t> </a:t>
            </a:r>
            <a:r>
              <a:rPr lang="de-DE" b="1" dirty="0" err="1">
                <a:latin typeface="Helvetica Courant"/>
              </a:rPr>
              <a:t>this</a:t>
            </a:r>
            <a:r>
              <a:rPr lang="de-DE" b="1" dirty="0">
                <a:latin typeface="Helvetica Courant"/>
              </a:rPr>
              <a:t> </a:t>
            </a:r>
            <a:r>
              <a:rPr lang="de-DE" b="1" dirty="0" err="1">
                <a:latin typeface="Helvetica Courant"/>
              </a:rPr>
              <a:t>customer</a:t>
            </a:r>
            <a:r>
              <a:rPr lang="de-DE" b="1" dirty="0">
                <a:latin typeface="Helvetica Courant"/>
              </a:rPr>
              <a:t>&gt;</a:t>
            </a:r>
            <a:endParaRPr lang="de-DE" dirty="0">
              <a:latin typeface="Helvetica Courant"/>
            </a:endParaRPr>
          </a:p>
          <a:p>
            <a:pPr>
              <a:spcAft>
                <a:spcPts val="600"/>
              </a:spcAft>
              <a:buFont typeface="Wingdings" panose="05000000000000000000" pitchFamily="2" charset="2"/>
            </a:pPr>
            <a:endParaRPr lang="de-DE" b="1" dirty="0">
              <a:solidFill>
                <a:srgbClr val="FFFFFF"/>
              </a:solidFill>
              <a:latin typeface="Helvetica Courant"/>
            </a:endParaRPr>
          </a:p>
        </p:txBody>
      </p:sp>
      <p:sp>
        <p:nvSpPr>
          <p:cNvPr id="4" name="Foliennummernplatzhalter 3"/>
          <p:cNvSpPr>
            <a:spLocks noGrp="1"/>
          </p:cNvSpPr>
          <p:nvPr>
            <p:ph type="sldNum" sz="quarter" idx="5"/>
          </p:nvPr>
        </p:nvSpPr>
        <p:spPr/>
        <p:txBody>
          <a:bodyPr/>
          <a:lstStyle/>
          <a:p>
            <a:pPr marL="0" marR="0" lvl="0" indent="0" algn="r" defTabSz="914156"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Courant" charset="0"/>
                <a:ea typeface="+mn-ea"/>
                <a:cs typeface="+mn-cs"/>
              </a:rPr>
              <a:pPr marL="0" marR="0" lvl="0" indent="0" algn="r" defTabSz="914156" rtl="0" eaLnBrk="1" fontAlgn="auto" latinLnBrk="0" hangingPunct="1">
                <a:lnSpc>
                  <a:spcPct val="100000"/>
                </a:lnSpc>
                <a:spcBef>
                  <a:spcPts val="0"/>
                </a:spcBef>
                <a:spcAft>
                  <a:spcPts val="0"/>
                </a:spcAft>
                <a:buClrTx/>
                <a:buSzTx/>
                <a:buFontTx/>
                <a:buNone/>
                <a:tabLst/>
                <a:defRPr/>
              </a:pPr>
              <a:t>9</a:t>
            </a:fld>
            <a:endParaRPr kumimoji="0" lang="fr-FR" sz="1200" b="0" i="0" u="none" strike="noStrike" kern="1200" cap="none" spc="0" normalizeH="0" baseline="0" noProof="0">
              <a:ln>
                <a:noFill/>
              </a:ln>
              <a:solidFill>
                <a:prstClr val="black"/>
              </a:solidFill>
              <a:effectLst/>
              <a:uLnTx/>
              <a:uFillTx/>
              <a:latin typeface="Helvetica Courant" charset="0"/>
              <a:ea typeface="+mn-ea"/>
              <a:cs typeface="+mn-cs"/>
            </a:endParaRPr>
          </a:p>
        </p:txBody>
      </p:sp>
    </p:spTree>
    <p:extLst>
      <p:ext uri="{BB962C8B-B14F-4D97-AF65-F5344CB8AC3E}">
        <p14:creationId xmlns:p14="http://schemas.microsoft.com/office/powerpoint/2010/main" val="1487382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5932DF-9606-4758-A2B5-AF1153FB1ABB}" type="slidenum">
              <a:rPr lang="en-GB" smtClean="0"/>
              <a:pPr/>
              <a:t>10</a:t>
            </a:fld>
            <a:endParaRPr lang="en-GB"/>
          </a:p>
        </p:txBody>
      </p:sp>
    </p:spTree>
    <p:extLst>
      <p:ext uri="{BB962C8B-B14F-4D97-AF65-F5344CB8AC3E}">
        <p14:creationId xmlns:p14="http://schemas.microsoft.com/office/powerpoint/2010/main" val="37617986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85932DF-9606-4758-A2B5-AF1153FB1ABB}" type="slidenum">
              <a:rPr lang="en-GB" smtClean="0"/>
              <a:pPr/>
              <a:t>11</a:t>
            </a:fld>
            <a:endParaRPr lang="en-GB"/>
          </a:p>
        </p:txBody>
      </p:sp>
    </p:spTree>
    <p:extLst>
      <p:ext uri="{BB962C8B-B14F-4D97-AF65-F5344CB8AC3E}">
        <p14:creationId xmlns:p14="http://schemas.microsoft.com/office/powerpoint/2010/main" val="119308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5932DF-9606-4758-A2B5-AF1153FB1ABB}" type="slidenum">
              <a:rPr lang="en-GB" smtClean="0"/>
              <a:pPr/>
              <a:t>12</a:t>
            </a:fld>
            <a:endParaRPr lang="en-GB"/>
          </a:p>
        </p:txBody>
      </p:sp>
    </p:spTree>
    <p:extLst>
      <p:ext uri="{BB962C8B-B14F-4D97-AF65-F5344CB8AC3E}">
        <p14:creationId xmlns:p14="http://schemas.microsoft.com/office/powerpoint/2010/main" val="10128103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408C8D-A9D0-F333-7A02-023AA237AE0A}"/>
              </a:ext>
            </a:extLst>
          </p:cNvPr>
          <p:cNvSpPr>
            <a:spLocks noGrp="1"/>
          </p:cNvSpPr>
          <p:nvPr>
            <p:ph type="sldNum" sz="quarter" idx="5"/>
          </p:nvPr>
        </p:nvSpPr>
        <p:spPr/>
        <p:txBody>
          <a:bodyPr/>
          <a:lstStyle/>
          <a:p>
            <a:fld id="{885932DF-9606-4758-A2B5-AF1153FB1ABB}" type="slidenum">
              <a:rPr lang="en-GB" smtClean="0"/>
              <a:pPr/>
              <a:t>13</a:t>
            </a:fld>
            <a:endParaRPr lang="en-GB"/>
          </a:p>
        </p:txBody>
      </p:sp>
    </p:spTree>
    <p:extLst>
      <p:ext uri="{BB962C8B-B14F-4D97-AF65-F5344CB8AC3E}">
        <p14:creationId xmlns:p14="http://schemas.microsoft.com/office/powerpoint/2010/main" val="16310605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262DBB-5E01-915D-8386-1B7083711A70}"/>
              </a:ext>
            </a:extLst>
          </p:cNvPr>
          <p:cNvSpPr>
            <a:spLocks noGrp="1"/>
          </p:cNvSpPr>
          <p:nvPr>
            <p:ph type="sldNum" sz="quarter" idx="5"/>
          </p:nvPr>
        </p:nvSpPr>
        <p:spPr/>
        <p:txBody>
          <a:bodyPr/>
          <a:lstStyle/>
          <a:p>
            <a:fld id="{885932DF-9606-4758-A2B5-AF1153FB1ABB}" type="slidenum">
              <a:rPr lang="en-GB" smtClean="0"/>
              <a:pPr/>
              <a:t>14</a:t>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5E280D0-E8A5-46D9-8C11-3391075BB61B}"/>
              </a:ext>
            </a:extLst>
          </p:cNvPr>
          <p:cNvSpPr>
            <a:spLocks noGrp="1"/>
          </p:cNvSpPr>
          <p:nvPr>
            <p:ph type="body" idx="1"/>
          </p:nvPr>
        </p:nvSpPr>
        <p:spPr/>
        <p:txBody>
          <a:bodyPr/>
          <a:lstStyle/>
          <a:p>
            <a:endParaRPr lang="de-DE" dirty="0"/>
          </a:p>
        </p:txBody>
      </p:sp>
      <p:sp>
        <p:nvSpPr>
          <p:cNvPr id="3" name="Slide Number Placeholder 2">
            <a:extLst>
              <a:ext uri="{FF2B5EF4-FFF2-40B4-BE49-F238E27FC236}">
                <a16:creationId xmlns:a16="http://schemas.microsoft.com/office/drawing/2014/main" id="{B3393AE3-F7AC-706B-04A8-C84D98F1DA5D}"/>
              </a:ext>
            </a:extLst>
          </p:cNvPr>
          <p:cNvSpPr>
            <a:spLocks noGrp="1"/>
          </p:cNvSpPr>
          <p:nvPr>
            <p:ph type="sldNum" sz="quarter" idx="5"/>
          </p:nvPr>
        </p:nvSpPr>
        <p:spPr/>
        <p:txBody>
          <a:bodyPr/>
          <a:lstStyle/>
          <a:p>
            <a:fld id="{885932DF-9606-4758-A2B5-AF1153FB1ABB}" type="slidenum">
              <a:rPr lang="en-GB" smtClean="0"/>
              <a:pPr/>
              <a:t>15</a:t>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5E280D0-E8A5-46D9-8C11-3391075BB61B}"/>
              </a:ext>
            </a:extLst>
          </p:cNvPr>
          <p:cNvSpPr>
            <a:spLocks noGrp="1"/>
          </p:cNvSpPr>
          <p:nvPr>
            <p:ph type="body" idx="1"/>
          </p:nvPr>
        </p:nvSpPr>
        <p:spPr/>
        <p:txBody>
          <a:bodyPr/>
          <a:lstStyle/>
          <a:p>
            <a:endParaRPr lang="de-DE" dirty="0"/>
          </a:p>
        </p:txBody>
      </p:sp>
      <p:sp>
        <p:nvSpPr>
          <p:cNvPr id="3" name="Slide Number Placeholder 2">
            <a:extLst>
              <a:ext uri="{FF2B5EF4-FFF2-40B4-BE49-F238E27FC236}">
                <a16:creationId xmlns:a16="http://schemas.microsoft.com/office/drawing/2014/main" id="{653A7223-9221-4778-3679-E407B5DAF250}"/>
              </a:ext>
            </a:extLst>
          </p:cNvPr>
          <p:cNvSpPr>
            <a:spLocks noGrp="1"/>
          </p:cNvSpPr>
          <p:nvPr>
            <p:ph type="sldNum" sz="quarter" idx="5"/>
          </p:nvPr>
        </p:nvSpPr>
        <p:spPr/>
        <p:txBody>
          <a:bodyPr/>
          <a:lstStyle/>
          <a:p>
            <a:fld id="{885932DF-9606-4758-A2B5-AF1153FB1ABB}" type="slidenum">
              <a:rPr lang="en-GB" smtClean="0"/>
              <a:pPr/>
              <a:t>16</a:t>
            </a:fld>
            <a:endParaRPr lang="en-GB"/>
          </a:p>
        </p:txBody>
      </p:sp>
    </p:spTree>
    <p:extLst>
      <p:ext uri="{BB962C8B-B14F-4D97-AF65-F5344CB8AC3E}">
        <p14:creationId xmlns:p14="http://schemas.microsoft.com/office/powerpoint/2010/main" val="27515748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5E280D0-E8A5-46D9-8C11-3391075BB61B}"/>
              </a:ext>
            </a:extLst>
          </p:cNvPr>
          <p:cNvSpPr>
            <a:spLocks noGrp="1"/>
          </p:cNvSpPr>
          <p:nvPr>
            <p:ph type="body" idx="1"/>
          </p:nvPr>
        </p:nvSpPr>
        <p:spPr/>
        <p:txBody>
          <a:bodyPr/>
          <a:lstStyle/>
          <a:p>
            <a:endParaRPr lang="de-DE" dirty="0"/>
          </a:p>
        </p:txBody>
      </p:sp>
      <p:sp>
        <p:nvSpPr>
          <p:cNvPr id="3" name="Slide Number Placeholder 2">
            <a:extLst>
              <a:ext uri="{FF2B5EF4-FFF2-40B4-BE49-F238E27FC236}">
                <a16:creationId xmlns:a16="http://schemas.microsoft.com/office/drawing/2014/main" id="{15D01065-2F77-D936-53CC-88A169537B34}"/>
              </a:ext>
            </a:extLst>
          </p:cNvPr>
          <p:cNvSpPr>
            <a:spLocks noGrp="1"/>
          </p:cNvSpPr>
          <p:nvPr>
            <p:ph type="sldNum" sz="quarter" idx="5"/>
          </p:nvPr>
        </p:nvSpPr>
        <p:spPr/>
        <p:txBody>
          <a:bodyPr/>
          <a:lstStyle/>
          <a:p>
            <a:fld id="{885932DF-9606-4758-A2B5-AF1153FB1ABB}" type="slidenum">
              <a:rPr lang="en-GB" smtClean="0"/>
              <a:pPr/>
              <a:t>17</a:t>
            </a:fld>
            <a:endParaRPr lang="en-GB"/>
          </a:p>
        </p:txBody>
      </p:sp>
    </p:spTree>
    <p:extLst>
      <p:ext uri="{BB962C8B-B14F-4D97-AF65-F5344CB8AC3E}">
        <p14:creationId xmlns:p14="http://schemas.microsoft.com/office/powerpoint/2010/main" val="17821203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5E280D0-E8A5-46D9-8C11-3391075BB61B}"/>
              </a:ext>
            </a:extLst>
          </p:cNvPr>
          <p:cNvSpPr>
            <a:spLocks noGrp="1"/>
          </p:cNvSpPr>
          <p:nvPr>
            <p:ph type="body" idx="1"/>
          </p:nvPr>
        </p:nvSpPr>
        <p:spPr/>
        <p:txBody>
          <a:bodyPr/>
          <a:lstStyle/>
          <a:p>
            <a:endParaRPr lang="de-DE" dirty="0"/>
          </a:p>
        </p:txBody>
      </p:sp>
      <p:sp>
        <p:nvSpPr>
          <p:cNvPr id="3" name="Slide Number Placeholder 2">
            <a:extLst>
              <a:ext uri="{FF2B5EF4-FFF2-40B4-BE49-F238E27FC236}">
                <a16:creationId xmlns:a16="http://schemas.microsoft.com/office/drawing/2014/main" id="{B1DC3CF7-129C-F99E-5916-DA1B3A2D6717}"/>
              </a:ext>
            </a:extLst>
          </p:cNvPr>
          <p:cNvSpPr>
            <a:spLocks noGrp="1"/>
          </p:cNvSpPr>
          <p:nvPr>
            <p:ph type="sldNum" sz="quarter" idx="5"/>
          </p:nvPr>
        </p:nvSpPr>
        <p:spPr/>
        <p:txBody>
          <a:bodyPr/>
          <a:lstStyle/>
          <a:p>
            <a:fld id="{885932DF-9606-4758-A2B5-AF1153FB1ABB}" type="slidenum">
              <a:rPr lang="en-GB" smtClean="0"/>
              <a:pPr/>
              <a:t>18</a:t>
            </a:fld>
            <a:endParaRPr lang="en-GB"/>
          </a:p>
        </p:txBody>
      </p:sp>
    </p:spTree>
    <p:extLst>
      <p:ext uri="{BB962C8B-B14F-4D97-AF65-F5344CB8AC3E}">
        <p14:creationId xmlns:p14="http://schemas.microsoft.com/office/powerpoint/2010/main" val="7530251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5E280D0-E8A5-46D9-8C11-3391075BB61B}"/>
              </a:ext>
            </a:extLst>
          </p:cNvPr>
          <p:cNvSpPr>
            <a:spLocks noGrp="1"/>
          </p:cNvSpPr>
          <p:nvPr>
            <p:ph type="body" idx="1"/>
          </p:nvPr>
        </p:nvSpPr>
        <p:spPr/>
        <p:txBody>
          <a:bodyPr/>
          <a:lstStyle/>
          <a:p>
            <a:endParaRPr lang="de-DE" dirty="0"/>
          </a:p>
        </p:txBody>
      </p:sp>
      <p:sp>
        <p:nvSpPr>
          <p:cNvPr id="3" name="Slide Number Placeholder 2">
            <a:extLst>
              <a:ext uri="{FF2B5EF4-FFF2-40B4-BE49-F238E27FC236}">
                <a16:creationId xmlns:a16="http://schemas.microsoft.com/office/drawing/2014/main" id="{A326B429-7B88-4881-0D9E-7F9E26A5FF30}"/>
              </a:ext>
            </a:extLst>
          </p:cNvPr>
          <p:cNvSpPr>
            <a:spLocks noGrp="1"/>
          </p:cNvSpPr>
          <p:nvPr>
            <p:ph type="sldNum" sz="quarter" idx="5"/>
          </p:nvPr>
        </p:nvSpPr>
        <p:spPr/>
        <p:txBody>
          <a:bodyPr/>
          <a:lstStyle/>
          <a:p>
            <a:fld id="{885932DF-9606-4758-A2B5-AF1153FB1ABB}" type="slidenum">
              <a:rPr lang="en-GB" smtClean="0"/>
              <a:pPr/>
              <a:t>19</a:t>
            </a:fld>
            <a:endParaRPr lang="en-GB"/>
          </a:p>
        </p:txBody>
      </p:sp>
    </p:spTree>
    <p:extLst>
      <p:ext uri="{BB962C8B-B14F-4D97-AF65-F5344CB8AC3E}">
        <p14:creationId xmlns:p14="http://schemas.microsoft.com/office/powerpoint/2010/main" val="2132526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9BC08-F3AF-028F-996B-ED8CE076BCD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AA2E638-C579-2C69-4FD1-53A47A0FB30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7BEE4A9-77AE-2B61-2BD6-76B606A3915B}"/>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ACDF9CD1-4DC5-64D5-9A8C-F54F40D0136C}"/>
              </a:ext>
            </a:extLst>
          </p:cNvPr>
          <p:cNvSpPr>
            <a:spLocks noGrp="1"/>
          </p:cNvSpPr>
          <p:nvPr>
            <p:ph type="sldNum" sz="quarter" idx="5"/>
          </p:nvPr>
        </p:nvSpPr>
        <p:spPr/>
        <p:txBody>
          <a:bodyPr/>
          <a:lstStyle/>
          <a:p>
            <a:fld id="{885932DF-9606-4758-A2B5-AF1153FB1ABB}" type="slidenum">
              <a:rPr lang="en-GB" smtClean="0"/>
              <a:pPr/>
              <a:t>23</a:t>
            </a:fld>
            <a:endParaRPr lang="en-GB"/>
          </a:p>
        </p:txBody>
      </p:sp>
    </p:spTree>
    <p:extLst>
      <p:ext uri="{BB962C8B-B14F-4D97-AF65-F5344CB8AC3E}">
        <p14:creationId xmlns:p14="http://schemas.microsoft.com/office/powerpoint/2010/main" val="29655140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885932DF-9606-4758-A2B5-AF1153FB1ABB}" type="slidenum">
              <a:rPr lang="en-GB" smtClean="0"/>
              <a:pPr/>
              <a:t>24</a:t>
            </a:fld>
            <a:endParaRPr lang="en-GB"/>
          </a:p>
        </p:txBody>
      </p:sp>
    </p:spTree>
    <p:extLst>
      <p:ext uri="{BB962C8B-B14F-4D97-AF65-F5344CB8AC3E}">
        <p14:creationId xmlns:p14="http://schemas.microsoft.com/office/powerpoint/2010/main" val="412814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15.sv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hyperlink" Target="https://twitter.com/orangecyberdef?lang=fr" TargetMode="External"/><Relationship Id="rId1" Type="http://schemas.openxmlformats.org/officeDocument/2006/relationships/slideMaster" Target="../slideMasters/slideMaster4.xml"/><Relationship Id="rId6" Type="http://schemas.openxmlformats.org/officeDocument/2006/relationships/hyperlink" Target="https://www.youtube.com/channel/UCMgEeDcG-PDoZTGaepOa_OA" TargetMode="External"/><Relationship Id="rId11" Type="http://schemas.openxmlformats.org/officeDocument/2006/relationships/image" Target="../media/image15.svg"/><Relationship Id="rId5" Type="http://schemas.openxmlformats.org/officeDocument/2006/relationships/image" Target="../media/image21.png"/><Relationship Id="rId10" Type="http://schemas.openxmlformats.org/officeDocument/2006/relationships/hyperlink" Target="http://www.orangecyberdefense.orange.com/" TargetMode="External"/><Relationship Id="rId4" Type="http://schemas.openxmlformats.org/officeDocument/2006/relationships/hyperlink" Target="https://www.linkedin.com/company/orange-cyberdefense/?originalSubdomain=fr" TargetMode="External"/><Relationship Id="rId9" Type="http://schemas.openxmlformats.org/officeDocument/2006/relationships/image" Target="../media/image14.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23.sv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hyperlink" Target="https://twitter.com/orangecyberdef?lang=fr" TargetMode="External"/><Relationship Id="rId1" Type="http://schemas.openxmlformats.org/officeDocument/2006/relationships/slideMaster" Target="../slideMasters/slideMaster4.xml"/><Relationship Id="rId6" Type="http://schemas.openxmlformats.org/officeDocument/2006/relationships/hyperlink" Target="https://www.youtube.com/channel/UCMgEeDcG-PDoZTGaepOa_OA" TargetMode="External"/><Relationship Id="rId11" Type="http://schemas.openxmlformats.org/officeDocument/2006/relationships/image" Target="../media/image23.svg"/><Relationship Id="rId5" Type="http://schemas.openxmlformats.org/officeDocument/2006/relationships/image" Target="../media/image21.png"/><Relationship Id="rId10" Type="http://schemas.openxmlformats.org/officeDocument/2006/relationships/hyperlink" Target="https://cyberdefense.orange.com/" TargetMode="External"/><Relationship Id="rId4" Type="http://schemas.openxmlformats.org/officeDocument/2006/relationships/hyperlink" Target="https://www.linkedin.com/company/orange-cyberdefense/?originalSubdomain=fr" TargetMode="External"/><Relationship Id="rId9" Type="http://schemas.openxmlformats.org/officeDocument/2006/relationships/image" Target="../media/image14.png"/></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63" name="Title 1">
            <a:extLst>
              <a:ext uri="{FF2B5EF4-FFF2-40B4-BE49-F238E27FC236}">
                <a16:creationId xmlns:a16="http://schemas.microsoft.com/office/drawing/2014/main" id="{A83500F2-ADFA-DB24-BE24-01E6AC48E420}"/>
              </a:ext>
            </a:extLst>
          </p:cNvPr>
          <p:cNvSpPr>
            <a:spLocks noGrp="1"/>
          </p:cNvSpPr>
          <p:nvPr>
            <p:ph type="ctrTitle" hasCustomPrompt="1"/>
          </p:nvPr>
        </p:nvSpPr>
        <p:spPr>
          <a:xfrm>
            <a:off x="307975" y="339502"/>
            <a:ext cx="4834849" cy="2262188"/>
          </a:xfrm>
        </p:spPr>
        <p:txBody>
          <a:bodyPr>
            <a:noAutofit/>
          </a:bodyPr>
          <a:lstStyle>
            <a:lvl1pPr algn="l">
              <a:lnSpc>
                <a:spcPct val="85000"/>
              </a:lnSpc>
              <a:defRPr sz="5500" baseline="0">
                <a:solidFill>
                  <a:schemeClr val="bg2"/>
                </a:solidFill>
              </a:defRPr>
            </a:lvl1pPr>
          </a:lstStyle>
          <a:p>
            <a:r>
              <a:rPr lang="en-US" dirty="0"/>
              <a:t>Click to edit title</a:t>
            </a:r>
            <a:endParaRPr lang="fr-FR" noProof="0" dirty="0"/>
          </a:p>
        </p:txBody>
      </p:sp>
      <p:sp>
        <p:nvSpPr>
          <p:cNvPr id="64" name="Text Placeholder 17">
            <a:extLst>
              <a:ext uri="{FF2B5EF4-FFF2-40B4-BE49-F238E27FC236}">
                <a16:creationId xmlns:a16="http://schemas.microsoft.com/office/drawing/2014/main" id="{680EA2E2-67D1-08B6-4D1C-2F4BBCF1F59C}"/>
              </a:ext>
            </a:extLst>
          </p:cNvPr>
          <p:cNvSpPr>
            <a:spLocks noGrp="1"/>
          </p:cNvSpPr>
          <p:nvPr>
            <p:ph type="body" sz="quarter" idx="16" hasCustomPrompt="1"/>
          </p:nvPr>
        </p:nvSpPr>
        <p:spPr>
          <a:xfrm>
            <a:off x="5796137" y="339502"/>
            <a:ext cx="3024336" cy="3362326"/>
          </a:xfrm>
          <a:prstGeom prst="rect">
            <a:avLst/>
          </a:prstGeom>
        </p:spPr>
        <p:txBody>
          <a:bodyPr lIns="0" tIns="0" rIns="0" bIns="0"/>
          <a:lstStyle>
            <a:lvl1pPr>
              <a:defRPr/>
            </a:lvl1pPr>
            <a:lvl2pPr>
              <a:defRPr>
                <a:solidFill>
                  <a:schemeClr val="tx1"/>
                </a:solidFill>
              </a:defRPr>
            </a:lvl2pPr>
          </a:lstStyle>
          <a:p>
            <a:pPr lvl="0"/>
            <a:r>
              <a:rPr lang="en-US" dirty="0"/>
              <a:t>Click to edit text</a:t>
            </a:r>
          </a:p>
          <a:p>
            <a:pPr lvl="1"/>
            <a:r>
              <a:rPr lang="en-US" dirty="0"/>
              <a:t>Second level</a:t>
            </a:r>
          </a:p>
        </p:txBody>
      </p:sp>
      <p:sp>
        <p:nvSpPr>
          <p:cNvPr id="65" name="Subtitle 2">
            <a:extLst>
              <a:ext uri="{FF2B5EF4-FFF2-40B4-BE49-F238E27FC236}">
                <a16:creationId xmlns:a16="http://schemas.microsoft.com/office/drawing/2014/main" id="{FCAD9858-89D5-BBC6-8F2D-77183F55F4DA}"/>
              </a:ext>
            </a:extLst>
          </p:cNvPr>
          <p:cNvSpPr>
            <a:spLocks noGrp="1"/>
          </p:cNvSpPr>
          <p:nvPr>
            <p:ph type="subTitle" idx="1" hasCustomPrompt="1"/>
          </p:nvPr>
        </p:nvSpPr>
        <p:spPr>
          <a:xfrm>
            <a:off x="310687" y="2735671"/>
            <a:ext cx="4831185" cy="966156"/>
          </a:xfrm>
          <a:prstGeom prst="rect">
            <a:avLst/>
          </a:prstGeom>
        </p:spPr>
        <p:txBody>
          <a:bodyPr lIns="0" tIns="0" rIns="0" bIns="0"/>
          <a:lstStyle>
            <a:lvl1pPr marL="0" indent="0" algn="l">
              <a:buNone/>
              <a:defRPr baseline="0">
                <a:solidFill>
                  <a:schemeClr val="tx1"/>
                </a:solidFill>
              </a:defRPr>
            </a:lvl1pPr>
            <a:lvl2pPr marL="180975" indent="-180975" algn="l">
              <a:buClr>
                <a:schemeClr val="bg2"/>
              </a:buClr>
              <a:buSzPct val="100000"/>
              <a:buFont typeface="Wingdings" panose="05000000000000000000" pitchFamily="2" charset="2"/>
              <a:buChar char="§"/>
              <a:defRPr>
                <a:solidFill>
                  <a:schemeClr val="tx1"/>
                </a:solidFill>
              </a:defRPr>
            </a:lvl2pPr>
            <a:lvl3pPr marL="406800" indent="-190800" algn="l">
              <a:spcBef>
                <a:spcPts val="336"/>
              </a:spcBef>
              <a:buClrTx/>
              <a:buFont typeface="Helvetica 55 Roman" panose="020B0604020202020204" pitchFamily="34" charset="0"/>
              <a:buChar char="–"/>
              <a:defRPr>
                <a:solidFill>
                  <a:schemeClr val="tx1"/>
                </a:solidFill>
                <a:latin typeface="Helvetica 55 Roman" panose="020B0604020202020204" pitchFamily="34" charset="0"/>
              </a:defRPr>
            </a:lvl3pPr>
            <a:lvl4pPr marL="594000" indent="-172800" algn="l">
              <a:spcBef>
                <a:spcPts val="24"/>
              </a:spcBef>
              <a:buFont typeface="Helvetica 55 Roman" panose="020B0604020202020204" pitchFamily="34" charset="0"/>
              <a:buChar char="–"/>
              <a:defRPr>
                <a:solidFill>
                  <a:schemeClr val="tx1"/>
                </a:solidFill>
              </a:defRPr>
            </a:lvl4pPr>
            <a:lvl5pPr marL="799200" indent="-190800" algn="l">
              <a:buFont typeface="Helvetica 55 Roman" panose="020B0604020202020204" pitchFamily="34" charset="0"/>
              <a:buChar char="–"/>
              <a:defRPr>
                <a:solidFill>
                  <a:schemeClr val="tx1"/>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presenter name</a:t>
            </a:r>
          </a:p>
        </p:txBody>
      </p:sp>
      <p:grpSp>
        <p:nvGrpSpPr>
          <p:cNvPr id="66" name="Group 65">
            <a:extLst>
              <a:ext uri="{FF2B5EF4-FFF2-40B4-BE49-F238E27FC236}">
                <a16:creationId xmlns:a16="http://schemas.microsoft.com/office/drawing/2014/main" id="{2FB7381C-2A5B-AD20-2978-57EE7BB6F95F}"/>
              </a:ext>
            </a:extLst>
          </p:cNvPr>
          <p:cNvGrpSpPr/>
          <p:nvPr userDrawn="1"/>
        </p:nvGrpSpPr>
        <p:grpSpPr>
          <a:xfrm>
            <a:off x="310686" y="4387205"/>
            <a:ext cx="3146531" cy="475200"/>
            <a:chOff x="310686" y="4355678"/>
            <a:chExt cx="3146531" cy="475200"/>
          </a:xfrm>
        </p:grpSpPr>
        <p:sp>
          <p:nvSpPr>
            <p:cNvPr id="67" name="Freeform: Shape 66">
              <a:extLst>
                <a:ext uri="{FF2B5EF4-FFF2-40B4-BE49-F238E27FC236}">
                  <a16:creationId xmlns:a16="http://schemas.microsoft.com/office/drawing/2014/main" id="{FA0B07D4-0083-7C4F-3C3D-09C3CD8072DF}"/>
                </a:ext>
              </a:extLst>
            </p:cNvPr>
            <p:cNvSpPr/>
            <p:nvPr/>
          </p:nvSpPr>
          <p:spPr>
            <a:xfrm>
              <a:off x="310686" y="4355678"/>
              <a:ext cx="475200" cy="47520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68" name="Freeform: Shape 67">
              <a:extLst>
                <a:ext uri="{FF2B5EF4-FFF2-40B4-BE49-F238E27FC236}">
                  <a16:creationId xmlns:a16="http://schemas.microsoft.com/office/drawing/2014/main" id="{3347A312-CB25-A233-3B58-AC0902EE7810}"/>
                </a:ext>
              </a:extLst>
            </p:cNvPr>
            <p:cNvSpPr/>
            <p:nvPr/>
          </p:nvSpPr>
          <p:spPr>
            <a:xfrm>
              <a:off x="455599" y="4723108"/>
              <a:ext cx="58508" cy="68331"/>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69" name="Freeform: Shape 68">
              <a:extLst>
                <a:ext uri="{FF2B5EF4-FFF2-40B4-BE49-F238E27FC236}">
                  <a16:creationId xmlns:a16="http://schemas.microsoft.com/office/drawing/2014/main" id="{ECA0CDFD-128D-C7EA-ECC0-619E6AFD5489}"/>
                </a:ext>
              </a:extLst>
            </p:cNvPr>
            <p:cNvSpPr/>
            <p:nvPr/>
          </p:nvSpPr>
          <p:spPr>
            <a:xfrm>
              <a:off x="527830" y="4723015"/>
              <a:ext cx="59329" cy="67569"/>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70" name="Freeform: Shape 69">
              <a:extLst>
                <a:ext uri="{FF2B5EF4-FFF2-40B4-BE49-F238E27FC236}">
                  <a16:creationId xmlns:a16="http://schemas.microsoft.com/office/drawing/2014/main" id="{BB3F0B6E-E060-C39D-4982-393584383562}"/>
                </a:ext>
              </a:extLst>
            </p:cNvPr>
            <p:cNvSpPr/>
            <p:nvPr/>
          </p:nvSpPr>
          <p:spPr>
            <a:xfrm>
              <a:off x="671310" y="4723015"/>
              <a:ext cx="61274" cy="6883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71" name="Freeform: Shape 70">
              <a:extLst>
                <a:ext uri="{FF2B5EF4-FFF2-40B4-BE49-F238E27FC236}">
                  <a16:creationId xmlns:a16="http://schemas.microsoft.com/office/drawing/2014/main" id="{E1BDCB15-9804-EAF7-25AF-BB5F026C443C}"/>
                </a:ext>
              </a:extLst>
            </p:cNvPr>
            <p:cNvSpPr/>
            <p:nvPr/>
          </p:nvSpPr>
          <p:spPr>
            <a:xfrm>
              <a:off x="336462" y="4722755"/>
              <a:ext cx="65439" cy="69808"/>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72" name="Freeform: Shape 71">
              <a:extLst>
                <a:ext uri="{FF2B5EF4-FFF2-40B4-BE49-F238E27FC236}">
                  <a16:creationId xmlns:a16="http://schemas.microsoft.com/office/drawing/2014/main" id="{FDD2854F-0C49-B418-75C6-D2B997138D03}"/>
                </a:ext>
              </a:extLst>
            </p:cNvPr>
            <p:cNvSpPr/>
            <p:nvPr/>
          </p:nvSpPr>
          <p:spPr>
            <a:xfrm>
              <a:off x="413831" y="4723142"/>
              <a:ext cx="37024" cy="67485"/>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73" name="Freeform: Shape 72">
              <a:extLst>
                <a:ext uri="{FF2B5EF4-FFF2-40B4-BE49-F238E27FC236}">
                  <a16:creationId xmlns:a16="http://schemas.microsoft.com/office/drawing/2014/main" id="{701F5163-9207-E36C-9D89-08F3362CC70D}"/>
                </a:ext>
              </a:extLst>
            </p:cNvPr>
            <p:cNvSpPr/>
            <p:nvPr/>
          </p:nvSpPr>
          <p:spPr>
            <a:xfrm>
              <a:off x="599087" y="4723049"/>
              <a:ext cx="61726" cy="93270"/>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74" name="Freeform: Shape 73">
              <a:extLst>
                <a:ext uri="{FF2B5EF4-FFF2-40B4-BE49-F238E27FC236}">
                  <a16:creationId xmlns:a16="http://schemas.microsoft.com/office/drawing/2014/main" id="{D6D43E10-D498-9A5B-6B35-DA505899B69F}"/>
                </a:ext>
              </a:extLst>
            </p:cNvPr>
            <p:cNvSpPr/>
            <p:nvPr/>
          </p:nvSpPr>
          <p:spPr>
            <a:xfrm>
              <a:off x="722139" y="4699419"/>
              <a:ext cx="45775" cy="21851"/>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75" name="Freeform: Shape 74">
              <a:extLst>
                <a:ext uri="{FF2B5EF4-FFF2-40B4-BE49-F238E27FC236}">
                  <a16:creationId xmlns:a16="http://schemas.microsoft.com/office/drawing/2014/main" id="{0178151B-43E3-B4D1-EC48-D96D83C7C484}"/>
                </a:ext>
              </a:extLst>
            </p:cNvPr>
            <p:cNvSpPr/>
            <p:nvPr/>
          </p:nvSpPr>
          <p:spPr>
            <a:xfrm>
              <a:off x="915285" y="4443978"/>
              <a:ext cx="265441" cy="298175"/>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76" name="Freeform: Shape 75">
              <a:extLst>
                <a:ext uri="{FF2B5EF4-FFF2-40B4-BE49-F238E27FC236}">
                  <a16:creationId xmlns:a16="http://schemas.microsoft.com/office/drawing/2014/main" id="{48C4C995-BF78-38CA-653A-EBB4E9D65590}"/>
                </a:ext>
              </a:extLst>
            </p:cNvPr>
            <p:cNvSpPr/>
            <p:nvPr/>
          </p:nvSpPr>
          <p:spPr>
            <a:xfrm>
              <a:off x="1190074" y="4529401"/>
              <a:ext cx="211552" cy="278619"/>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77" name="Freeform: Shape 76">
              <a:extLst>
                <a:ext uri="{FF2B5EF4-FFF2-40B4-BE49-F238E27FC236}">
                  <a16:creationId xmlns:a16="http://schemas.microsoft.com/office/drawing/2014/main" id="{39CB6ACD-746B-2D9A-F2AD-5AA7425875B1}"/>
                </a:ext>
              </a:extLst>
            </p:cNvPr>
            <p:cNvSpPr/>
            <p:nvPr/>
          </p:nvSpPr>
          <p:spPr>
            <a:xfrm>
              <a:off x="1416085" y="4450759"/>
              <a:ext cx="207964" cy="290186"/>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chemeClr val="tx1"/>
            </a:solidFill>
            <a:ln w="571" cap="flat">
              <a:noFill/>
              <a:prstDash val="solid"/>
              <a:miter/>
            </a:ln>
          </p:spPr>
          <p:txBody>
            <a:bodyPr rtlCol="0" anchor="ctr"/>
            <a:lstStyle/>
            <a:p>
              <a:endParaRPr lang="fr-FR" dirty="0">
                <a:solidFill>
                  <a:schemeClr val="tx1"/>
                </a:solidFill>
              </a:endParaRPr>
            </a:p>
          </p:txBody>
        </p:sp>
        <p:sp>
          <p:nvSpPr>
            <p:cNvPr id="78" name="Freeform: Shape 77">
              <a:extLst>
                <a:ext uri="{FF2B5EF4-FFF2-40B4-BE49-F238E27FC236}">
                  <a16:creationId xmlns:a16="http://schemas.microsoft.com/office/drawing/2014/main" id="{813F0900-3316-F9F7-A106-A86A9848D82F}"/>
                </a:ext>
              </a:extLst>
            </p:cNvPr>
            <p:cNvSpPr/>
            <p:nvPr/>
          </p:nvSpPr>
          <p:spPr>
            <a:xfrm>
              <a:off x="1641518"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79" name="Freeform: Shape 78">
              <a:extLst>
                <a:ext uri="{FF2B5EF4-FFF2-40B4-BE49-F238E27FC236}">
                  <a16:creationId xmlns:a16="http://schemas.microsoft.com/office/drawing/2014/main" id="{6CDFE788-A9AA-09E1-2EE6-78422DB02CF2}"/>
                </a:ext>
              </a:extLst>
            </p:cNvPr>
            <p:cNvSpPr/>
            <p:nvPr/>
          </p:nvSpPr>
          <p:spPr>
            <a:xfrm>
              <a:off x="1872953" y="4523811"/>
              <a:ext cx="132917" cy="21195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80" name="Freeform: Shape 79">
              <a:extLst>
                <a:ext uri="{FF2B5EF4-FFF2-40B4-BE49-F238E27FC236}">
                  <a16:creationId xmlns:a16="http://schemas.microsoft.com/office/drawing/2014/main" id="{6519C50F-E326-80C0-BCC5-0D19CCB95C15}"/>
                </a:ext>
              </a:extLst>
            </p:cNvPr>
            <p:cNvSpPr/>
            <p:nvPr/>
          </p:nvSpPr>
          <p:spPr>
            <a:xfrm>
              <a:off x="2013658" y="4450793"/>
              <a:ext cx="209968" cy="290170"/>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81" name="Freeform: Shape 80">
              <a:extLst>
                <a:ext uri="{FF2B5EF4-FFF2-40B4-BE49-F238E27FC236}">
                  <a16:creationId xmlns:a16="http://schemas.microsoft.com/office/drawing/2014/main" id="{62F54402-2FB9-CEE5-BDCB-C6AED96C1636}"/>
                </a:ext>
              </a:extLst>
            </p:cNvPr>
            <p:cNvSpPr/>
            <p:nvPr/>
          </p:nvSpPr>
          <p:spPr>
            <a:xfrm>
              <a:off x="2249914"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82" name="Freeform: Shape 81">
              <a:extLst>
                <a:ext uri="{FF2B5EF4-FFF2-40B4-BE49-F238E27FC236}">
                  <a16:creationId xmlns:a16="http://schemas.microsoft.com/office/drawing/2014/main" id="{00AAB546-4D4A-B97F-5E48-A27DF9357C60}"/>
                </a:ext>
              </a:extLst>
            </p:cNvPr>
            <p:cNvSpPr/>
            <p:nvPr/>
          </p:nvSpPr>
          <p:spPr>
            <a:xfrm>
              <a:off x="2458154" y="4450766"/>
              <a:ext cx="132933" cy="285005"/>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83" name="Freeform: Shape 82">
              <a:extLst>
                <a:ext uri="{FF2B5EF4-FFF2-40B4-BE49-F238E27FC236}">
                  <a16:creationId xmlns:a16="http://schemas.microsoft.com/office/drawing/2014/main" id="{50F71E42-DFA3-755F-F49D-45FBDFE87477}"/>
                </a:ext>
              </a:extLst>
            </p:cNvPr>
            <p:cNvSpPr/>
            <p:nvPr/>
          </p:nvSpPr>
          <p:spPr>
            <a:xfrm>
              <a:off x="2591593"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84" name="Freeform: Shape 83">
              <a:extLst>
                <a:ext uri="{FF2B5EF4-FFF2-40B4-BE49-F238E27FC236}">
                  <a16:creationId xmlns:a16="http://schemas.microsoft.com/office/drawing/2014/main" id="{5E2B3494-B5A0-263C-14D1-BB35993A70AE}"/>
                </a:ext>
              </a:extLst>
            </p:cNvPr>
            <p:cNvSpPr/>
            <p:nvPr/>
          </p:nvSpPr>
          <p:spPr>
            <a:xfrm>
              <a:off x="2826095" y="4523819"/>
              <a:ext cx="193589" cy="211962"/>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85" name="Freeform: Shape 84">
              <a:extLst>
                <a:ext uri="{FF2B5EF4-FFF2-40B4-BE49-F238E27FC236}">
                  <a16:creationId xmlns:a16="http://schemas.microsoft.com/office/drawing/2014/main" id="{4E49A589-7B3C-DB13-46DA-930613431342}"/>
                </a:ext>
              </a:extLst>
            </p:cNvPr>
            <p:cNvSpPr/>
            <p:nvPr/>
          </p:nvSpPr>
          <p:spPr>
            <a:xfrm>
              <a:off x="3044914" y="4523802"/>
              <a:ext cx="191199" cy="217151"/>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86" name="Freeform: Shape 85">
              <a:extLst>
                <a:ext uri="{FF2B5EF4-FFF2-40B4-BE49-F238E27FC236}">
                  <a16:creationId xmlns:a16="http://schemas.microsoft.com/office/drawing/2014/main" id="{3B20153A-E668-6AC8-2C42-09D45C87B328}"/>
                </a:ext>
              </a:extLst>
            </p:cNvPr>
            <p:cNvSpPr/>
            <p:nvPr/>
          </p:nvSpPr>
          <p:spPr>
            <a:xfrm>
              <a:off x="3251303"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grpSp>
    </p:spTree>
    <p:extLst>
      <p:ext uri="{BB962C8B-B14F-4D97-AF65-F5344CB8AC3E}">
        <p14:creationId xmlns:p14="http://schemas.microsoft.com/office/powerpoint/2010/main" val="747094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5" name="Content Placeholder 2"/>
          <p:cNvSpPr>
            <a:spLocks noGrp="1"/>
          </p:cNvSpPr>
          <p:nvPr>
            <p:ph idx="1" hasCustomPrompt="1"/>
          </p:nvPr>
        </p:nvSpPr>
        <p:spPr>
          <a:xfrm>
            <a:off x="314325" y="267494"/>
            <a:ext cx="8515349" cy="4283869"/>
          </a:xfrm>
        </p:spPr>
        <p:txBody>
          <a:bodyPr/>
          <a:lstStyle>
            <a:lvl1pPr>
              <a:spcBef>
                <a:spcPts val="0"/>
              </a:spcBef>
              <a:defRPr sz="3600">
                <a:solidFill>
                  <a:schemeClr val="accent1"/>
                </a:solidFill>
              </a:defRPr>
            </a:lvl1pPr>
            <a:lvl2pPr marL="361950" indent="-361950">
              <a:spcBef>
                <a:spcPts val="0"/>
              </a:spcBef>
              <a:buClrTx/>
              <a:buSzPct val="100000"/>
              <a:buFont typeface="+mj-lt"/>
              <a:buAutoNum type="arabicPeriod"/>
              <a:defRPr sz="3600" baseline="0"/>
            </a:lvl2pPr>
            <a:lvl3pPr>
              <a:defRPr sz="1800"/>
            </a:lvl3pPr>
            <a:lvl4pPr>
              <a:defRPr sz="1800"/>
            </a:lvl4pPr>
            <a:lvl5pPr>
              <a:defRPr sz="1800"/>
            </a:lvl5pPr>
          </a:lstStyle>
          <a:p>
            <a:pPr lvl="0"/>
            <a:r>
              <a:rPr lang="en-US" dirty="0"/>
              <a:t>Agenda</a:t>
            </a:r>
          </a:p>
          <a:p>
            <a:pPr lvl="1"/>
            <a:r>
              <a:rPr lang="en-US" dirty="0"/>
              <a:t>Second level</a:t>
            </a:r>
          </a:p>
        </p:txBody>
      </p:sp>
      <p:pic>
        <p:nvPicPr>
          <p:cNvPr id="4" name="Image 20"/>
          <p:cNvPicPr>
            <a:picLocks noChangeAspect="1"/>
          </p:cNvPicPr>
          <p:nvPr userDrawn="1"/>
        </p:nvPicPr>
        <p:blipFill rotWithShape="1">
          <a:blip r:embed="rId2">
            <a:extLst>
              <a:ext uri="{28A0092B-C50C-407E-A947-70E740481C1C}">
                <a14:useLocalDpi xmlns:a14="http://schemas.microsoft.com/office/drawing/2010/main" val="0"/>
              </a:ext>
            </a:extLst>
          </a:blip>
          <a:srcRect l="75825" t="20227"/>
          <a:stretch/>
        </p:blipFill>
        <p:spPr>
          <a:xfrm>
            <a:off x="6968127" y="1041148"/>
            <a:ext cx="2210597" cy="4103145"/>
          </a:xfrm>
          <a:prstGeom prst="rect">
            <a:avLst/>
          </a:prstGeom>
        </p:spPr>
      </p:pic>
      <p:pic>
        <p:nvPicPr>
          <p:cNvPr id="6" name="Image 26"/>
          <p:cNvPicPr>
            <a:picLocks noChangeAspect="1"/>
          </p:cNvPicPr>
          <p:nvPr userDrawn="1"/>
        </p:nvPicPr>
        <p:blipFill rotWithShape="1">
          <a:blip r:embed="rId3">
            <a:extLst>
              <a:ext uri="{28A0092B-C50C-407E-A947-70E740481C1C}">
                <a14:useLocalDpi xmlns:a14="http://schemas.microsoft.com/office/drawing/2010/main" val="0"/>
              </a:ext>
            </a:extLst>
          </a:blip>
          <a:srcRect l="73833" t="42203" r="11604"/>
          <a:stretch/>
        </p:blipFill>
        <p:spPr>
          <a:xfrm rot="10800000">
            <a:off x="7812360" y="1588"/>
            <a:ext cx="1331640" cy="2972814"/>
          </a:xfrm>
          <a:prstGeom prst="rect">
            <a:avLst/>
          </a:prstGeom>
        </p:spPr>
      </p:pic>
      <p:sp>
        <p:nvSpPr>
          <p:cNvPr id="8"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127742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14326" y="1181101"/>
            <a:ext cx="8515350" cy="3370262"/>
          </a:xfrm>
        </p:spPr>
        <p:txBody>
          <a:bodyPr/>
          <a:lstStyle>
            <a:lvl1pPr>
              <a:defRPr>
                <a:solidFill>
                  <a:schemeClr val="accent1"/>
                </a:solidFill>
              </a:defRPr>
            </a:lvl1pPr>
            <a:lvl2pPr>
              <a:defRPr>
                <a:solidFill>
                  <a:schemeClr val="tx1"/>
                </a:solidFill>
              </a:defRPr>
            </a:lvl2pPr>
            <a:lvl3pPr>
              <a:buClr>
                <a:schemeClr val="accent1"/>
              </a:buCl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2" name="Title 1"/>
          <p:cNvSpPr>
            <a:spLocks noGrp="1"/>
          </p:cNvSpPr>
          <p:nvPr>
            <p:ph type="title" hasCustomPrompt="1"/>
          </p:nvPr>
        </p:nvSpPr>
        <p:spPr/>
        <p:txBody>
          <a:bodyPr/>
          <a:lstStyle>
            <a:lvl1pPr>
              <a:defRPr>
                <a:solidFill>
                  <a:schemeClr val="accent1"/>
                </a:solidFill>
              </a:defRPr>
            </a:lvl1pPr>
          </a:lstStyle>
          <a:p>
            <a:r>
              <a:rPr lang="en-US" dirty="0"/>
              <a:t>Click to edit title</a:t>
            </a:r>
            <a:endParaRPr lang="en-GB" dirty="0"/>
          </a:p>
        </p:txBody>
      </p:sp>
      <p:sp>
        <p:nvSpPr>
          <p:cNvPr id="7"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035300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14325" y="1181100"/>
            <a:ext cx="3966930" cy="3370262"/>
          </a:xfrm>
        </p:spPr>
        <p:txBody>
          <a:bodyPr>
            <a:normAutofit/>
          </a:bodyPr>
          <a:lstStyle>
            <a:lvl1pPr>
              <a:defRPr sz="1400" baseline="0"/>
            </a:lvl1pPr>
            <a:lvl2pPr>
              <a:defRPr sz="1400" baseline="0">
                <a:solidFill>
                  <a:schemeClr val="tx1"/>
                </a:solidFill>
              </a:defRPr>
            </a:lvl2pPr>
            <a:lvl3pPr>
              <a:defRPr sz="1400" baseline="0">
                <a:solidFill>
                  <a:schemeClr val="tx1"/>
                </a:solidFill>
              </a:defRPr>
            </a:lvl3pPr>
            <a:lvl4pPr>
              <a:defRPr sz="1400" baseline="0">
                <a:solidFill>
                  <a:schemeClr val="tx1"/>
                </a:solidFill>
              </a:defRPr>
            </a:lvl4pPr>
            <a:lvl5pPr>
              <a:defRPr sz="1400" baseline="0">
                <a:solidFill>
                  <a:schemeClr val="tx1"/>
                </a:solidFill>
              </a:defRPr>
            </a:lvl5pPr>
            <a:lvl6pPr>
              <a:defRPr sz="1400">
                <a:solidFill>
                  <a:schemeClr val="tx1"/>
                </a:solidFill>
              </a:defRPr>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4" name="Content Placeholder 3"/>
          <p:cNvSpPr>
            <a:spLocks noGrp="1"/>
          </p:cNvSpPr>
          <p:nvPr>
            <p:ph sz="half" idx="2" hasCustomPrompt="1"/>
          </p:nvPr>
        </p:nvSpPr>
        <p:spPr>
          <a:xfrm>
            <a:off x="4861941" y="1181099"/>
            <a:ext cx="3967734" cy="3370263"/>
          </a:xfrm>
        </p:spPr>
        <p:txBody>
          <a:bodyPr>
            <a:normAutofit/>
          </a:bodyPr>
          <a:lstStyle>
            <a:lvl1pPr>
              <a:defRPr sz="1400"/>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vl6pPr>
              <a:defRPr sz="1400">
                <a:solidFill>
                  <a:schemeClr val="tx1"/>
                </a:solidFill>
              </a:defRPr>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7" name="Title 6"/>
          <p:cNvSpPr>
            <a:spLocks noGrp="1"/>
          </p:cNvSpPr>
          <p:nvPr>
            <p:ph type="title" hasCustomPrompt="1"/>
          </p:nvPr>
        </p:nvSpPr>
        <p:spPr>
          <a:xfrm>
            <a:off x="313199" y="268288"/>
            <a:ext cx="8516475" cy="741362"/>
          </a:xfrm>
        </p:spPr>
        <p:txBody>
          <a:bodyPr/>
          <a:lstStyle>
            <a:lvl1pPr>
              <a:defRPr>
                <a:solidFill>
                  <a:schemeClr val="accent1"/>
                </a:solidFill>
              </a:defRPr>
            </a:lvl1pPr>
          </a:lstStyle>
          <a:p>
            <a:r>
              <a:rPr lang="en-US" dirty="0"/>
              <a:t>Click to edit title</a:t>
            </a:r>
            <a:endParaRPr lang="en-GB" dirty="0"/>
          </a:p>
        </p:txBody>
      </p:sp>
      <p:sp>
        <p:nvSpPr>
          <p:cNvPr id="9"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668654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bschnitts-&#10;überschrift">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313769" y="268288"/>
            <a:ext cx="8515906" cy="4283075"/>
          </a:xfrm>
        </p:spPr>
        <p:txBody>
          <a:bodyPr>
            <a:normAutofit/>
          </a:bodyPr>
          <a:lstStyle>
            <a:lvl1pPr>
              <a:lnSpc>
                <a:spcPct val="85000"/>
              </a:lnSpc>
              <a:spcBef>
                <a:spcPts val="0"/>
              </a:spcBef>
              <a:buNone/>
              <a:defRPr sz="4500" baseline="0">
                <a:solidFill>
                  <a:schemeClr val="accent1"/>
                </a:solidFill>
              </a:defRPr>
            </a:lvl1pPr>
            <a:lvl2pPr>
              <a:lnSpc>
                <a:spcPct val="85000"/>
              </a:lnSpc>
              <a:spcBef>
                <a:spcPts val="0"/>
              </a:spcBef>
              <a:defRPr sz="4500"/>
            </a:lvl2pPr>
            <a:lvl3pPr>
              <a:defRPr sz="5500"/>
            </a:lvl3pPr>
            <a:lvl4pPr>
              <a:defRPr sz="5500"/>
            </a:lvl4pPr>
            <a:lvl5pPr>
              <a:defRPr sz="5500"/>
            </a:lvl5pPr>
          </a:lstStyle>
          <a:p>
            <a:pPr lvl="0"/>
            <a:r>
              <a:rPr lang="en-US" dirty="0"/>
              <a:t>Click to edit title</a:t>
            </a:r>
          </a:p>
          <a:p>
            <a:pPr lvl="1"/>
            <a:r>
              <a:rPr lang="en-US" dirty="0"/>
              <a:t>Second level</a:t>
            </a:r>
          </a:p>
        </p:txBody>
      </p:sp>
      <p:pic>
        <p:nvPicPr>
          <p:cNvPr id="6" name="Image 20"/>
          <p:cNvPicPr>
            <a:picLocks noChangeAspect="1"/>
          </p:cNvPicPr>
          <p:nvPr userDrawn="1"/>
        </p:nvPicPr>
        <p:blipFill rotWithShape="1">
          <a:blip r:embed="rId2">
            <a:extLst>
              <a:ext uri="{28A0092B-C50C-407E-A947-70E740481C1C}">
                <a14:useLocalDpi xmlns:a14="http://schemas.microsoft.com/office/drawing/2010/main" val="0"/>
              </a:ext>
            </a:extLst>
          </a:blip>
          <a:srcRect l="75825" t="20227"/>
          <a:stretch/>
        </p:blipFill>
        <p:spPr>
          <a:xfrm>
            <a:off x="6968127" y="1041148"/>
            <a:ext cx="2210597" cy="4103145"/>
          </a:xfrm>
          <a:prstGeom prst="rect">
            <a:avLst/>
          </a:prstGeom>
        </p:spPr>
      </p:pic>
      <p:pic>
        <p:nvPicPr>
          <p:cNvPr id="7" name="Image 26"/>
          <p:cNvPicPr>
            <a:picLocks noChangeAspect="1"/>
          </p:cNvPicPr>
          <p:nvPr userDrawn="1"/>
        </p:nvPicPr>
        <p:blipFill rotWithShape="1">
          <a:blip r:embed="rId3">
            <a:extLst>
              <a:ext uri="{28A0092B-C50C-407E-A947-70E740481C1C}">
                <a14:useLocalDpi xmlns:a14="http://schemas.microsoft.com/office/drawing/2010/main" val="0"/>
              </a:ext>
            </a:extLst>
          </a:blip>
          <a:srcRect l="73833" t="42203" r="11604"/>
          <a:stretch/>
        </p:blipFill>
        <p:spPr>
          <a:xfrm rot="10800000">
            <a:off x="7812360" y="1588"/>
            <a:ext cx="1331640" cy="2972814"/>
          </a:xfrm>
          <a:prstGeom prst="rect">
            <a:avLst/>
          </a:prstGeom>
        </p:spPr>
      </p:pic>
      <p:sp>
        <p:nvSpPr>
          <p:cNvPr id="10"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624808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tro client slide ">
    <p:spTree>
      <p:nvGrpSpPr>
        <p:cNvPr id="1" name=""/>
        <p:cNvGrpSpPr/>
        <p:nvPr/>
      </p:nvGrpSpPr>
      <p:grpSpPr>
        <a:xfrm>
          <a:off x="0" y="0"/>
          <a:ext cx="0" cy="0"/>
          <a:chOff x="0" y="0"/>
          <a:chExt cx="0" cy="0"/>
        </a:xfrm>
      </p:grpSpPr>
      <p:pic>
        <p:nvPicPr>
          <p:cNvPr id="5" name="Image 6"/>
          <p:cNvPicPr>
            <a:picLocks noChangeAspect="1"/>
          </p:cNvPicPr>
          <p:nvPr userDrawn="1"/>
        </p:nvPicPr>
        <p:blipFill rotWithShape="1">
          <a:blip r:embed="rId2">
            <a:extLst>
              <a:ext uri="{28A0092B-C50C-407E-A947-70E740481C1C}">
                <a14:useLocalDpi xmlns:a14="http://schemas.microsoft.com/office/drawing/2010/main" val="0"/>
              </a:ext>
            </a:extLst>
          </a:blip>
          <a:srcRect l="50000"/>
          <a:stretch/>
        </p:blipFill>
        <p:spPr>
          <a:xfrm flipH="1">
            <a:off x="0" y="794"/>
            <a:ext cx="4572000" cy="5143500"/>
          </a:xfrm>
          <a:prstGeom prst="rect">
            <a:avLst/>
          </a:prstGeom>
        </p:spPr>
      </p:pic>
      <p:sp>
        <p:nvSpPr>
          <p:cNvPr id="6" name="Text Placeholder 7"/>
          <p:cNvSpPr>
            <a:spLocks noGrp="1"/>
          </p:cNvSpPr>
          <p:nvPr>
            <p:ph type="body" sz="quarter" idx="12" hasCustomPrompt="1"/>
          </p:nvPr>
        </p:nvSpPr>
        <p:spPr>
          <a:xfrm>
            <a:off x="314325" y="627535"/>
            <a:ext cx="3954706" cy="2376264"/>
          </a:xfrm>
        </p:spPr>
        <p:txBody>
          <a:bodyPr>
            <a:normAutofit/>
          </a:bodyPr>
          <a:lstStyle>
            <a:lvl1pPr>
              <a:lnSpc>
                <a:spcPct val="85000"/>
              </a:lnSpc>
              <a:spcBef>
                <a:spcPts val="0"/>
              </a:spcBef>
              <a:buNone/>
              <a:defRPr sz="3600" baseline="0">
                <a:solidFill>
                  <a:schemeClr val="accent1"/>
                </a:solidFill>
              </a:defRPr>
            </a:lvl1pPr>
            <a:lvl2pPr>
              <a:lnSpc>
                <a:spcPct val="85000"/>
              </a:lnSpc>
              <a:spcBef>
                <a:spcPts val="0"/>
              </a:spcBef>
              <a:defRPr sz="3600"/>
            </a:lvl2pPr>
            <a:lvl3pPr>
              <a:defRPr sz="5500"/>
            </a:lvl3pPr>
            <a:lvl4pPr>
              <a:defRPr sz="5500"/>
            </a:lvl4pPr>
            <a:lvl5pPr>
              <a:defRPr sz="5500"/>
            </a:lvl5pPr>
          </a:lstStyle>
          <a:p>
            <a:pPr lvl="0"/>
            <a:r>
              <a:rPr lang="en-US" dirty="0"/>
              <a:t>Click to edit title</a:t>
            </a:r>
          </a:p>
          <a:p>
            <a:pPr lvl="1"/>
            <a:r>
              <a:rPr lang="en-US" dirty="0"/>
              <a:t>Second level</a:t>
            </a:r>
          </a:p>
        </p:txBody>
      </p:sp>
      <p:sp>
        <p:nvSpPr>
          <p:cNvPr id="7" name="Content Placeholder 3"/>
          <p:cNvSpPr>
            <a:spLocks noGrp="1"/>
          </p:cNvSpPr>
          <p:nvPr>
            <p:ph sz="quarter" idx="13"/>
          </p:nvPr>
        </p:nvSpPr>
        <p:spPr>
          <a:xfrm>
            <a:off x="4572000" y="0"/>
            <a:ext cx="4572000" cy="5143500"/>
          </a:xfrm>
        </p:spPr>
        <p:txBody>
          <a:bodyPr/>
          <a:lstStyle>
            <a:lvl1pPr>
              <a:defRPr sz="100">
                <a:solidFill>
                  <a:schemeClr val="tx1"/>
                </a:solidFill>
              </a:defRPr>
            </a:lvl1pPr>
          </a:lstStyle>
          <a:p>
            <a:pPr lvl="0"/>
            <a:r>
              <a:rPr lang="en-US"/>
              <a:t>Click to edit Master text styles</a:t>
            </a:r>
          </a:p>
        </p:txBody>
      </p:sp>
      <p:sp>
        <p:nvSpPr>
          <p:cNvPr id="9"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873575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er Case - Problem">
    <p:spTree>
      <p:nvGrpSpPr>
        <p:cNvPr id="1" name=""/>
        <p:cNvGrpSpPr/>
        <p:nvPr/>
      </p:nvGrpSpPr>
      <p:grpSpPr>
        <a:xfrm>
          <a:off x="0" y="0"/>
          <a:ext cx="0" cy="0"/>
          <a:chOff x="0" y="0"/>
          <a:chExt cx="0" cy="0"/>
        </a:xfrm>
      </p:grpSpPr>
      <p:pic>
        <p:nvPicPr>
          <p:cNvPr id="8" name="Image 6"/>
          <p:cNvPicPr>
            <a:picLocks noChangeAspect="1"/>
          </p:cNvPicPr>
          <p:nvPr userDrawn="1"/>
        </p:nvPicPr>
        <p:blipFill rotWithShape="1">
          <a:blip r:embed="rId2">
            <a:extLst>
              <a:ext uri="{28A0092B-C50C-407E-A947-70E740481C1C}">
                <a14:useLocalDpi xmlns:a14="http://schemas.microsoft.com/office/drawing/2010/main" val="0"/>
              </a:ext>
            </a:extLst>
          </a:blip>
          <a:srcRect l="75278" t="22807"/>
          <a:stretch/>
        </p:blipFill>
        <p:spPr>
          <a:xfrm rot="10800000">
            <a:off x="1" y="0"/>
            <a:ext cx="2297929" cy="4036061"/>
          </a:xfrm>
          <a:prstGeom prst="rect">
            <a:avLst/>
          </a:prstGeom>
        </p:spPr>
      </p:pic>
      <p:sp>
        <p:nvSpPr>
          <p:cNvPr id="4" name="Content Placeholder 3"/>
          <p:cNvSpPr>
            <a:spLocks noGrp="1"/>
          </p:cNvSpPr>
          <p:nvPr>
            <p:ph sz="half" idx="2" hasCustomPrompt="1"/>
          </p:nvPr>
        </p:nvSpPr>
        <p:spPr>
          <a:xfrm>
            <a:off x="4572000" y="627063"/>
            <a:ext cx="4257675" cy="3924299"/>
          </a:xfrm>
        </p:spPr>
        <p:txBody>
          <a:bodyPr>
            <a:normAutofit/>
          </a:bodyPr>
          <a:lstStyle>
            <a:lvl1pPr>
              <a:defRPr sz="1400">
                <a:solidFill>
                  <a:schemeClr val="accent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vl6pPr>
              <a:defRPr sz="1400">
                <a:solidFill>
                  <a:schemeClr val="tx1"/>
                </a:solidFill>
              </a:defRPr>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7" name="Title 6"/>
          <p:cNvSpPr>
            <a:spLocks noGrp="1"/>
          </p:cNvSpPr>
          <p:nvPr>
            <p:ph type="title" hasCustomPrompt="1"/>
          </p:nvPr>
        </p:nvSpPr>
        <p:spPr>
          <a:xfrm>
            <a:off x="611188" y="2573337"/>
            <a:ext cx="3384550" cy="1962147"/>
          </a:xfrm>
        </p:spPr>
        <p:txBody>
          <a:bodyPr/>
          <a:lstStyle>
            <a:lvl1pPr>
              <a:defRPr sz="3600">
                <a:solidFill>
                  <a:schemeClr val="tx1"/>
                </a:solidFill>
              </a:defRPr>
            </a:lvl1pPr>
          </a:lstStyle>
          <a:p>
            <a:r>
              <a:rPr lang="en-US" dirty="0"/>
              <a:t>Click to edit title</a:t>
            </a:r>
            <a:endParaRPr lang="en-GB" dirty="0"/>
          </a:p>
        </p:txBody>
      </p:sp>
      <p:sp>
        <p:nvSpPr>
          <p:cNvPr id="10"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150313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er Case - Response">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4572000" y="627063"/>
            <a:ext cx="4257675" cy="3924299"/>
          </a:xfrm>
        </p:spPr>
        <p:txBody>
          <a:bodyPr>
            <a:normAutofit/>
          </a:bodyPr>
          <a:lstStyle>
            <a:lvl1pPr>
              <a:defRPr sz="1400">
                <a:solidFill>
                  <a:schemeClr val="accent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vl6pPr>
              <a:defRPr sz="1400">
                <a:solidFill>
                  <a:schemeClr val="tx1"/>
                </a:solidFill>
              </a:defRPr>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7" name="Title 6"/>
          <p:cNvSpPr>
            <a:spLocks noGrp="1"/>
          </p:cNvSpPr>
          <p:nvPr>
            <p:ph type="title" hasCustomPrompt="1"/>
          </p:nvPr>
        </p:nvSpPr>
        <p:spPr>
          <a:xfrm>
            <a:off x="619544" y="627063"/>
            <a:ext cx="3376194" cy="1946275"/>
          </a:xfrm>
        </p:spPr>
        <p:txBody>
          <a:bodyPr/>
          <a:lstStyle>
            <a:lvl1pPr>
              <a:defRPr sz="3600">
                <a:solidFill>
                  <a:schemeClr val="tx1"/>
                </a:solidFill>
              </a:defRPr>
            </a:lvl1pPr>
          </a:lstStyle>
          <a:p>
            <a:r>
              <a:rPr lang="en-US" dirty="0"/>
              <a:t>Click to edit title</a:t>
            </a:r>
            <a:endParaRPr lang="en-GB" dirty="0"/>
          </a:p>
        </p:txBody>
      </p:sp>
      <p:pic>
        <p:nvPicPr>
          <p:cNvPr id="9" name="Image 8"/>
          <p:cNvPicPr>
            <a:picLocks noChangeAspect="1"/>
          </p:cNvPicPr>
          <p:nvPr userDrawn="1"/>
        </p:nvPicPr>
        <p:blipFill rotWithShape="1">
          <a:blip r:embed="rId2">
            <a:extLst>
              <a:ext uri="{28A0092B-C50C-407E-A947-70E740481C1C}">
                <a14:useLocalDpi xmlns:a14="http://schemas.microsoft.com/office/drawing/2010/main" val="0"/>
              </a:ext>
            </a:extLst>
          </a:blip>
          <a:srcRect l="70261" t="42341" b="7690"/>
          <a:stretch/>
        </p:blipFill>
        <p:spPr>
          <a:xfrm>
            <a:off x="0" y="2573339"/>
            <a:ext cx="2719346" cy="2570162"/>
          </a:xfrm>
          <a:prstGeom prst="rect">
            <a:avLst/>
          </a:prstGeom>
        </p:spPr>
      </p:pic>
      <p:sp>
        <p:nvSpPr>
          <p:cNvPr id="10"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980042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accent1"/>
                </a:solidFill>
              </a:defRPr>
            </a:lvl1pPr>
          </a:lstStyle>
          <a:p>
            <a:r>
              <a:rPr lang="en-US" dirty="0"/>
              <a:t>Click to edit title</a:t>
            </a:r>
            <a:endParaRPr lang="en-GB" dirty="0"/>
          </a:p>
        </p:txBody>
      </p:sp>
      <p:sp>
        <p:nvSpPr>
          <p:cNvPr id="4"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894796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ull Bleed Media">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0" y="0"/>
            <a:ext cx="9144000" cy="5143500"/>
          </a:xfrm>
          <a:noFill/>
        </p:spPr>
        <p:txBody>
          <a:bodyPr/>
          <a:lstStyle>
            <a:lvl1pPr>
              <a:defRPr sz="100">
                <a:noFill/>
              </a:defRPr>
            </a:lvl1pPr>
            <a:lvl2pPr>
              <a:defRPr sz="100">
                <a:solidFill>
                  <a:schemeClr val="tx1"/>
                </a:solidFill>
              </a:defRPr>
            </a:lvl2pPr>
            <a:lvl3pPr>
              <a:defRPr sz="100">
                <a:solidFill>
                  <a:schemeClr val="tx1"/>
                </a:solidFill>
              </a:defRPr>
            </a:lvl3pPr>
            <a:lvl4pPr>
              <a:defRPr sz="100">
                <a:solidFill>
                  <a:schemeClr val="tx1"/>
                </a:solidFill>
              </a:defRPr>
            </a:lvl4pPr>
            <a:lvl5pPr>
              <a:defRPr sz="100">
                <a:solidFill>
                  <a:schemeClr val="tx1"/>
                </a:solidFill>
              </a:defRPr>
            </a:lvl5pPr>
          </a:lstStyle>
          <a:p>
            <a:pPr lvl="0"/>
            <a:r>
              <a:rPr lang="en-US"/>
              <a:t>Click to edit Master text styles</a:t>
            </a:r>
          </a:p>
        </p:txBody>
      </p:sp>
      <p:sp>
        <p:nvSpPr>
          <p:cNvPr id="2" name="Title 1"/>
          <p:cNvSpPr>
            <a:spLocks noGrp="1"/>
          </p:cNvSpPr>
          <p:nvPr>
            <p:ph type="title" hasCustomPrompt="1"/>
          </p:nvPr>
        </p:nvSpPr>
        <p:spPr/>
        <p:txBody>
          <a:bodyPr/>
          <a:lstStyle>
            <a:lvl1pPr>
              <a:defRPr sz="2000" baseline="0">
                <a:solidFill>
                  <a:schemeClr val="accent1"/>
                </a:solidFill>
              </a:defRPr>
            </a:lvl1pPr>
          </a:lstStyle>
          <a:p>
            <a:r>
              <a:rPr lang="en-US" dirty="0"/>
              <a:t>Click to edit title</a:t>
            </a:r>
            <a:endParaRPr lang="en-GB" dirty="0"/>
          </a:p>
        </p:txBody>
      </p:sp>
    </p:spTree>
    <p:extLst>
      <p:ext uri="{BB962C8B-B14F-4D97-AF65-F5344CB8AC3E}">
        <p14:creationId xmlns:p14="http://schemas.microsoft.com/office/powerpoint/2010/main" val="1818810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002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ogo - Stacked">
    <p:spTree>
      <p:nvGrpSpPr>
        <p:cNvPr id="1" name=""/>
        <p:cNvGrpSpPr/>
        <p:nvPr/>
      </p:nvGrpSpPr>
      <p:grpSpPr>
        <a:xfrm>
          <a:off x="0" y="0"/>
          <a:ext cx="0" cy="0"/>
          <a:chOff x="0" y="0"/>
          <a:chExt cx="0" cy="0"/>
        </a:xfrm>
      </p:grpSpPr>
      <p:sp>
        <p:nvSpPr>
          <p:cNvPr id="4"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grpSp>
        <p:nvGrpSpPr>
          <p:cNvPr id="2" name="Group 1">
            <a:extLst>
              <a:ext uri="{FF2B5EF4-FFF2-40B4-BE49-F238E27FC236}">
                <a16:creationId xmlns:a16="http://schemas.microsoft.com/office/drawing/2014/main" id="{14036207-6EB5-A35C-E293-A248CA1279D8}"/>
              </a:ext>
            </a:extLst>
          </p:cNvPr>
          <p:cNvGrpSpPr/>
          <p:nvPr userDrawn="1"/>
        </p:nvGrpSpPr>
        <p:grpSpPr>
          <a:xfrm>
            <a:off x="1273254" y="2073562"/>
            <a:ext cx="6597492" cy="996376"/>
            <a:chOff x="310686" y="4355678"/>
            <a:chExt cx="3146531" cy="475200"/>
          </a:xfrm>
        </p:grpSpPr>
        <p:sp>
          <p:nvSpPr>
            <p:cNvPr id="3" name="Freeform: Shape 2">
              <a:extLst>
                <a:ext uri="{FF2B5EF4-FFF2-40B4-BE49-F238E27FC236}">
                  <a16:creationId xmlns:a16="http://schemas.microsoft.com/office/drawing/2014/main" id="{1C0D3D8E-28B7-F8CC-29B1-C2398451FADC}"/>
                </a:ext>
              </a:extLst>
            </p:cNvPr>
            <p:cNvSpPr/>
            <p:nvPr/>
          </p:nvSpPr>
          <p:spPr>
            <a:xfrm>
              <a:off x="310686" y="4355678"/>
              <a:ext cx="475200" cy="47520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5" name="Freeform: Shape 4">
              <a:extLst>
                <a:ext uri="{FF2B5EF4-FFF2-40B4-BE49-F238E27FC236}">
                  <a16:creationId xmlns:a16="http://schemas.microsoft.com/office/drawing/2014/main" id="{B79C0F5C-24D4-AFA6-9155-6D4009D92A5F}"/>
                </a:ext>
              </a:extLst>
            </p:cNvPr>
            <p:cNvSpPr/>
            <p:nvPr/>
          </p:nvSpPr>
          <p:spPr>
            <a:xfrm>
              <a:off x="455599" y="4723108"/>
              <a:ext cx="58508" cy="68331"/>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7" name="Freeform: Shape 6">
              <a:extLst>
                <a:ext uri="{FF2B5EF4-FFF2-40B4-BE49-F238E27FC236}">
                  <a16:creationId xmlns:a16="http://schemas.microsoft.com/office/drawing/2014/main" id="{025C4A70-1A7E-6369-1967-9126432F1DF9}"/>
                </a:ext>
              </a:extLst>
            </p:cNvPr>
            <p:cNvSpPr/>
            <p:nvPr/>
          </p:nvSpPr>
          <p:spPr>
            <a:xfrm>
              <a:off x="527830" y="4723015"/>
              <a:ext cx="59329" cy="67569"/>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8" name="Freeform: Shape 7">
              <a:extLst>
                <a:ext uri="{FF2B5EF4-FFF2-40B4-BE49-F238E27FC236}">
                  <a16:creationId xmlns:a16="http://schemas.microsoft.com/office/drawing/2014/main" id="{46B9635F-8720-420E-5336-9D9A283BDA14}"/>
                </a:ext>
              </a:extLst>
            </p:cNvPr>
            <p:cNvSpPr/>
            <p:nvPr/>
          </p:nvSpPr>
          <p:spPr>
            <a:xfrm>
              <a:off x="671310" y="4723015"/>
              <a:ext cx="61274" cy="6883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9" name="Freeform: Shape 8">
              <a:extLst>
                <a:ext uri="{FF2B5EF4-FFF2-40B4-BE49-F238E27FC236}">
                  <a16:creationId xmlns:a16="http://schemas.microsoft.com/office/drawing/2014/main" id="{11C34F29-8901-C5A1-B203-0BAEFA8D475E}"/>
                </a:ext>
              </a:extLst>
            </p:cNvPr>
            <p:cNvSpPr/>
            <p:nvPr/>
          </p:nvSpPr>
          <p:spPr>
            <a:xfrm>
              <a:off x="336462" y="4722755"/>
              <a:ext cx="65439" cy="69808"/>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10" name="Freeform: Shape 9">
              <a:extLst>
                <a:ext uri="{FF2B5EF4-FFF2-40B4-BE49-F238E27FC236}">
                  <a16:creationId xmlns:a16="http://schemas.microsoft.com/office/drawing/2014/main" id="{5C8985BE-23FB-E9BB-228B-6D02535B5FA3}"/>
                </a:ext>
              </a:extLst>
            </p:cNvPr>
            <p:cNvSpPr/>
            <p:nvPr/>
          </p:nvSpPr>
          <p:spPr>
            <a:xfrm>
              <a:off x="413831" y="4723142"/>
              <a:ext cx="37024" cy="67485"/>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11" name="Freeform: Shape 10">
              <a:extLst>
                <a:ext uri="{FF2B5EF4-FFF2-40B4-BE49-F238E27FC236}">
                  <a16:creationId xmlns:a16="http://schemas.microsoft.com/office/drawing/2014/main" id="{CEF5BE9F-A3ED-8212-49D1-E0A3974EB263}"/>
                </a:ext>
              </a:extLst>
            </p:cNvPr>
            <p:cNvSpPr/>
            <p:nvPr/>
          </p:nvSpPr>
          <p:spPr>
            <a:xfrm>
              <a:off x="599087" y="4723049"/>
              <a:ext cx="61726" cy="93270"/>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12" name="Freeform: Shape 11">
              <a:extLst>
                <a:ext uri="{FF2B5EF4-FFF2-40B4-BE49-F238E27FC236}">
                  <a16:creationId xmlns:a16="http://schemas.microsoft.com/office/drawing/2014/main" id="{2E6721BF-87CF-CED4-1D82-17FFDBA64030}"/>
                </a:ext>
              </a:extLst>
            </p:cNvPr>
            <p:cNvSpPr/>
            <p:nvPr/>
          </p:nvSpPr>
          <p:spPr>
            <a:xfrm>
              <a:off x="722139" y="4699419"/>
              <a:ext cx="45775" cy="21851"/>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13" name="Freeform: Shape 12">
              <a:extLst>
                <a:ext uri="{FF2B5EF4-FFF2-40B4-BE49-F238E27FC236}">
                  <a16:creationId xmlns:a16="http://schemas.microsoft.com/office/drawing/2014/main" id="{99310E1B-EC3F-AC8E-217D-1831FC59B6D1}"/>
                </a:ext>
              </a:extLst>
            </p:cNvPr>
            <p:cNvSpPr/>
            <p:nvPr/>
          </p:nvSpPr>
          <p:spPr>
            <a:xfrm>
              <a:off x="915285" y="4443978"/>
              <a:ext cx="265441" cy="298175"/>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14" name="Freeform: Shape 13">
              <a:extLst>
                <a:ext uri="{FF2B5EF4-FFF2-40B4-BE49-F238E27FC236}">
                  <a16:creationId xmlns:a16="http://schemas.microsoft.com/office/drawing/2014/main" id="{9984F385-9E5D-142D-700C-AECA0EFFFCED}"/>
                </a:ext>
              </a:extLst>
            </p:cNvPr>
            <p:cNvSpPr/>
            <p:nvPr/>
          </p:nvSpPr>
          <p:spPr>
            <a:xfrm>
              <a:off x="1190074" y="4529401"/>
              <a:ext cx="211552" cy="278619"/>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15" name="Freeform: Shape 14">
              <a:extLst>
                <a:ext uri="{FF2B5EF4-FFF2-40B4-BE49-F238E27FC236}">
                  <a16:creationId xmlns:a16="http://schemas.microsoft.com/office/drawing/2014/main" id="{99C3BC57-89BF-6A71-9B5B-3F6D03FE3C4C}"/>
                </a:ext>
              </a:extLst>
            </p:cNvPr>
            <p:cNvSpPr/>
            <p:nvPr/>
          </p:nvSpPr>
          <p:spPr>
            <a:xfrm>
              <a:off x="1416085" y="4450759"/>
              <a:ext cx="207964" cy="290186"/>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chemeClr val="tx1"/>
            </a:solidFill>
            <a:ln w="571" cap="flat">
              <a:noFill/>
              <a:prstDash val="solid"/>
              <a:miter/>
            </a:ln>
          </p:spPr>
          <p:txBody>
            <a:bodyPr rtlCol="0" anchor="ctr"/>
            <a:lstStyle/>
            <a:p>
              <a:endParaRPr lang="fr-FR" dirty="0">
                <a:solidFill>
                  <a:schemeClr val="tx1"/>
                </a:solidFill>
              </a:endParaRPr>
            </a:p>
          </p:txBody>
        </p:sp>
        <p:sp>
          <p:nvSpPr>
            <p:cNvPr id="16" name="Freeform: Shape 15">
              <a:extLst>
                <a:ext uri="{FF2B5EF4-FFF2-40B4-BE49-F238E27FC236}">
                  <a16:creationId xmlns:a16="http://schemas.microsoft.com/office/drawing/2014/main" id="{C5057D15-D7BB-A85B-512C-A2753DEFD870}"/>
                </a:ext>
              </a:extLst>
            </p:cNvPr>
            <p:cNvSpPr/>
            <p:nvPr/>
          </p:nvSpPr>
          <p:spPr>
            <a:xfrm>
              <a:off x="1641518"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17" name="Freeform: Shape 16">
              <a:extLst>
                <a:ext uri="{FF2B5EF4-FFF2-40B4-BE49-F238E27FC236}">
                  <a16:creationId xmlns:a16="http://schemas.microsoft.com/office/drawing/2014/main" id="{BD82466D-DB2C-BBD1-1BD8-3618AF5DEEA6}"/>
                </a:ext>
              </a:extLst>
            </p:cNvPr>
            <p:cNvSpPr/>
            <p:nvPr/>
          </p:nvSpPr>
          <p:spPr>
            <a:xfrm>
              <a:off x="1872953" y="4523811"/>
              <a:ext cx="132917" cy="21195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18" name="Freeform: Shape 17">
              <a:extLst>
                <a:ext uri="{FF2B5EF4-FFF2-40B4-BE49-F238E27FC236}">
                  <a16:creationId xmlns:a16="http://schemas.microsoft.com/office/drawing/2014/main" id="{BBEDD60C-0DA7-3B03-5FBC-3080381AABD4}"/>
                </a:ext>
              </a:extLst>
            </p:cNvPr>
            <p:cNvSpPr/>
            <p:nvPr/>
          </p:nvSpPr>
          <p:spPr>
            <a:xfrm>
              <a:off x="2013658" y="4450793"/>
              <a:ext cx="209968" cy="290170"/>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19" name="Freeform: Shape 18">
              <a:extLst>
                <a:ext uri="{FF2B5EF4-FFF2-40B4-BE49-F238E27FC236}">
                  <a16:creationId xmlns:a16="http://schemas.microsoft.com/office/drawing/2014/main" id="{F475DB0B-B9E2-50CE-C224-31AEAD617C34}"/>
                </a:ext>
              </a:extLst>
            </p:cNvPr>
            <p:cNvSpPr/>
            <p:nvPr/>
          </p:nvSpPr>
          <p:spPr>
            <a:xfrm>
              <a:off x="2249914"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0" name="Freeform: Shape 19">
              <a:extLst>
                <a:ext uri="{FF2B5EF4-FFF2-40B4-BE49-F238E27FC236}">
                  <a16:creationId xmlns:a16="http://schemas.microsoft.com/office/drawing/2014/main" id="{17B9AF3B-884E-6181-1B3C-3D4B641828DB}"/>
                </a:ext>
              </a:extLst>
            </p:cNvPr>
            <p:cNvSpPr/>
            <p:nvPr/>
          </p:nvSpPr>
          <p:spPr>
            <a:xfrm>
              <a:off x="2458154" y="4450766"/>
              <a:ext cx="132933" cy="285005"/>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1" name="Freeform: Shape 20">
              <a:extLst>
                <a:ext uri="{FF2B5EF4-FFF2-40B4-BE49-F238E27FC236}">
                  <a16:creationId xmlns:a16="http://schemas.microsoft.com/office/drawing/2014/main" id="{C1A533D0-09BB-9B3E-84FB-B1328EF116A0}"/>
                </a:ext>
              </a:extLst>
            </p:cNvPr>
            <p:cNvSpPr/>
            <p:nvPr/>
          </p:nvSpPr>
          <p:spPr>
            <a:xfrm>
              <a:off x="2591593"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2" name="Freeform: Shape 21">
              <a:extLst>
                <a:ext uri="{FF2B5EF4-FFF2-40B4-BE49-F238E27FC236}">
                  <a16:creationId xmlns:a16="http://schemas.microsoft.com/office/drawing/2014/main" id="{EB2CAA56-F563-B89F-5B14-E2BF8800B3EE}"/>
                </a:ext>
              </a:extLst>
            </p:cNvPr>
            <p:cNvSpPr/>
            <p:nvPr/>
          </p:nvSpPr>
          <p:spPr>
            <a:xfrm>
              <a:off x="2826095" y="4523819"/>
              <a:ext cx="193589" cy="211962"/>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3" name="Freeform: Shape 22">
              <a:extLst>
                <a:ext uri="{FF2B5EF4-FFF2-40B4-BE49-F238E27FC236}">
                  <a16:creationId xmlns:a16="http://schemas.microsoft.com/office/drawing/2014/main" id="{5B3E9C33-FABE-EF60-DA9F-8B3D5E2CCEE3}"/>
                </a:ext>
              </a:extLst>
            </p:cNvPr>
            <p:cNvSpPr/>
            <p:nvPr/>
          </p:nvSpPr>
          <p:spPr>
            <a:xfrm>
              <a:off x="3044914" y="4523802"/>
              <a:ext cx="191199" cy="217151"/>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4" name="Freeform: Shape 23">
              <a:extLst>
                <a:ext uri="{FF2B5EF4-FFF2-40B4-BE49-F238E27FC236}">
                  <a16:creationId xmlns:a16="http://schemas.microsoft.com/office/drawing/2014/main" id="{E33BF5CB-0F0A-0E81-763D-60A08435EC81}"/>
                </a:ext>
              </a:extLst>
            </p:cNvPr>
            <p:cNvSpPr/>
            <p:nvPr/>
          </p:nvSpPr>
          <p:spPr>
            <a:xfrm>
              <a:off x="3251303"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grpSp>
    </p:spTree>
    <p:extLst>
      <p:ext uri="{BB962C8B-B14F-4D97-AF65-F5344CB8AC3E}">
        <p14:creationId xmlns:p14="http://schemas.microsoft.com/office/powerpoint/2010/main" val="65746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14" name="Image 2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4"/>
            <a:ext cx="9144000" cy="5143500"/>
          </a:xfrm>
          <a:prstGeom prst="rect">
            <a:avLst/>
          </a:prstGeom>
        </p:spPr>
      </p:pic>
      <p:pic>
        <p:nvPicPr>
          <p:cNvPr id="15" name="Image 26"/>
          <p:cNvPicPr>
            <a:picLocks noChangeAspect="1"/>
          </p:cNvPicPr>
          <p:nvPr userDrawn="1"/>
        </p:nvPicPr>
        <p:blipFill rotWithShape="1">
          <a:blip r:embed="rId3">
            <a:extLst>
              <a:ext uri="{28A0092B-C50C-407E-A947-70E740481C1C}">
                <a14:useLocalDpi xmlns:a14="http://schemas.microsoft.com/office/drawing/2010/main" val="0"/>
              </a:ext>
            </a:extLst>
          </a:blip>
          <a:srcRect l="71604" t="42203" r="11604"/>
          <a:stretch/>
        </p:blipFill>
        <p:spPr>
          <a:xfrm rot="10800000">
            <a:off x="0" y="1588"/>
            <a:ext cx="1535502" cy="2972814"/>
          </a:xfrm>
          <a:prstGeom prst="rect">
            <a:avLst/>
          </a:prstGeom>
        </p:spPr>
      </p:pic>
      <p:sp>
        <p:nvSpPr>
          <p:cNvPr id="2" name="Title 1"/>
          <p:cNvSpPr>
            <a:spLocks noGrp="1"/>
          </p:cNvSpPr>
          <p:nvPr>
            <p:ph type="ctrTitle" hasCustomPrompt="1"/>
          </p:nvPr>
        </p:nvSpPr>
        <p:spPr>
          <a:xfrm>
            <a:off x="1763688" y="1181101"/>
            <a:ext cx="5328592" cy="526553"/>
          </a:xfrm>
        </p:spPr>
        <p:txBody>
          <a:bodyPr>
            <a:noAutofit/>
          </a:bodyPr>
          <a:lstStyle>
            <a:lvl1pPr algn="l">
              <a:lnSpc>
                <a:spcPct val="85000"/>
              </a:lnSpc>
              <a:defRPr sz="4000" baseline="0">
                <a:solidFill>
                  <a:schemeClr val="accent1"/>
                </a:solidFill>
              </a:defRPr>
            </a:lvl1pPr>
          </a:lstStyle>
          <a:p>
            <a:r>
              <a:rPr lang="en-US" dirty="0"/>
              <a:t>Thanks</a:t>
            </a:r>
            <a:endParaRPr lang="en-GB" dirty="0"/>
          </a:p>
        </p:txBody>
      </p:sp>
      <p:sp>
        <p:nvSpPr>
          <p:cNvPr id="17" name="Text Placeholder 17"/>
          <p:cNvSpPr>
            <a:spLocks noGrp="1"/>
          </p:cNvSpPr>
          <p:nvPr>
            <p:ph type="body" sz="quarter" idx="16" hasCustomPrompt="1"/>
          </p:nvPr>
        </p:nvSpPr>
        <p:spPr>
          <a:xfrm>
            <a:off x="1763688" y="1851670"/>
            <a:ext cx="5328592" cy="864096"/>
          </a:xfrm>
        </p:spPr>
        <p:txBody>
          <a:bodyPr/>
          <a:lstStyle>
            <a:lvl1pPr marL="0" marR="0" indent="0" algn="l" defTabSz="685800" rtl="0" eaLnBrk="1" fontAlgn="auto" latinLnBrk="0" hangingPunct="1">
              <a:lnSpc>
                <a:spcPct val="100000"/>
              </a:lnSpc>
              <a:spcBef>
                <a:spcPts val="750"/>
              </a:spcBef>
              <a:spcAft>
                <a:spcPts val="0"/>
              </a:spcAft>
              <a:buClrTx/>
              <a:buSzTx/>
              <a:buFont typeface="Arial"/>
              <a:buNone/>
              <a:tabLst/>
              <a:defRPr sz="1600" baseline="0">
                <a:solidFill>
                  <a:schemeClr val="tx1"/>
                </a:solidFill>
              </a:defRPr>
            </a:lvl1pPr>
          </a:lstStyle>
          <a:p>
            <a:pPr marL="0" marR="0" lvl="0" indent="0" algn="l" defTabSz="685800" rtl="0" eaLnBrk="1" fontAlgn="auto" latinLnBrk="0" hangingPunct="1">
              <a:lnSpc>
                <a:spcPct val="100000"/>
              </a:lnSpc>
              <a:spcBef>
                <a:spcPts val="750"/>
              </a:spcBef>
              <a:spcAft>
                <a:spcPts val="0"/>
              </a:spcAft>
              <a:buClrTx/>
              <a:buSzTx/>
              <a:buFont typeface="Arial"/>
              <a:buNone/>
              <a:tabLst/>
              <a:defRPr/>
            </a:pPr>
            <a:r>
              <a:rPr lang="en-US" noProof="0" dirty="0"/>
              <a:t>Click to edit contact</a:t>
            </a:r>
          </a:p>
        </p:txBody>
      </p:sp>
      <p:sp>
        <p:nvSpPr>
          <p:cNvPr id="19" name="Text Placeholder 17"/>
          <p:cNvSpPr>
            <a:spLocks noGrp="1"/>
          </p:cNvSpPr>
          <p:nvPr>
            <p:ph type="body" sz="quarter" idx="17" hasCustomPrompt="1"/>
          </p:nvPr>
        </p:nvSpPr>
        <p:spPr>
          <a:xfrm>
            <a:off x="1763688" y="2859782"/>
            <a:ext cx="5328592" cy="504056"/>
          </a:xfrm>
        </p:spPr>
        <p:txBody>
          <a:bodyPr/>
          <a:lstStyle>
            <a:lvl1pPr marL="0" marR="0" indent="0" algn="l" defTabSz="685800" rtl="0" eaLnBrk="1" fontAlgn="auto" latinLnBrk="0" hangingPunct="1">
              <a:lnSpc>
                <a:spcPct val="100000"/>
              </a:lnSpc>
              <a:spcBef>
                <a:spcPts val="750"/>
              </a:spcBef>
              <a:spcAft>
                <a:spcPts val="0"/>
              </a:spcAft>
              <a:buClrTx/>
              <a:buSzTx/>
              <a:buFont typeface="Arial"/>
              <a:buNone/>
              <a:tabLst/>
              <a:defRPr sz="1600" baseline="0">
                <a:solidFill>
                  <a:schemeClr val="tx1"/>
                </a:solidFill>
              </a:defRPr>
            </a:lvl1pPr>
          </a:lstStyle>
          <a:p>
            <a:pPr marL="0" marR="0" lvl="0" indent="0" algn="l" defTabSz="685800" rtl="0" eaLnBrk="1" fontAlgn="auto" latinLnBrk="0" hangingPunct="1">
              <a:lnSpc>
                <a:spcPct val="100000"/>
              </a:lnSpc>
              <a:spcBef>
                <a:spcPts val="750"/>
              </a:spcBef>
              <a:spcAft>
                <a:spcPts val="0"/>
              </a:spcAft>
              <a:buClrTx/>
              <a:buSzTx/>
              <a:buFont typeface="Arial"/>
              <a:buNone/>
              <a:tabLst/>
              <a:defRPr/>
            </a:pPr>
            <a:r>
              <a:rPr lang="en-US" noProof="0" dirty="0"/>
              <a:t>Click to edit date</a:t>
            </a:r>
          </a:p>
        </p:txBody>
      </p:sp>
      <p:sp>
        <p:nvSpPr>
          <p:cNvPr id="5" name="TextBox 4"/>
          <p:cNvSpPr txBox="1"/>
          <p:nvPr userDrawn="1"/>
        </p:nvSpPr>
        <p:spPr>
          <a:xfrm>
            <a:off x="1763688" y="3555742"/>
            <a:ext cx="3600400" cy="246221"/>
          </a:xfrm>
          <a:prstGeom prst="rect">
            <a:avLst/>
          </a:prstGeom>
        </p:spPr>
        <p:txBody>
          <a:bodyPr wrap="squar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u="none" noProof="0" dirty="0">
                <a:solidFill>
                  <a:schemeClr val="accent1"/>
                </a:solidFill>
                <a:latin typeface="Helvetica 75 Bold" panose="020B0804020202020204" pitchFamily="34" charset="0"/>
                <a:cs typeface="Arial" panose="020B0604020202020204" pitchFamily="34" charset="0"/>
              </a:rPr>
              <a:t>https://orangecyberdefense.de</a:t>
            </a:r>
          </a:p>
        </p:txBody>
      </p:sp>
      <p:grpSp>
        <p:nvGrpSpPr>
          <p:cNvPr id="4" name="Group 3">
            <a:extLst>
              <a:ext uri="{FF2B5EF4-FFF2-40B4-BE49-F238E27FC236}">
                <a16:creationId xmlns:a16="http://schemas.microsoft.com/office/drawing/2014/main" id="{CDE4F871-F744-D312-906A-8B52DA9A33BA}"/>
              </a:ext>
            </a:extLst>
          </p:cNvPr>
          <p:cNvGrpSpPr/>
          <p:nvPr userDrawn="1"/>
        </p:nvGrpSpPr>
        <p:grpSpPr>
          <a:xfrm>
            <a:off x="310686" y="4387205"/>
            <a:ext cx="3146531" cy="475200"/>
            <a:chOff x="310686" y="4355678"/>
            <a:chExt cx="3146531" cy="475200"/>
          </a:xfrm>
        </p:grpSpPr>
        <p:sp>
          <p:nvSpPr>
            <p:cNvPr id="6" name="Freeform: Shape 5">
              <a:extLst>
                <a:ext uri="{FF2B5EF4-FFF2-40B4-BE49-F238E27FC236}">
                  <a16:creationId xmlns:a16="http://schemas.microsoft.com/office/drawing/2014/main" id="{AF4A3C11-272A-1846-47A3-67F6900C66A7}"/>
                </a:ext>
              </a:extLst>
            </p:cNvPr>
            <p:cNvSpPr/>
            <p:nvPr/>
          </p:nvSpPr>
          <p:spPr>
            <a:xfrm>
              <a:off x="310686" y="4355678"/>
              <a:ext cx="475200" cy="47520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7" name="Freeform: Shape 6">
              <a:extLst>
                <a:ext uri="{FF2B5EF4-FFF2-40B4-BE49-F238E27FC236}">
                  <a16:creationId xmlns:a16="http://schemas.microsoft.com/office/drawing/2014/main" id="{75EF0C80-B3A5-FA3C-7B31-08F417ADD293}"/>
                </a:ext>
              </a:extLst>
            </p:cNvPr>
            <p:cNvSpPr/>
            <p:nvPr/>
          </p:nvSpPr>
          <p:spPr>
            <a:xfrm>
              <a:off x="455599" y="4723108"/>
              <a:ext cx="58508" cy="68331"/>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8" name="Freeform: Shape 7">
              <a:extLst>
                <a:ext uri="{FF2B5EF4-FFF2-40B4-BE49-F238E27FC236}">
                  <a16:creationId xmlns:a16="http://schemas.microsoft.com/office/drawing/2014/main" id="{8F893DD3-E451-B5FF-94C1-2740F093AE48}"/>
                </a:ext>
              </a:extLst>
            </p:cNvPr>
            <p:cNvSpPr/>
            <p:nvPr/>
          </p:nvSpPr>
          <p:spPr>
            <a:xfrm>
              <a:off x="527830" y="4723015"/>
              <a:ext cx="59329" cy="67569"/>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9" name="Freeform: Shape 8">
              <a:extLst>
                <a:ext uri="{FF2B5EF4-FFF2-40B4-BE49-F238E27FC236}">
                  <a16:creationId xmlns:a16="http://schemas.microsoft.com/office/drawing/2014/main" id="{97071B51-A93E-2C6D-F98C-266E85A15846}"/>
                </a:ext>
              </a:extLst>
            </p:cNvPr>
            <p:cNvSpPr/>
            <p:nvPr/>
          </p:nvSpPr>
          <p:spPr>
            <a:xfrm>
              <a:off x="671310" y="4723015"/>
              <a:ext cx="61274" cy="6883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10" name="Freeform: Shape 9">
              <a:extLst>
                <a:ext uri="{FF2B5EF4-FFF2-40B4-BE49-F238E27FC236}">
                  <a16:creationId xmlns:a16="http://schemas.microsoft.com/office/drawing/2014/main" id="{66E078FE-921A-C6B3-8C2D-0F01AA16BEDA}"/>
                </a:ext>
              </a:extLst>
            </p:cNvPr>
            <p:cNvSpPr/>
            <p:nvPr/>
          </p:nvSpPr>
          <p:spPr>
            <a:xfrm>
              <a:off x="336462" y="4722755"/>
              <a:ext cx="65439" cy="69808"/>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11" name="Freeform: Shape 10">
              <a:extLst>
                <a:ext uri="{FF2B5EF4-FFF2-40B4-BE49-F238E27FC236}">
                  <a16:creationId xmlns:a16="http://schemas.microsoft.com/office/drawing/2014/main" id="{D972F877-9450-D357-BAC9-BC58B272728C}"/>
                </a:ext>
              </a:extLst>
            </p:cNvPr>
            <p:cNvSpPr/>
            <p:nvPr/>
          </p:nvSpPr>
          <p:spPr>
            <a:xfrm>
              <a:off x="413831" y="4723142"/>
              <a:ext cx="37024" cy="67485"/>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12" name="Freeform: Shape 11">
              <a:extLst>
                <a:ext uri="{FF2B5EF4-FFF2-40B4-BE49-F238E27FC236}">
                  <a16:creationId xmlns:a16="http://schemas.microsoft.com/office/drawing/2014/main" id="{AEBCDC7E-47C0-539F-C3AE-9BEF25E5B11F}"/>
                </a:ext>
              </a:extLst>
            </p:cNvPr>
            <p:cNvSpPr/>
            <p:nvPr/>
          </p:nvSpPr>
          <p:spPr>
            <a:xfrm>
              <a:off x="599087" y="4723049"/>
              <a:ext cx="61726" cy="93270"/>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13" name="Freeform: Shape 12">
              <a:extLst>
                <a:ext uri="{FF2B5EF4-FFF2-40B4-BE49-F238E27FC236}">
                  <a16:creationId xmlns:a16="http://schemas.microsoft.com/office/drawing/2014/main" id="{DD5B351B-91CE-C6ED-BB94-2ECAFF18339E}"/>
                </a:ext>
              </a:extLst>
            </p:cNvPr>
            <p:cNvSpPr/>
            <p:nvPr/>
          </p:nvSpPr>
          <p:spPr>
            <a:xfrm>
              <a:off x="722139" y="4699419"/>
              <a:ext cx="45775" cy="21851"/>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16" name="Freeform: Shape 15">
              <a:extLst>
                <a:ext uri="{FF2B5EF4-FFF2-40B4-BE49-F238E27FC236}">
                  <a16:creationId xmlns:a16="http://schemas.microsoft.com/office/drawing/2014/main" id="{A73443A0-8F15-3FA4-DCE7-88DEA391DF11}"/>
                </a:ext>
              </a:extLst>
            </p:cNvPr>
            <p:cNvSpPr/>
            <p:nvPr/>
          </p:nvSpPr>
          <p:spPr>
            <a:xfrm>
              <a:off x="915285" y="4443978"/>
              <a:ext cx="265441" cy="298175"/>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18" name="Freeform: Shape 17">
              <a:extLst>
                <a:ext uri="{FF2B5EF4-FFF2-40B4-BE49-F238E27FC236}">
                  <a16:creationId xmlns:a16="http://schemas.microsoft.com/office/drawing/2014/main" id="{E2589429-DBEA-15FC-4D39-1E58C69D6555}"/>
                </a:ext>
              </a:extLst>
            </p:cNvPr>
            <p:cNvSpPr/>
            <p:nvPr/>
          </p:nvSpPr>
          <p:spPr>
            <a:xfrm>
              <a:off x="1190074" y="4529401"/>
              <a:ext cx="211552" cy="278619"/>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1" name="Freeform: Shape 20">
              <a:extLst>
                <a:ext uri="{FF2B5EF4-FFF2-40B4-BE49-F238E27FC236}">
                  <a16:creationId xmlns:a16="http://schemas.microsoft.com/office/drawing/2014/main" id="{D24F746E-7920-CBC5-FE6C-DE036CE900FF}"/>
                </a:ext>
              </a:extLst>
            </p:cNvPr>
            <p:cNvSpPr/>
            <p:nvPr/>
          </p:nvSpPr>
          <p:spPr>
            <a:xfrm>
              <a:off x="1416085" y="4450759"/>
              <a:ext cx="207964" cy="290186"/>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chemeClr val="tx1"/>
            </a:solidFill>
            <a:ln w="571" cap="flat">
              <a:noFill/>
              <a:prstDash val="solid"/>
              <a:miter/>
            </a:ln>
          </p:spPr>
          <p:txBody>
            <a:bodyPr rtlCol="0" anchor="ctr"/>
            <a:lstStyle/>
            <a:p>
              <a:endParaRPr lang="fr-FR" dirty="0">
                <a:solidFill>
                  <a:schemeClr val="tx1"/>
                </a:solidFill>
              </a:endParaRPr>
            </a:p>
          </p:txBody>
        </p:sp>
        <p:sp>
          <p:nvSpPr>
            <p:cNvPr id="22" name="Freeform: Shape 21">
              <a:extLst>
                <a:ext uri="{FF2B5EF4-FFF2-40B4-BE49-F238E27FC236}">
                  <a16:creationId xmlns:a16="http://schemas.microsoft.com/office/drawing/2014/main" id="{7B70DFE9-75FF-9A1D-F4F9-2D4AEDA62C98}"/>
                </a:ext>
              </a:extLst>
            </p:cNvPr>
            <p:cNvSpPr/>
            <p:nvPr/>
          </p:nvSpPr>
          <p:spPr>
            <a:xfrm>
              <a:off x="1641518"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3" name="Freeform: Shape 22">
              <a:extLst>
                <a:ext uri="{FF2B5EF4-FFF2-40B4-BE49-F238E27FC236}">
                  <a16:creationId xmlns:a16="http://schemas.microsoft.com/office/drawing/2014/main" id="{A90C15FD-5733-1A96-2EB7-A46533884CDA}"/>
                </a:ext>
              </a:extLst>
            </p:cNvPr>
            <p:cNvSpPr/>
            <p:nvPr/>
          </p:nvSpPr>
          <p:spPr>
            <a:xfrm>
              <a:off x="1872953" y="4523811"/>
              <a:ext cx="132917" cy="21195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4" name="Freeform: Shape 23">
              <a:extLst>
                <a:ext uri="{FF2B5EF4-FFF2-40B4-BE49-F238E27FC236}">
                  <a16:creationId xmlns:a16="http://schemas.microsoft.com/office/drawing/2014/main" id="{B280C455-DF49-0941-DC4A-ED49ECF7418B}"/>
                </a:ext>
              </a:extLst>
            </p:cNvPr>
            <p:cNvSpPr/>
            <p:nvPr/>
          </p:nvSpPr>
          <p:spPr>
            <a:xfrm>
              <a:off x="2013658" y="4450793"/>
              <a:ext cx="209968" cy="290170"/>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5" name="Freeform: Shape 24">
              <a:extLst>
                <a:ext uri="{FF2B5EF4-FFF2-40B4-BE49-F238E27FC236}">
                  <a16:creationId xmlns:a16="http://schemas.microsoft.com/office/drawing/2014/main" id="{9BED2927-0EBF-0FB6-C18C-F2B88583F95D}"/>
                </a:ext>
              </a:extLst>
            </p:cNvPr>
            <p:cNvSpPr/>
            <p:nvPr/>
          </p:nvSpPr>
          <p:spPr>
            <a:xfrm>
              <a:off x="2249914"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6" name="Freeform: Shape 25">
              <a:extLst>
                <a:ext uri="{FF2B5EF4-FFF2-40B4-BE49-F238E27FC236}">
                  <a16:creationId xmlns:a16="http://schemas.microsoft.com/office/drawing/2014/main" id="{B3397449-3EA5-B99F-7940-AE89FC055D9C}"/>
                </a:ext>
              </a:extLst>
            </p:cNvPr>
            <p:cNvSpPr/>
            <p:nvPr/>
          </p:nvSpPr>
          <p:spPr>
            <a:xfrm>
              <a:off x="2458154" y="4450766"/>
              <a:ext cx="132933" cy="285005"/>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7" name="Freeform: Shape 26">
              <a:extLst>
                <a:ext uri="{FF2B5EF4-FFF2-40B4-BE49-F238E27FC236}">
                  <a16:creationId xmlns:a16="http://schemas.microsoft.com/office/drawing/2014/main" id="{B4235829-E4D1-D5DB-D971-C3DBF6DDD79D}"/>
                </a:ext>
              </a:extLst>
            </p:cNvPr>
            <p:cNvSpPr/>
            <p:nvPr/>
          </p:nvSpPr>
          <p:spPr>
            <a:xfrm>
              <a:off x="2591593"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8" name="Freeform: Shape 27">
              <a:extLst>
                <a:ext uri="{FF2B5EF4-FFF2-40B4-BE49-F238E27FC236}">
                  <a16:creationId xmlns:a16="http://schemas.microsoft.com/office/drawing/2014/main" id="{E7C296B5-C621-F535-F434-8294A7417E8C}"/>
                </a:ext>
              </a:extLst>
            </p:cNvPr>
            <p:cNvSpPr/>
            <p:nvPr/>
          </p:nvSpPr>
          <p:spPr>
            <a:xfrm>
              <a:off x="2826095" y="4523819"/>
              <a:ext cx="193589" cy="211962"/>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9" name="Freeform: Shape 28">
              <a:extLst>
                <a:ext uri="{FF2B5EF4-FFF2-40B4-BE49-F238E27FC236}">
                  <a16:creationId xmlns:a16="http://schemas.microsoft.com/office/drawing/2014/main" id="{A047F37B-82F9-0D48-91B4-DF97A1947135}"/>
                </a:ext>
              </a:extLst>
            </p:cNvPr>
            <p:cNvSpPr/>
            <p:nvPr/>
          </p:nvSpPr>
          <p:spPr>
            <a:xfrm>
              <a:off x="3044914" y="4523802"/>
              <a:ext cx="191199" cy="217151"/>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30" name="Freeform: Shape 29">
              <a:extLst>
                <a:ext uri="{FF2B5EF4-FFF2-40B4-BE49-F238E27FC236}">
                  <a16:creationId xmlns:a16="http://schemas.microsoft.com/office/drawing/2014/main" id="{2C7DA0BD-0811-803C-CF0A-0F5E13BEE5EF}"/>
                </a:ext>
              </a:extLst>
            </p:cNvPr>
            <p:cNvSpPr/>
            <p:nvPr/>
          </p:nvSpPr>
          <p:spPr>
            <a:xfrm>
              <a:off x="3251303"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grpSp>
    </p:spTree>
    <p:extLst>
      <p:ext uri="{BB962C8B-B14F-4D97-AF65-F5344CB8AC3E}">
        <p14:creationId xmlns:p14="http://schemas.microsoft.com/office/powerpoint/2010/main" val="2408548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an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7685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16A05-929D-B000-042A-30DC424197D4}"/>
              </a:ext>
            </a:extLst>
          </p:cNvPr>
          <p:cNvSpPr>
            <a:spLocks noGrp="1"/>
          </p:cNvSpPr>
          <p:nvPr>
            <p:ph type="ctrTitle" hasCustomPrompt="1"/>
          </p:nvPr>
        </p:nvSpPr>
        <p:spPr>
          <a:xfrm>
            <a:off x="307975" y="307975"/>
            <a:ext cx="4834849" cy="2262188"/>
          </a:xfrm>
        </p:spPr>
        <p:txBody>
          <a:bodyPr>
            <a:noAutofit/>
          </a:bodyPr>
          <a:lstStyle>
            <a:lvl1pPr algn="l">
              <a:lnSpc>
                <a:spcPct val="85000"/>
              </a:lnSpc>
              <a:defRPr sz="5500" baseline="0">
                <a:solidFill>
                  <a:schemeClr val="bg2"/>
                </a:solidFill>
              </a:defRPr>
            </a:lvl1pPr>
          </a:lstStyle>
          <a:p>
            <a:r>
              <a:rPr lang="en-US" dirty="0"/>
              <a:t>Click to edit title</a:t>
            </a:r>
            <a:endParaRPr lang="fr-FR" noProof="0" dirty="0"/>
          </a:p>
        </p:txBody>
      </p:sp>
      <p:sp>
        <p:nvSpPr>
          <p:cNvPr id="4" name="Text Placeholder 17">
            <a:extLst>
              <a:ext uri="{FF2B5EF4-FFF2-40B4-BE49-F238E27FC236}">
                <a16:creationId xmlns:a16="http://schemas.microsoft.com/office/drawing/2014/main" id="{EAEBD49A-C53D-4122-0EED-E988F54A58DA}"/>
              </a:ext>
            </a:extLst>
          </p:cNvPr>
          <p:cNvSpPr>
            <a:spLocks noGrp="1"/>
          </p:cNvSpPr>
          <p:nvPr>
            <p:ph type="body" sz="quarter" idx="16" hasCustomPrompt="1"/>
          </p:nvPr>
        </p:nvSpPr>
        <p:spPr>
          <a:xfrm>
            <a:off x="5796137" y="307975"/>
            <a:ext cx="3024336" cy="3362326"/>
          </a:xfrm>
          <a:prstGeom prst="rect">
            <a:avLst/>
          </a:prstGeom>
        </p:spPr>
        <p:txBody>
          <a:bodyPr lIns="0" tIns="0" rIns="0" bIns="0"/>
          <a:lstStyle>
            <a:lvl1pPr>
              <a:defRPr/>
            </a:lvl1pPr>
            <a:lvl2pPr>
              <a:defRPr>
                <a:solidFill>
                  <a:schemeClr val="bg1"/>
                </a:solidFill>
              </a:defRPr>
            </a:lvl2pPr>
          </a:lstStyle>
          <a:p>
            <a:pPr lvl="0"/>
            <a:r>
              <a:rPr lang="en-US" dirty="0"/>
              <a:t>Click to edit text</a:t>
            </a:r>
          </a:p>
          <a:p>
            <a:pPr lvl="1"/>
            <a:r>
              <a:rPr lang="en-US" dirty="0"/>
              <a:t>Second level</a:t>
            </a:r>
          </a:p>
        </p:txBody>
      </p:sp>
      <p:sp>
        <p:nvSpPr>
          <p:cNvPr id="5" name="Subtitle 2">
            <a:extLst>
              <a:ext uri="{FF2B5EF4-FFF2-40B4-BE49-F238E27FC236}">
                <a16:creationId xmlns:a16="http://schemas.microsoft.com/office/drawing/2014/main" id="{EEAEA0B0-768E-1E66-ADFF-00AB3C775C47}"/>
              </a:ext>
            </a:extLst>
          </p:cNvPr>
          <p:cNvSpPr>
            <a:spLocks noGrp="1"/>
          </p:cNvSpPr>
          <p:nvPr>
            <p:ph type="subTitle" idx="1" hasCustomPrompt="1"/>
          </p:nvPr>
        </p:nvSpPr>
        <p:spPr>
          <a:xfrm>
            <a:off x="310687" y="2704144"/>
            <a:ext cx="4831185" cy="966156"/>
          </a:xfrm>
          <a:prstGeom prst="rect">
            <a:avLst/>
          </a:prstGeom>
        </p:spPr>
        <p:txBody>
          <a:bodyPr lIns="0" tIns="0" rIns="0" bIns="0"/>
          <a:lstStyle>
            <a:lvl1pPr marL="0" indent="0" algn="l">
              <a:buNone/>
              <a:defRPr baseline="0">
                <a:solidFill>
                  <a:schemeClr val="bg1"/>
                </a:solidFill>
              </a:defRPr>
            </a:lvl1pPr>
            <a:lvl2pPr marL="180975" indent="-180975" algn="l">
              <a:buClr>
                <a:schemeClr val="bg2"/>
              </a:buClr>
              <a:buSzPct val="100000"/>
              <a:buFont typeface="Wingdings" panose="05000000000000000000" pitchFamily="2" charset="2"/>
              <a:buChar char="§"/>
              <a:defRPr>
                <a:solidFill>
                  <a:schemeClr val="tx1"/>
                </a:solidFill>
              </a:defRPr>
            </a:lvl2pPr>
            <a:lvl3pPr marL="406800" indent="-190800" algn="l">
              <a:spcBef>
                <a:spcPts val="336"/>
              </a:spcBef>
              <a:buClrTx/>
              <a:buFont typeface="Helvetica 55 Roman" panose="020B0604020202020204" pitchFamily="34" charset="0"/>
              <a:buChar char="–"/>
              <a:defRPr>
                <a:solidFill>
                  <a:schemeClr val="tx1"/>
                </a:solidFill>
                <a:latin typeface="Helvetica 55 Roman" panose="020B0604020202020204" pitchFamily="34" charset="0"/>
              </a:defRPr>
            </a:lvl3pPr>
            <a:lvl4pPr marL="594000" indent="-172800" algn="l">
              <a:spcBef>
                <a:spcPts val="24"/>
              </a:spcBef>
              <a:buFont typeface="Helvetica 55 Roman" panose="020B0604020202020204" pitchFamily="34" charset="0"/>
              <a:buChar char="–"/>
              <a:defRPr>
                <a:solidFill>
                  <a:schemeClr val="tx1"/>
                </a:solidFill>
              </a:defRPr>
            </a:lvl4pPr>
            <a:lvl5pPr marL="799200" indent="-190800" algn="l">
              <a:buFont typeface="Helvetica 55 Roman" panose="020B0604020202020204" pitchFamily="34" charset="0"/>
              <a:buChar char="–"/>
              <a:defRPr>
                <a:solidFill>
                  <a:schemeClr val="tx1"/>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presenter name</a:t>
            </a:r>
          </a:p>
        </p:txBody>
      </p:sp>
      <p:grpSp>
        <p:nvGrpSpPr>
          <p:cNvPr id="6" name="Group 5">
            <a:extLst>
              <a:ext uri="{FF2B5EF4-FFF2-40B4-BE49-F238E27FC236}">
                <a16:creationId xmlns:a16="http://schemas.microsoft.com/office/drawing/2014/main" id="{3CC9D976-0444-7407-4404-5697A2B9F59E}"/>
              </a:ext>
            </a:extLst>
          </p:cNvPr>
          <p:cNvGrpSpPr>
            <a:grpSpLocks noChangeAspect="1"/>
          </p:cNvGrpSpPr>
          <p:nvPr userDrawn="1"/>
        </p:nvGrpSpPr>
        <p:grpSpPr>
          <a:xfrm>
            <a:off x="310686" y="4355678"/>
            <a:ext cx="3146531" cy="475200"/>
            <a:chOff x="-903015" y="2792089"/>
            <a:chExt cx="2142250" cy="323530"/>
          </a:xfrm>
        </p:grpSpPr>
        <p:sp>
          <p:nvSpPr>
            <p:cNvPr id="7" name="Freeform: Shape 6">
              <a:extLst>
                <a:ext uri="{FF2B5EF4-FFF2-40B4-BE49-F238E27FC236}">
                  <a16:creationId xmlns:a16="http://schemas.microsoft.com/office/drawing/2014/main" id="{FF914F3A-CFC3-8EDA-5CD5-3B83926FFC6C}"/>
                </a:ext>
              </a:extLst>
            </p:cNvPr>
            <p:cNvSpPr/>
            <p:nvPr/>
          </p:nvSpPr>
          <p:spPr>
            <a:xfrm>
              <a:off x="-903015" y="2792089"/>
              <a:ext cx="323530" cy="32353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8" name="Freeform: Shape 7">
              <a:extLst>
                <a:ext uri="{FF2B5EF4-FFF2-40B4-BE49-F238E27FC236}">
                  <a16:creationId xmlns:a16="http://schemas.microsoft.com/office/drawing/2014/main" id="{310C6F2A-7066-032B-A483-BBA40DEDA987}"/>
                </a:ext>
              </a:extLst>
            </p:cNvPr>
            <p:cNvSpPr/>
            <p:nvPr/>
          </p:nvSpPr>
          <p:spPr>
            <a:xfrm>
              <a:off x="-804354" y="3042246"/>
              <a:ext cx="39834" cy="46522"/>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9" name="Freeform: Shape 8">
              <a:extLst>
                <a:ext uri="{FF2B5EF4-FFF2-40B4-BE49-F238E27FC236}">
                  <a16:creationId xmlns:a16="http://schemas.microsoft.com/office/drawing/2014/main" id="{4DE19609-04A4-0EF5-343F-6EC806069751}"/>
                </a:ext>
              </a:extLst>
            </p:cNvPr>
            <p:cNvSpPr/>
            <p:nvPr/>
          </p:nvSpPr>
          <p:spPr>
            <a:xfrm>
              <a:off x="-755177" y="3042183"/>
              <a:ext cx="40393" cy="46003"/>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10" name="Freeform: Shape 9">
              <a:extLst>
                <a:ext uri="{FF2B5EF4-FFF2-40B4-BE49-F238E27FC236}">
                  <a16:creationId xmlns:a16="http://schemas.microsoft.com/office/drawing/2014/main" id="{7FA5A783-6B00-9F1F-9536-39827214A38C}"/>
                </a:ext>
              </a:extLst>
            </p:cNvPr>
            <p:cNvSpPr/>
            <p:nvPr/>
          </p:nvSpPr>
          <p:spPr>
            <a:xfrm>
              <a:off x="-657492" y="3042183"/>
              <a:ext cx="41717" cy="4686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11" name="Freeform: Shape 10">
              <a:extLst>
                <a:ext uri="{FF2B5EF4-FFF2-40B4-BE49-F238E27FC236}">
                  <a16:creationId xmlns:a16="http://schemas.microsoft.com/office/drawing/2014/main" id="{5A2A13B9-968C-3EB3-EE6B-6E6786D69C74}"/>
                </a:ext>
              </a:extLst>
            </p:cNvPr>
            <p:cNvSpPr/>
            <p:nvPr/>
          </p:nvSpPr>
          <p:spPr>
            <a:xfrm>
              <a:off x="-885466" y="3042006"/>
              <a:ext cx="44553" cy="47527"/>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12" name="Freeform: Shape 11">
              <a:extLst>
                <a:ext uri="{FF2B5EF4-FFF2-40B4-BE49-F238E27FC236}">
                  <a16:creationId xmlns:a16="http://schemas.microsoft.com/office/drawing/2014/main" id="{5DB7BC58-8844-3E0E-FD02-0210D3236AB7}"/>
                </a:ext>
              </a:extLst>
            </p:cNvPr>
            <p:cNvSpPr/>
            <p:nvPr/>
          </p:nvSpPr>
          <p:spPr>
            <a:xfrm>
              <a:off x="-832791" y="3042269"/>
              <a:ext cx="25207" cy="45946"/>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13" name="Freeform: Shape 12">
              <a:extLst>
                <a:ext uri="{FF2B5EF4-FFF2-40B4-BE49-F238E27FC236}">
                  <a16:creationId xmlns:a16="http://schemas.microsoft.com/office/drawing/2014/main" id="{C503F684-A3D7-D3D2-85BB-EDD656D02C65}"/>
                </a:ext>
              </a:extLst>
            </p:cNvPr>
            <p:cNvSpPr/>
            <p:nvPr/>
          </p:nvSpPr>
          <p:spPr>
            <a:xfrm>
              <a:off x="-706663" y="3042206"/>
              <a:ext cx="42025" cy="63501"/>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16" name="Freeform: Shape 15">
              <a:extLst>
                <a:ext uri="{FF2B5EF4-FFF2-40B4-BE49-F238E27FC236}">
                  <a16:creationId xmlns:a16="http://schemas.microsoft.com/office/drawing/2014/main" id="{E7D93229-9F36-BA4E-CDF9-647B2918F1F8}"/>
                </a:ext>
              </a:extLst>
            </p:cNvPr>
            <p:cNvSpPr/>
            <p:nvPr/>
          </p:nvSpPr>
          <p:spPr>
            <a:xfrm>
              <a:off x="-622886" y="3026118"/>
              <a:ext cx="31165" cy="14877"/>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18" name="Freeform: Shape 17">
              <a:extLst>
                <a:ext uri="{FF2B5EF4-FFF2-40B4-BE49-F238E27FC236}">
                  <a16:creationId xmlns:a16="http://schemas.microsoft.com/office/drawing/2014/main" id="{E7A7133B-1D7E-021B-B058-67F970118963}"/>
                </a:ext>
              </a:extLst>
            </p:cNvPr>
            <p:cNvSpPr/>
            <p:nvPr/>
          </p:nvSpPr>
          <p:spPr>
            <a:xfrm>
              <a:off x="-489298" y="2852206"/>
              <a:ext cx="180720" cy="203006"/>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rgbClr val="FFFFFF"/>
            </a:solidFill>
            <a:ln w="571" cap="flat">
              <a:noFill/>
              <a:prstDash val="solid"/>
              <a:miter/>
            </a:ln>
          </p:spPr>
          <p:txBody>
            <a:bodyPr rtlCol="0" anchor="ctr"/>
            <a:lstStyle/>
            <a:p>
              <a:endParaRPr lang="fr-FR"/>
            </a:p>
          </p:txBody>
        </p:sp>
        <p:sp>
          <p:nvSpPr>
            <p:cNvPr id="41" name="Freeform: Shape 40">
              <a:extLst>
                <a:ext uri="{FF2B5EF4-FFF2-40B4-BE49-F238E27FC236}">
                  <a16:creationId xmlns:a16="http://schemas.microsoft.com/office/drawing/2014/main" id="{BBD2D6E8-6B1D-523E-10A6-55D90B5D95E7}"/>
                </a:ext>
              </a:extLst>
            </p:cNvPr>
            <p:cNvSpPr/>
            <p:nvPr/>
          </p:nvSpPr>
          <p:spPr>
            <a:xfrm>
              <a:off x="-302214" y="2910365"/>
              <a:ext cx="144031" cy="189692"/>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rgbClr val="FFFFFF"/>
            </a:solidFill>
            <a:ln w="571" cap="flat">
              <a:noFill/>
              <a:prstDash val="solid"/>
              <a:miter/>
            </a:ln>
          </p:spPr>
          <p:txBody>
            <a:bodyPr rtlCol="0" anchor="ctr"/>
            <a:lstStyle/>
            <a:p>
              <a:endParaRPr lang="fr-FR"/>
            </a:p>
          </p:txBody>
        </p:sp>
        <p:sp>
          <p:nvSpPr>
            <p:cNvPr id="42" name="Freeform: Shape 41">
              <a:extLst>
                <a:ext uri="{FF2B5EF4-FFF2-40B4-BE49-F238E27FC236}">
                  <a16:creationId xmlns:a16="http://schemas.microsoft.com/office/drawing/2014/main" id="{35817D75-05D6-814A-911D-BB2A0EB33595}"/>
                </a:ext>
              </a:extLst>
            </p:cNvPr>
            <p:cNvSpPr/>
            <p:nvPr/>
          </p:nvSpPr>
          <p:spPr>
            <a:xfrm>
              <a:off x="-148339" y="2856823"/>
              <a:ext cx="141588" cy="197567"/>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rgbClr val="FFFFFF"/>
            </a:solidFill>
            <a:ln w="571" cap="flat">
              <a:noFill/>
              <a:prstDash val="solid"/>
              <a:miter/>
            </a:ln>
          </p:spPr>
          <p:txBody>
            <a:bodyPr rtlCol="0" anchor="ctr"/>
            <a:lstStyle/>
            <a:p>
              <a:endParaRPr lang="fr-FR"/>
            </a:p>
          </p:txBody>
        </p:sp>
        <p:sp>
          <p:nvSpPr>
            <p:cNvPr id="43" name="Freeform: Shape 42">
              <a:extLst>
                <a:ext uri="{FF2B5EF4-FFF2-40B4-BE49-F238E27FC236}">
                  <a16:creationId xmlns:a16="http://schemas.microsoft.com/office/drawing/2014/main" id="{9E78C022-572F-7023-8A4E-8E7663537F9C}"/>
                </a:ext>
              </a:extLst>
            </p:cNvPr>
            <p:cNvSpPr/>
            <p:nvPr/>
          </p:nvSpPr>
          <p:spPr>
            <a:xfrm>
              <a:off x="5142"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44" name="Freeform: Shape 43">
              <a:extLst>
                <a:ext uri="{FF2B5EF4-FFF2-40B4-BE49-F238E27FC236}">
                  <a16:creationId xmlns:a16="http://schemas.microsoft.com/office/drawing/2014/main" id="{D520B6FF-9378-CD71-A546-3671E77966CA}"/>
                </a:ext>
              </a:extLst>
            </p:cNvPr>
            <p:cNvSpPr/>
            <p:nvPr/>
          </p:nvSpPr>
          <p:spPr>
            <a:xfrm>
              <a:off x="162710" y="2906559"/>
              <a:ext cx="90494" cy="14430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rgbClr val="FFFFFF"/>
            </a:solidFill>
            <a:ln w="571" cap="flat">
              <a:noFill/>
              <a:prstDash val="solid"/>
              <a:miter/>
            </a:ln>
          </p:spPr>
          <p:txBody>
            <a:bodyPr rtlCol="0" anchor="ctr"/>
            <a:lstStyle/>
            <a:p>
              <a:endParaRPr lang="fr-FR"/>
            </a:p>
          </p:txBody>
        </p:sp>
        <p:sp>
          <p:nvSpPr>
            <p:cNvPr id="45" name="Freeform: Shape 44">
              <a:extLst>
                <a:ext uri="{FF2B5EF4-FFF2-40B4-BE49-F238E27FC236}">
                  <a16:creationId xmlns:a16="http://schemas.microsoft.com/office/drawing/2014/main" id="{0DED97AD-8391-4DD7-CEE9-6676FFCD366F}"/>
                </a:ext>
              </a:extLst>
            </p:cNvPr>
            <p:cNvSpPr/>
            <p:nvPr/>
          </p:nvSpPr>
          <p:spPr>
            <a:xfrm>
              <a:off x="258506" y="2856846"/>
              <a:ext cx="142952" cy="197556"/>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rgbClr val="FFFFFF"/>
            </a:solidFill>
            <a:ln w="571" cap="flat">
              <a:noFill/>
              <a:prstDash val="solid"/>
              <a:miter/>
            </a:ln>
          </p:spPr>
          <p:txBody>
            <a:bodyPr rtlCol="0" anchor="ctr"/>
            <a:lstStyle/>
            <a:p>
              <a:endParaRPr lang="fr-FR"/>
            </a:p>
          </p:txBody>
        </p:sp>
        <p:sp>
          <p:nvSpPr>
            <p:cNvPr id="46" name="Freeform: Shape 45">
              <a:extLst>
                <a:ext uri="{FF2B5EF4-FFF2-40B4-BE49-F238E27FC236}">
                  <a16:creationId xmlns:a16="http://schemas.microsoft.com/office/drawing/2014/main" id="{C94922BD-1637-6A3E-10CF-BEC76C99251A}"/>
                </a:ext>
              </a:extLst>
            </p:cNvPr>
            <p:cNvSpPr/>
            <p:nvPr/>
          </p:nvSpPr>
          <p:spPr>
            <a:xfrm>
              <a:off x="419356"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sp>
          <p:nvSpPr>
            <p:cNvPr id="47" name="Freeform: Shape 46">
              <a:extLst>
                <a:ext uri="{FF2B5EF4-FFF2-40B4-BE49-F238E27FC236}">
                  <a16:creationId xmlns:a16="http://schemas.microsoft.com/office/drawing/2014/main" id="{193F7ACF-AE5D-CFE4-3CB8-82E8AFEB00B3}"/>
                </a:ext>
              </a:extLst>
            </p:cNvPr>
            <p:cNvSpPr/>
            <p:nvPr/>
          </p:nvSpPr>
          <p:spPr>
            <a:xfrm>
              <a:off x="561132" y="2856828"/>
              <a:ext cx="90505" cy="194040"/>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rgbClr val="FFFFFF"/>
            </a:solidFill>
            <a:ln w="571" cap="flat">
              <a:noFill/>
              <a:prstDash val="solid"/>
              <a:miter/>
            </a:ln>
          </p:spPr>
          <p:txBody>
            <a:bodyPr rtlCol="0" anchor="ctr"/>
            <a:lstStyle/>
            <a:p>
              <a:endParaRPr lang="fr-FR"/>
            </a:p>
          </p:txBody>
        </p:sp>
        <p:sp>
          <p:nvSpPr>
            <p:cNvPr id="48" name="Freeform: Shape 47">
              <a:extLst>
                <a:ext uri="{FF2B5EF4-FFF2-40B4-BE49-F238E27FC236}">
                  <a16:creationId xmlns:a16="http://schemas.microsoft.com/office/drawing/2014/main" id="{8C55D276-B702-0560-AF5E-722342586DA4}"/>
                </a:ext>
              </a:extLst>
            </p:cNvPr>
            <p:cNvSpPr/>
            <p:nvPr/>
          </p:nvSpPr>
          <p:spPr>
            <a:xfrm>
              <a:off x="651981"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49" name="Freeform: Shape 48">
              <a:extLst>
                <a:ext uri="{FF2B5EF4-FFF2-40B4-BE49-F238E27FC236}">
                  <a16:creationId xmlns:a16="http://schemas.microsoft.com/office/drawing/2014/main" id="{CB1E3A40-0C99-EACE-CDDD-9D74FE80DC08}"/>
                </a:ext>
              </a:extLst>
            </p:cNvPr>
            <p:cNvSpPr/>
            <p:nvPr/>
          </p:nvSpPr>
          <p:spPr>
            <a:xfrm>
              <a:off x="809549" y="2906564"/>
              <a:ext cx="131801" cy="144310"/>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rgbClr val="FFFFFF"/>
            </a:solidFill>
            <a:ln w="571" cap="flat">
              <a:noFill/>
              <a:prstDash val="solid"/>
              <a:miter/>
            </a:ln>
          </p:spPr>
          <p:txBody>
            <a:bodyPr rtlCol="0" anchor="ctr"/>
            <a:lstStyle/>
            <a:p>
              <a:endParaRPr lang="fr-FR"/>
            </a:p>
          </p:txBody>
        </p:sp>
        <p:sp>
          <p:nvSpPr>
            <p:cNvPr id="58" name="Freeform: Shape 57">
              <a:extLst>
                <a:ext uri="{FF2B5EF4-FFF2-40B4-BE49-F238E27FC236}">
                  <a16:creationId xmlns:a16="http://schemas.microsoft.com/office/drawing/2014/main" id="{887420B2-DA44-295D-0318-607DDFDA9219}"/>
                </a:ext>
              </a:extLst>
            </p:cNvPr>
            <p:cNvSpPr/>
            <p:nvPr/>
          </p:nvSpPr>
          <p:spPr>
            <a:xfrm>
              <a:off x="958527" y="2906553"/>
              <a:ext cx="130174" cy="147843"/>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rgbClr val="FFFFFF"/>
            </a:solidFill>
            <a:ln w="571" cap="flat">
              <a:noFill/>
              <a:prstDash val="solid"/>
              <a:miter/>
            </a:ln>
          </p:spPr>
          <p:txBody>
            <a:bodyPr rtlCol="0" anchor="ctr"/>
            <a:lstStyle/>
            <a:p>
              <a:endParaRPr lang="fr-FR"/>
            </a:p>
          </p:txBody>
        </p:sp>
        <p:sp>
          <p:nvSpPr>
            <p:cNvPr id="59" name="Freeform: Shape 58">
              <a:extLst>
                <a:ext uri="{FF2B5EF4-FFF2-40B4-BE49-F238E27FC236}">
                  <a16:creationId xmlns:a16="http://schemas.microsoft.com/office/drawing/2014/main" id="{FE328E27-45E8-F2EE-749C-2DFD679A7EB9}"/>
                </a:ext>
              </a:extLst>
            </p:cNvPr>
            <p:cNvSpPr/>
            <p:nvPr/>
          </p:nvSpPr>
          <p:spPr>
            <a:xfrm>
              <a:off x="1099043"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grpSp>
    </p:spTree>
    <p:extLst>
      <p:ext uri="{BB962C8B-B14F-4D97-AF65-F5344CB8AC3E}">
        <p14:creationId xmlns:p14="http://schemas.microsoft.com/office/powerpoint/2010/main" val="369721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tx1"/>
        </a:solidFill>
        <a:effectLst/>
      </p:bgPr>
    </p:bg>
    <p:spTree>
      <p:nvGrpSpPr>
        <p:cNvPr id="1" name=""/>
        <p:cNvGrpSpPr/>
        <p:nvPr/>
      </p:nvGrpSpPr>
      <p:grpSpPr>
        <a:xfrm>
          <a:off x="0" y="0"/>
          <a:ext cx="0" cy="0"/>
          <a:chOff x="0" y="0"/>
          <a:chExt cx="0" cy="0"/>
        </a:xfrm>
      </p:grpSpPr>
      <p:sp>
        <p:nvSpPr>
          <p:cNvPr id="5" name="Content Placeholder 2"/>
          <p:cNvSpPr>
            <a:spLocks noGrp="1"/>
          </p:cNvSpPr>
          <p:nvPr>
            <p:ph idx="1" hasCustomPrompt="1"/>
          </p:nvPr>
        </p:nvSpPr>
        <p:spPr>
          <a:xfrm>
            <a:off x="314325" y="267494"/>
            <a:ext cx="8515349" cy="4283869"/>
          </a:xfrm>
        </p:spPr>
        <p:txBody>
          <a:bodyPr/>
          <a:lstStyle>
            <a:lvl1pPr>
              <a:spcBef>
                <a:spcPts val="0"/>
              </a:spcBef>
              <a:defRPr sz="3600">
                <a:solidFill>
                  <a:schemeClr val="accent1"/>
                </a:solidFill>
              </a:defRPr>
            </a:lvl1pPr>
            <a:lvl2pPr marL="361950" indent="-361950">
              <a:spcBef>
                <a:spcPts val="0"/>
              </a:spcBef>
              <a:buClrTx/>
              <a:buSzPct val="100000"/>
              <a:buFont typeface="+mj-lt"/>
              <a:buAutoNum type="arabicPeriod"/>
              <a:defRPr sz="3600" baseline="0"/>
            </a:lvl2pPr>
            <a:lvl3pPr>
              <a:defRPr sz="1800"/>
            </a:lvl3pPr>
            <a:lvl4pPr>
              <a:defRPr sz="1800"/>
            </a:lvl4pPr>
            <a:lvl5pPr>
              <a:defRPr sz="1800"/>
            </a:lvl5pPr>
          </a:lstStyle>
          <a:p>
            <a:pPr lvl="0"/>
            <a:r>
              <a:rPr lang="en-US" dirty="0"/>
              <a:t>Agenda</a:t>
            </a:r>
          </a:p>
          <a:p>
            <a:pPr lvl="1"/>
            <a:r>
              <a:rPr lang="en-US" dirty="0"/>
              <a:t>Second level</a:t>
            </a:r>
          </a:p>
        </p:txBody>
      </p:sp>
      <p:pic>
        <p:nvPicPr>
          <p:cNvPr id="4" name="Image 20"/>
          <p:cNvPicPr>
            <a:picLocks noChangeAspect="1"/>
          </p:cNvPicPr>
          <p:nvPr userDrawn="1"/>
        </p:nvPicPr>
        <p:blipFill rotWithShape="1">
          <a:blip r:embed="rId2">
            <a:extLst>
              <a:ext uri="{28A0092B-C50C-407E-A947-70E740481C1C}">
                <a14:useLocalDpi xmlns:a14="http://schemas.microsoft.com/office/drawing/2010/main" val="0"/>
              </a:ext>
            </a:extLst>
          </a:blip>
          <a:srcRect l="75825" t="20227"/>
          <a:stretch/>
        </p:blipFill>
        <p:spPr>
          <a:xfrm>
            <a:off x="6968127" y="1041148"/>
            <a:ext cx="2210597" cy="4103145"/>
          </a:xfrm>
          <a:prstGeom prst="rect">
            <a:avLst/>
          </a:prstGeom>
        </p:spPr>
      </p:pic>
      <p:pic>
        <p:nvPicPr>
          <p:cNvPr id="6" name="Image 26"/>
          <p:cNvPicPr>
            <a:picLocks noChangeAspect="1"/>
          </p:cNvPicPr>
          <p:nvPr userDrawn="1"/>
        </p:nvPicPr>
        <p:blipFill rotWithShape="1">
          <a:blip r:embed="rId3">
            <a:extLst>
              <a:ext uri="{28A0092B-C50C-407E-A947-70E740481C1C}">
                <a14:useLocalDpi xmlns:a14="http://schemas.microsoft.com/office/drawing/2010/main" val="0"/>
              </a:ext>
            </a:extLst>
          </a:blip>
          <a:srcRect l="73833" t="42203" r="11604"/>
          <a:stretch/>
        </p:blipFill>
        <p:spPr>
          <a:xfrm rot="10800000">
            <a:off x="7812360" y="1588"/>
            <a:ext cx="1331640" cy="2972814"/>
          </a:xfrm>
          <a:prstGeom prst="rect">
            <a:avLst/>
          </a:prstGeom>
        </p:spPr>
      </p:pic>
      <p:sp>
        <p:nvSpPr>
          <p:cNvPr id="8"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749586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14326" y="1181101"/>
            <a:ext cx="8515350" cy="3370262"/>
          </a:xfrm>
        </p:spPr>
        <p:txBody>
          <a:bodyPr/>
          <a:lstStyle>
            <a:lvl1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solidFill>
                  <a:schemeClr val="accent1"/>
                </a:solidFill>
              </a:defRPr>
            </a:lvl1pPr>
            <a:lvl2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solidFill>
                  <a:schemeClr val="tx1"/>
                </a:solidFill>
              </a:defRPr>
            </a:lvl2pPr>
            <a:lvl3pPr marL="180975" marR="0"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a:solidFill>
                  <a:schemeClr val="tx1"/>
                </a:solidFill>
              </a:defRPr>
            </a:lvl3pPr>
            <a:lvl4pPr marL="407988" marR="0"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a:solidFill>
                  <a:schemeClr val="tx1"/>
                </a:solidFill>
              </a:defRPr>
            </a:lvl4pPr>
            <a:lvl5pPr marL="595313" marR="0"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a:solidFill>
                  <a:schemeClr val="tx1"/>
                </a:solidFill>
              </a:defRPr>
            </a:lvl5pPr>
            <a:lvl6pPr marL="800100" marR="0"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solidFill>
                  <a:schemeClr val="tx1"/>
                </a:solidFill>
              </a:defRPr>
            </a:lvl6pPr>
          </a:lstStyle>
          <a:p>
            <a:pPr marL="0" marR="0" lvl="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7900"/>
                </a:solidFill>
                <a:effectLst/>
                <a:uLnTx/>
                <a:uFillTx/>
                <a:latin typeface="Helvetica 75 Bold" panose="020B0804020202020204" pitchFamily="34" charset="0"/>
                <a:ea typeface="+mn-ea"/>
                <a:cs typeface="+mn-cs"/>
              </a:rPr>
              <a:t>Click to edit text</a:t>
            </a:r>
          </a:p>
          <a:p>
            <a:pPr marL="0" marR="0" lvl="1"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Second level</a:t>
            </a:r>
          </a:p>
          <a:p>
            <a:pPr marL="180975" marR="0" lvl="2"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Third level</a:t>
            </a:r>
          </a:p>
          <a:p>
            <a:pPr marL="407988" marR="0" lvl="3"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Fourth level</a:t>
            </a:r>
          </a:p>
          <a:p>
            <a:pPr marL="595313" marR="0" lvl="4"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Fifth level</a:t>
            </a:r>
          </a:p>
          <a:p>
            <a:pPr marL="800100" marR="0" lvl="5"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Sixth level</a:t>
            </a:r>
          </a:p>
        </p:txBody>
      </p:sp>
      <p:sp>
        <p:nvSpPr>
          <p:cNvPr id="2" name="Title 1"/>
          <p:cNvSpPr>
            <a:spLocks noGrp="1"/>
          </p:cNvSpPr>
          <p:nvPr>
            <p:ph type="title" hasCustomPrompt="1"/>
          </p:nvPr>
        </p:nvSpPr>
        <p:spPr/>
        <p:txBody>
          <a:bodyPr/>
          <a:lstStyle>
            <a:lvl1pPr>
              <a:defRPr>
                <a:solidFill>
                  <a:schemeClr val="accent1"/>
                </a:solidFill>
              </a:defRPr>
            </a:lvl1pPr>
          </a:lstStyle>
          <a:p>
            <a:r>
              <a:rPr lang="en-US" dirty="0"/>
              <a:t>Click to edit title</a:t>
            </a:r>
            <a:endParaRPr lang="en-GB" dirty="0"/>
          </a:p>
        </p:txBody>
      </p:sp>
      <p:sp>
        <p:nvSpPr>
          <p:cNvPr id="9"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216432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14325" y="1181100"/>
            <a:ext cx="3966930" cy="3370262"/>
          </a:xfrm>
        </p:spPr>
        <p:txBody>
          <a:bodyPr>
            <a:normAutofit/>
          </a:bodyPr>
          <a:lstStyle>
            <a:lvl1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sz="1400" baseline="0"/>
            </a:lvl1pPr>
            <a:lvl2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sz="1400" baseline="0">
                <a:solidFill>
                  <a:schemeClr val="tx1"/>
                </a:solidFill>
              </a:defRPr>
            </a:lvl2pPr>
            <a:lvl3pPr marL="180975" marR="0"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sz="1400" baseline="0">
                <a:solidFill>
                  <a:schemeClr val="tx1"/>
                </a:solidFill>
              </a:defRPr>
            </a:lvl3pPr>
            <a:lvl4pPr marL="407988" marR="0"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sz="1400" baseline="0">
                <a:solidFill>
                  <a:schemeClr val="tx1"/>
                </a:solidFill>
              </a:defRPr>
            </a:lvl4pPr>
            <a:lvl5pPr marL="595313" marR="0"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sz="1400" baseline="0">
                <a:solidFill>
                  <a:schemeClr val="tx1"/>
                </a:solidFill>
              </a:defRPr>
            </a:lvl5pPr>
            <a:lvl6pPr marL="800100" marR="0"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sz="1400">
                <a:solidFill>
                  <a:schemeClr val="tx1"/>
                </a:solidFill>
              </a:defRPr>
            </a:lvl6pPr>
            <a:lvl7pPr>
              <a:defRPr sz="1800"/>
            </a:lvl7pPr>
            <a:lvl8pPr>
              <a:defRPr sz="1800"/>
            </a:lvl8pPr>
            <a:lvl9pPr>
              <a:defRPr sz="1800"/>
            </a:lvl9pPr>
          </a:lstStyle>
          <a:p>
            <a:pPr marL="0" marR="0" lvl="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7900"/>
                </a:solidFill>
                <a:effectLst/>
                <a:uLnTx/>
                <a:uFillTx/>
                <a:latin typeface="Helvetica 75 Bold" panose="020B0804020202020204" pitchFamily="34" charset="0"/>
                <a:ea typeface="+mn-ea"/>
                <a:cs typeface="+mn-cs"/>
              </a:rPr>
              <a:t>Click to edit text</a:t>
            </a:r>
          </a:p>
          <a:p>
            <a:pPr marL="0" marR="0" lvl="1"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Second level</a:t>
            </a:r>
          </a:p>
          <a:p>
            <a:pPr marL="180975" marR="0" lvl="2"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Third level</a:t>
            </a:r>
          </a:p>
          <a:p>
            <a:pPr marL="407988" marR="0" lvl="3"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Fourth level</a:t>
            </a:r>
          </a:p>
          <a:p>
            <a:pPr marL="595313" marR="0" lvl="4"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Fifth level</a:t>
            </a:r>
          </a:p>
          <a:p>
            <a:pPr marL="800100" marR="0" lvl="5"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Sixth level</a:t>
            </a:r>
          </a:p>
        </p:txBody>
      </p:sp>
      <p:sp>
        <p:nvSpPr>
          <p:cNvPr id="4" name="Content Placeholder 3"/>
          <p:cNvSpPr>
            <a:spLocks noGrp="1"/>
          </p:cNvSpPr>
          <p:nvPr>
            <p:ph sz="half" idx="2" hasCustomPrompt="1"/>
          </p:nvPr>
        </p:nvSpPr>
        <p:spPr>
          <a:xfrm>
            <a:off x="4861941" y="1181099"/>
            <a:ext cx="3967734" cy="3370263"/>
          </a:xfrm>
        </p:spPr>
        <p:txBody>
          <a:bodyPr>
            <a:normAutofit/>
          </a:bodyPr>
          <a:lstStyle>
            <a:lvl1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sz="1400"/>
            </a:lvl1pPr>
            <a:lvl2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sz="1400">
                <a:solidFill>
                  <a:schemeClr val="tx1"/>
                </a:solidFill>
              </a:defRPr>
            </a:lvl2pPr>
            <a:lvl3pPr marL="180975" marR="0"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sz="1400">
                <a:solidFill>
                  <a:schemeClr val="tx1"/>
                </a:solidFill>
              </a:defRPr>
            </a:lvl3pPr>
            <a:lvl4pPr marL="407988" marR="0"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sz="1400">
                <a:solidFill>
                  <a:schemeClr val="tx1"/>
                </a:solidFill>
              </a:defRPr>
            </a:lvl4pPr>
            <a:lvl5pPr marL="595313" marR="0"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sz="1400">
                <a:solidFill>
                  <a:schemeClr val="tx1"/>
                </a:solidFill>
              </a:defRPr>
            </a:lvl5pPr>
            <a:lvl6pPr marL="800100" marR="0"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sz="1400">
                <a:solidFill>
                  <a:schemeClr val="tx1"/>
                </a:solidFill>
              </a:defRPr>
            </a:lvl6pPr>
            <a:lvl7pPr>
              <a:defRPr sz="1800"/>
            </a:lvl7pPr>
            <a:lvl8pPr>
              <a:defRPr sz="1800"/>
            </a:lvl8pPr>
            <a:lvl9pPr>
              <a:defRPr sz="1800"/>
            </a:lvl9pPr>
          </a:lstStyle>
          <a:p>
            <a:pPr marL="0" marR="0" lvl="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7900"/>
                </a:solidFill>
                <a:effectLst/>
                <a:uLnTx/>
                <a:uFillTx/>
                <a:latin typeface="Helvetica 75 Bold" panose="020B0804020202020204" pitchFamily="34" charset="0"/>
                <a:ea typeface="+mn-ea"/>
                <a:cs typeface="+mn-cs"/>
              </a:rPr>
              <a:t>Click to edit text</a:t>
            </a:r>
          </a:p>
          <a:p>
            <a:pPr marL="0" marR="0" lvl="1"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Second level</a:t>
            </a:r>
          </a:p>
          <a:p>
            <a:pPr marL="180975" marR="0" lvl="2"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Third level</a:t>
            </a:r>
          </a:p>
          <a:p>
            <a:pPr marL="407988" marR="0" lvl="3"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Fourth level</a:t>
            </a:r>
          </a:p>
          <a:p>
            <a:pPr marL="595313" marR="0" lvl="4"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Fifth level</a:t>
            </a:r>
          </a:p>
          <a:p>
            <a:pPr marL="800100" marR="0" lvl="5"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Sixth level</a:t>
            </a:r>
          </a:p>
        </p:txBody>
      </p:sp>
      <p:sp>
        <p:nvSpPr>
          <p:cNvPr id="7" name="Title 6"/>
          <p:cNvSpPr>
            <a:spLocks noGrp="1"/>
          </p:cNvSpPr>
          <p:nvPr>
            <p:ph type="title" hasCustomPrompt="1"/>
          </p:nvPr>
        </p:nvSpPr>
        <p:spPr>
          <a:xfrm>
            <a:off x="313199" y="268288"/>
            <a:ext cx="8516475" cy="741362"/>
          </a:xfrm>
        </p:spPr>
        <p:txBody>
          <a:bodyPr/>
          <a:lstStyle>
            <a:lvl1pPr>
              <a:defRPr>
                <a:solidFill>
                  <a:schemeClr val="accent1"/>
                </a:solidFill>
              </a:defRPr>
            </a:lvl1pPr>
          </a:lstStyle>
          <a:p>
            <a:r>
              <a:rPr lang="en-US" dirty="0"/>
              <a:t>Click to edit title</a:t>
            </a:r>
            <a:endParaRPr lang="en-GB" dirty="0"/>
          </a:p>
        </p:txBody>
      </p:sp>
      <p:sp>
        <p:nvSpPr>
          <p:cNvPr id="11"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303893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solid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313769" y="268288"/>
            <a:ext cx="8515906" cy="4283075"/>
          </a:xfrm>
        </p:spPr>
        <p:txBody>
          <a:bodyPr>
            <a:normAutofit/>
          </a:bodyPr>
          <a:lstStyle>
            <a:lvl1pPr>
              <a:lnSpc>
                <a:spcPct val="85000"/>
              </a:lnSpc>
              <a:spcBef>
                <a:spcPts val="0"/>
              </a:spcBef>
              <a:buNone/>
              <a:defRPr sz="4500" baseline="0">
                <a:solidFill>
                  <a:schemeClr val="accent1"/>
                </a:solidFill>
              </a:defRPr>
            </a:lvl1pPr>
            <a:lvl2pPr>
              <a:lnSpc>
                <a:spcPct val="85000"/>
              </a:lnSpc>
              <a:spcBef>
                <a:spcPts val="0"/>
              </a:spcBef>
              <a:defRPr sz="4500"/>
            </a:lvl2pPr>
            <a:lvl3pPr>
              <a:defRPr sz="5500"/>
            </a:lvl3pPr>
            <a:lvl4pPr>
              <a:defRPr sz="5500"/>
            </a:lvl4pPr>
            <a:lvl5pPr>
              <a:defRPr sz="5500"/>
            </a:lvl5pPr>
          </a:lstStyle>
          <a:p>
            <a:pPr lvl="0"/>
            <a:r>
              <a:rPr lang="en-US" dirty="0"/>
              <a:t>Click to edit title</a:t>
            </a:r>
          </a:p>
          <a:p>
            <a:pPr lvl="1"/>
            <a:r>
              <a:rPr lang="en-US" dirty="0"/>
              <a:t>Second level</a:t>
            </a:r>
          </a:p>
        </p:txBody>
      </p:sp>
      <p:pic>
        <p:nvPicPr>
          <p:cNvPr id="6" name="Image 20"/>
          <p:cNvPicPr>
            <a:picLocks noChangeAspect="1"/>
          </p:cNvPicPr>
          <p:nvPr userDrawn="1"/>
        </p:nvPicPr>
        <p:blipFill rotWithShape="1">
          <a:blip r:embed="rId2">
            <a:extLst>
              <a:ext uri="{28A0092B-C50C-407E-A947-70E740481C1C}">
                <a14:useLocalDpi xmlns:a14="http://schemas.microsoft.com/office/drawing/2010/main" val="0"/>
              </a:ext>
            </a:extLst>
          </a:blip>
          <a:srcRect l="75825" t="20227"/>
          <a:stretch/>
        </p:blipFill>
        <p:spPr>
          <a:xfrm>
            <a:off x="6968127" y="1041148"/>
            <a:ext cx="2210597" cy="4103145"/>
          </a:xfrm>
          <a:prstGeom prst="rect">
            <a:avLst/>
          </a:prstGeom>
        </p:spPr>
      </p:pic>
      <p:pic>
        <p:nvPicPr>
          <p:cNvPr id="7" name="Image 26"/>
          <p:cNvPicPr>
            <a:picLocks noChangeAspect="1"/>
          </p:cNvPicPr>
          <p:nvPr userDrawn="1"/>
        </p:nvPicPr>
        <p:blipFill rotWithShape="1">
          <a:blip r:embed="rId3">
            <a:extLst>
              <a:ext uri="{28A0092B-C50C-407E-A947-70E740481C1C}">
                <a14:useLocalDpi xmlns:a14="http://schemas.microsoft.com/office/drawing/2010/main" val="0"/>
              </a:ext>
            </a:extLst>
          </a:blip>
          <a:srcRect l="73833" t="42203" r="11604"/>
          <a:stretch/>
        </p:blipFill>
        <p:spPr>
          <a:xfrm rot="10800000">
            <a:off x="7812360" y="1588"/>
            <a:ext cx="1331640" cy="2972814"/>
          </a:xfrm>
          <a:prstGeom prst="rect">
            <a:avLst/>
          </a:prstGeom>
        </p:spPr>
      </p:pic>
      <p:sp>
        <p:nvSpPr>
          <p:cNvPr id="12"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055753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tro client slide ">
    <p:bg>
      <p:bgPr>
        <a:solidFill>
          <a:schemeClr val="tx1"/>
        </a:solidFill>
        <a:effectLst/>
      </p:bgPr>
    </p:bg>
    <p:spTree>
      <p:nvGrpSpPr>
        <p:cNvPr id="1" name=""/>
        <p:cNvGrpSpPr/>
        <p:nvPr/>
      </p:nvGrpSpPr>
      <p:grpSpPr>
        <a:xfrm>
          <a:off x="0" y="0"/>
          <a:ext cx="0" cy="0"/>
          <a:chOff x="0" y="0"/>
          <a:chExt cx="0" cy="0"/>
        </a:xfrm>
      </p:grpSpPr>
      <p:pic>
        <p:nvPicPr>
          <p:cNvPr id="5" name="Image 6"/>
          <p:cNvPicPr>
            <a:picLocks noChangeAspect="1"/>
          </p:cNvPicPr>
          <p:nvPr userDrawn="1"/>
        </p:nvPicPr>
        <p:blipFill rotWithShape="1">
          <a:blip r:embed="rId2">
            <a:extLst>
              <a:ext uri="{28A0092B-C50C-407E-A947-70E740481C1C}">
                <a14:useLocalDpi xmlns:a14="http://schemas.microsoft.com/office/drawing/2010/main" val="0"/>
              </a:ext>
            </a:extLst>
          </a:blip>
          <a:srcRect l="50000"/>
          <a:stretch/>
        </p:blipFill>
        <p:spPr>
          <a:xfrm flipH="1">
            <a:off x="0" y="794"/>
            <a:ext cx="4572000" cy="5143500"/>
          </a:xfrm>
          <a:prstGeom prst="rect">
            <a:avLst/>
          </a:prstGeom>
        </p:spPr>
      </p:pic>
      <p:sp>
        <p:nvSpPr>
          <p:cNvPr id="6" name="Text Placeholder 7"/>
          <p:cNvSpPr>
            <a:spLocks noGrp="1"/>
          </p:cNvSpPr>
          <p:nvPr>
            <p:ph type="body" sz="quarter" idx="12" hasCustomPrompt="1"/>
          </p:nvPr>
        </p:nvSpPr>
        <p:spPr>
          <a:xfrm>
            <a:off x="314325" y="627535"/>
            <a:ext cx="3954706" cy="2376264"/>
          </a:xfrm>
        </p:spPr>
        <p:txBody>
          <a:bodyPr>
            <a:normAutofit/>
          </a:bodyPr>
          <a:lstStyle>
            <a:lvl1pPr>
              <a:lnSpc>
                <a:spcPct val="85000"/>
              </a:lnSpc>
              <a:spcBef>
                <a:spcPts val="0"/>
              </a:spcBef>
              <a:buNone/>
              <a:defRPr sz="3600" baseline="0">
                <a:solidFill>
                  <a:schemeClr val="accent1"/>
                </a:solidFill>
              </a:defRPr>
            </a:lvl1pPr>
            <a:lvl2pPr>
              <a:lnSpc>
                <a:spcPct val="85000"/>
              </a:lnSpc>
              <a:spcBef>
                <a:spcPts val="0"/>
              </a:spcBef>
              <a:defRPr sz="3600"/>
            </a:lvl2pPr>
            <a:lvl3pPr>
              <a:defRPr sz="5500"/>
            </a:lvl3pPr>
            <a:lvl4pPr>
              <a:defRPr sz="5500"/>
            </a:lvl4pPr>
            <a:lvl5pPr>
              <a:defRPr sz="5500"/>
            </a:lvl5pPr>
          </a:lstStyle>
          <a:p>
            <a:pPr lvl="0"/>
            <a:r>
              <a:rPr lang="en-US" dirty="0"/>
              <a:t>Click to edit title</a:t>
            </a:r>
          </a:p>
          <a:p>
            <a:pPr lvl="1"/>
            <a:r>
              <a:rPr lang="en-US" dirty="0"/>
              <a:t>Second level</a:t>
            </a:r>
          </a:p>
        </p:txBody>
      </p:sp>
      <p:sp>
        <p:nvSpPr>
          <p:cNvPr id="7" name="Content Placeholder 3"/>
          <p:cNvSpPr>
            <a:spLocks noGrp="1"/>
          </p:cNvSpPr>
          <p:nvPr>
            <p:ph sz="quarter" idx="13"/>
          </p:nvPr>
        </p:nvSpPr>
        <p:spPr>
          <a:xfrm>
            <a:off x="4572000" y="0"/>
            <a:ext cx="4572000" cy="5143500"/>
          </a:xfrm>
        </p:spPr>
        <p:txBody>
          <a:bodyPr/>
          <a:lstStyle>
            <a:lvl1pPr>
              <a:defRPr sz="100">
                <a:solidFill>
                  <a:schemeClr val="tx1"/>
                </a:solidFill>
              </a:defRPr>
            </a:lvl1pPr>
          </a:lstStyle>
          <a:p>
            <a:pPr lvl="0"/>
            <a:endParaRPr lang="en-GB" dirty="0"/>
          </a:p>
        </p:txBody>
      </p:sp>
      <p:sp>
        <p:nvSpPr>
          <p:cNvPr id="11"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127588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er Case - Problem">
    <p:bg>
      <p:bgPr>
        <a:solidFill>
          <a:schemeClr val="tx1"/>
        </a:solidFill>
        <a:effectLst/>
      </p:bgPr>
    </p:bg>
    <p:spTree>
      <p:nvGrpSpPr>
        <p:cNvPr id="1" name=""/>
        <p:cNvGrpSpPr/>
        <p:nvPr/>
      </p:nvGrpSpPr>
      <p:grpSpPr>
        <a:xfrm>
          <a:off x="0" y="0"/>
          <a:ext cx="0" cy="0"/>
          <a:chOff x="0" y="0"/>
          <a:chExt cx="0" cy="0"/>
        </a:xfrm>
      </p:grpSpPr>
      <p:pic>
        <p:nvPicPr>
          <p:cNvPr id="8" name="Image 6"/>
          <p:cNvPicPr>
            <a:picLocks noChangeAspect="1"/>
          </p:cNvPicPr>
          <p:nvPr userDrawn="1"/>
        </p:nvPicPr>
        <p:blipFill rotWithShape="1">
          <a:blip r:embed="rId2">
            <a:extLst>
              <a:ext uri="{28A0092B-C50C-407E-A947-70E740481C1C}">
                <a14:useLocalDpi xmlns:a14="http://schemas.microsoft.com/office/drawing/2010/main" val="0"/>
              </a:ext>
            </a:extLst>
          </a:blip>
          <a:srcRect l="75278" t="22807"/>
          <a:stretch/>
        </p:blipFill>
        <p:spPr>
          <a:xfrm rot="10800000">
            <a:off x="1" y="0"/>
            <a:ext cx="2297929" cy="4036061"/>
          </a:xfrm>
          <a:prstGeom prst="rect">
            <a:avLst/>
          </a:prstGeom>
        </p:spPr>
      </p:pic>
      <p:sp>
        <p:nvSpPr>
          <p:cNvPr id="4" name="Content Placeholder 3"/>
          <p:cNvSpPr>
            <a:spLocks noGrp="1"/>
          </p:cNvSpPr>
          <p:nvPr>
            <p:ph sz="half" idx="2" hasCustomPrompt="1"/>
          </p:nvPr>
        </p:nvSpPr>
        <p:spPr>
          <a:xfrm>
            <a:off x="4572000" y="627063"/>
            <a:ext cx="4257675" cy="3924299"/>
          </a:xfrm>
        </p:spPr>
        <p:txBody>
          <a:bodyPr>
            <a:normAutofit/>
          </a:bodyPr>
          <a:lstStyle>
            <a:lvl1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sz="1400">
                <a:solidFill>
                  <a:schemeClr val="accent1"/>
                </a:solidFill>
              </a:defRPr>
            </a:lvl1pPr>
            <a:lvl2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sz="1400">
                <a:solidFill>
                  <a:schemeClr val="tx1"/>
                </a:solidFill>
              </a:defRPr>
            </a:lvl2pPr>
            <a:lvl3pPr marL="180975" marR="0"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sz="1400">
                <a:solidFill>
                  <a:schemeClr val="tx1"/>
                </a:solidFill>
              </a:defRPr>
            </a:lvl3pPr>
            <a:lvl4pPr marL="407988" marR="0"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sz="1400">
                <a:solidFill>
                  <a:schemeClr val="tx1"/>
                </a:solidFill>
              </a:defRPr>
            </a:lvl4pPr>
            <a:lvl5pPr marL="595313" marR="0"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sz="1400">
                <a:solidFill>
                  <a:schemeClr val="tx1"/>
                </a:solidFill>
              </a:defRPr>
            </a:lvl5pPr>
            <a:lvl6pPr marL="800100" marR="0"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sz="1400">
                <a:solidFill>
                  <a:schemeClr val="tx1"/>
                </a:solidFill>
              </a:defRPr>
            </a:lvl6pPr>
            <a:lvl7pPr>
              <a:defRPr sz="1800"/>
            </a:lvl7pPr>
            <a:lvl8pPr>
              <a:defRPr sz="1800"/>
            </a:lvl8pPr>
            <a:lvl9pPr>
              <a:defRPr sz="1800"/>
            </a:lvl9pPr>
          </a:lstStyle>
          <a:p>
            <a:pPr marL="0" marR="0" lvl="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7900"/>
                </a:solidFill>
                <a:effectLst/>
                <a:uLnTx/>
                <a:uFillTx/>
                <a:latin typeface="Helvetica 75 Bold" panose="020B0804020202020204" pitchFamily="34" charset="0"/>
                <a:ea typeface="+mn-ea"/>
                <a:cs typeface="+mn-cs"/>
              </a:rPr>
              <a:t>Click to edit text</a:t>
            </a:r>
          </a:p>
          <a:p>
            <a:pPr marL="0" marR="0" lvl="1"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Second level</a:t>
            </a:r>
          </a:p>
          <a:p>
            <a:pPr marL="180975" marR="0" lvl="2"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Third level</a:t>
            </a:r>
          </a:p>
          <a:p>
            <a:pPr marL="407988" marR="0" lvl="3"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Fourth level</a:t>
            </a:r>
          </a:p>
          <a:p>
            <a:pPr marL="595313" marR="0" lvl="4"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Fifth level</a:t>
            </a:r>
          </a:p>
          <a:p>
            <a:pPr marL="800100" marR="0" lvl="5"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Sixth level</a:t>
            </a:r>
          </a:p>
        </p:txBody>
      </p:sp>
      <p:sp>
        <p:nvSpPr>
          <p:cNvPr id="7" name="Title 6"/>
          <p:cNvSpPr>
            <a:spLocks noGrp="1"/>
          </p:cNvSpPr>
          <p:nvPr>
            <p:ph type="title" hasCustomPrompt="1"/>
          </p:nvPr>
        </p:nvSpPr>
        <p:spPr>
          <a:xfrm>
            <a:off x="611188" y="2573337"/>
            <a:ext cx="3384550" cy="1962147"/>
          </a:xfrm>
        </p:spPr>
        <p:txBody>
          <a:bodyPr/>
          <a:lstStyle>
            <a:lvl1pPr>
              <a:defRPr sz="3600">
                <a:solidFill>
                  <a:schemeClr val="bg1"/>
                </a:solidFill>
              </a:defRPr>
            </a:lvl1pPr>
          </a:lstStyle>
          <a:p>
            <a:r>
              <a:rPr lang="en-US" dirty="0"/>
              <a:t>Click to edit title</a:t>
            </a:r>
            <a:endParaRPr lang="en-GB" dirty="0"/>
          </a:p>
        </p:txBody>
      </p:sp>
      <p:sp>
        <p:nvSpPr>
          <p:cNvPr id="12"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070303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er Case - Response">
    <p:bg>
      <p:bgPr>
        <a:solidFill>
          <a:schemeClr val="tx1"/>
        </a:solidFill>
        <a:effectLst/>
      </p:bgPr>
    </p:bg>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4572000" y="627063"/>
            <a:ext cx="4257675" cy="3924299"/>
          </a:xfrm>
        </p:spPr>
        <p:txBody>
          <a:bodyPr>
            <a:normAutofit/>
          </a:bodyPr>
          <a:lstStyle>
            <a:lvl1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sz="1400">
                <a:solidFill>
                  <a:schemeClr val="accent1"/>
                </a:solidFill>
              </a:defRPr>
            </a:lvl1pPr>
            <a:lvl2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sz="1400">
                <a:solidFill>
                  <a:schemeClr val="tx1"/>
                </a:solidFill>
              </a:defRPr>
            </a:lvl2pPr>
            <a:lvl3pPr marL="180975" marR="0"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sz="1400">
                <a:solidFill>
                  <a:schemeClr val="tx1"/>
                </a:solidFill>
              </a:defRPr>
            </a:lvl3pPr>
            <a:lvl4pPr marL="407988" marR="0"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sz="1400">
                <a:solidFill>
                  <a:schemeClr val="tx1"/>
                </a:solidFill>
              </a:defRPr>
            </a:lvl4pPr>
            <a:lvl5pPr marL="595313" marR="0"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sz="1400">
                <a:solidFill>
                  <a:schemeClr val="tx1"/>
                </a:solidFill>
              </a:defRPr>
            </a:lvl5pPr>
            <a:lvl6pPr marL="800100" marR="0"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sz="1400">
                <a:solidFill>
                  <a:schemeClr val="tx1"/>
                </a:solidFill>
              </a:defRPr>
            </a:lvl6pPr>
            <a:lvl7pPr>
              <a:defRPr sz="1800"/>
            </a:lvl7pPr>
            <a:lvl8pPr>
              <a:defRPr sz="1800"/>
            </a:lvl8pPr>
            <a:lvl9pPr>
              <a:defRPr sz="1800"/>
            </a:lvl9pPr>
          </a:lstStyle>
          <a:p>
            <a:pPr marL="0" marR="0" lvl="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7900"/>
                </a:solidFill>
                <a:effectLst/>
                <a:uLnTx/>
                <a:uFillTx/>
                <a:latin typeface="Helvetica 75 Bold" panose="020B0804020202020204" pitchFamily="34" charset="0"/>
                <a:ea typeface="+mn-ea"/>
                <a:cs typeface="+mn-cs"/>
              </a:rPr>
              <a:t>Click to edit text</a:t>
            </a:r>
          </a:p>
          <a:p>
            <a:pPr marL="0" marR="0" lvl="1"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Second level</a:t>
            </a:r>
          </a:p>
          <a:p>
            <a:pPr marL="180975" marR="0" lvl="2"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Third level</a:t>
            </a:r>
          </a:p>
          <a:p>
            <a:pPr marL="407988" marR="0" lvl="3"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Fourth level</a:t>
            </a:r>
          </a:p>
          <a:p>
            <a:pPr marL="595313" marR="0" lvl="4"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Fifth level</a:t>
            </a:r>
          </a:p>
          <a:p>
            <a:pPr marL="800100" marR="0" lvl="5"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Sixth level</a:t>
            </a:r>
          </a:p>
        </p:txBody>
      </p:sp>
      <p:sp>
        <p:nvSpPr>
          <p:cNvPr id="7" name="Title 6"/>
          <p:cNvSpPr>
            <a:spLocks noGrp="1"/>
          </p:cNvSpPr>
          <p:nvPr>
            <p:ph type="title" hasCustomPrompt="1"/>
          </p:nvPr>
        </p:nvSpPr>
        <p:spPr>
          <a:xfrm>
            <a:off x="619544" y="627063"/>
            <a:ext cx="3376194" cy="1946275"/>
          </a:xfrm>
        </p:spPr>
        <p:txBody>
          <a:bodyPr/>
          <a:lstStyle>
            <a:lvl1pPr>
              <a:defRPr sz="3600">
                <a:solidFill>
                  <a:schemeClr val="bg1"/>
                </a:solidFill>
              </a:defRPr>
            </a:lvl1pPr>
          </a:lstStyle>
          <a:p>
            <a:r>
              <a:rPr lang="en-US" dirty="0"/>
              <a:t>Click to edit title</a:t>
            </a:r>
            <a:endParaRPr lang="en-GB" dirty="0"/>
          </a:p>
        </p:txBody>
      </p:sp>
      <p:pic>
        <p:nvPicPr>
          <p:cNvPr id="9" name="Image 8"/>
          <p:cNvPicPr>
            <a:picLocks noChangeAspect="1"/>
          </p:cNvPicPr>
          <p:nvPr userDrawn="1"/>
        </p:nvPicPr>
        <p:blipFill rotWithShape="1">
          <a:blip r:embed="rId2">
            <a:extLst>
              <a:ext uri="{28A0092B-C50C-407E-A947-70E740481C1C}">
                <a14:useLocalDpi xmlns:a14="http://schemas.microsoft.com/office/drawing/2010/main" val="0"/>
              </a:ext>
            </a:extLst>
          </a:blip>
          <a:srcRect l="70261" t="42341" b="7690"/>
          <a:stretch/>
        </p:blipFill>
        <p:spPr>
          <a:xfrm>
            <a:off x="0" y="2573339"/>
            <a:ext cx="2719346" cy="2570162"/>
          </a:xfrm>
          <a:prstGeom prst="rect">
            <a:avLst/>
          </a:prstGeom>
        </p:spPr>
      </p:pic>
      <p:sp>
        <p:nvSpPr>
          <p:cNvPr id="12"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4103232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accent1"/>
                </a:solidFill>
              </a:defRPr>
            </a:lvl1pPr>
          </a:lstStyle>
          <a:p>
            <a:r>
              <a:rPr lang="en-US" dirty="0"/>
              <a:t>Click to edit title</a:t>
            </a:r>
            <a:endParaRPr lang="en-GB" dirty="0"/>
          </a:p>
        </p:txBody>
      </p:sp>
      <p:sp>
        <p:nvSpPr>
          <p:cNvPr id="6"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518044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ull Bleed Media">
    <p:bg>
      <p:bgPr>
        <a:solidFill>
          <a:schemeClr val="tx1"/>
        </a:solidFill>
        <a:effectLst/>
      </p:bgPr>
    </p:bg>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0" y="0"/>
            <a:ext cx="9144000" cy="5143500"/>
          </a:xfrm>
          <a:noFill/>
        </p:spPr>
        <p:txBody>
          <a:bodyPr/>
          <a:lstStyle>
            <a:lvl1pPr>
              <a:defRPr sz="100">
                <a:noFill/>
              </a:defRPr>
            </a:lvl1pPr>
            <a:lvl2pPr>
              <a:defRPr sz="100">
                <a:solidFill>
                  <a:schemeClr val="tx1"/>
                </a:solidFill>
              </a:defRPr>
            </a:lvl2pPr>
            <a:lvl3pPr>
              <a:defRPr sz="100">
                <a:solidFill>
                  <a:schemeClr val="tx1"/>
                </a:solidFill>
              </a:defRPr>
            </a:lvl3pPr>
            <a:lvl4pPr>
              <a:defRPr sz="100">
                <a:solidFill>
                  <a:schemeClr val="tx1"/>
                </a:solidFill>
              </a:defRPr>
            </a:lvl4pPr>
            <a:lvl5pPr>
              <a:defRPr sz="100">
                <a:solidFill>
                  <a:schemeClr val="tx1"/>
                </a:solidFill>
              </a:defRPr>
            </a:lvl5pPr>
          </a:lstStyle>
          <a:p>
            <a:pPr lvl="0"/>
            <a:endParaRPr lang="en-GB" dirty="0"/>
          </a:p>
        </p:txBody>
      </p:sp>
      <p:sp>
        <p:nvSpPr>
          <p:cNvPr id="2" name="Title 1"/>
          <p:cNvSpPr>
            <a:spLocks noGrp="1"/>
          </p:cNvSpPr>
          <p:nvPr>
            <p:ph type="title" hasCustomPrompt="1"/>
          </p:nvPr>
        </p:nvSpPr>
        <p:spPr/>
        <p:txBody>
          <a:bodyPr/>
          <a:lstStyle>
            <a:lvl1pPr>
              <a:defRPr sz="2000" baseline="0">
                <a:solidFill>
                  <a:schemeClr val="accent1"/>
                </a:solidFill>
              </a:defRPr>
            </a:lvl1pPr>
          </a:lstStyle>
          <a:p>
            <a:r>
              <a:rPr lang="en-US" dirty="0"/>
              <a:t>Click to edit title</a:t>
            </a:r>
            <a:endParaRPr lang="en-GB" dirty="0"/>
          </a:p>
        </p:txBody>
      </p:sp>
    </p:spTree>
    <p:extLst>
      <p:ext uri="{BB962C8B-B14F-4D97-AF65-F5344CB8AC3E}">
        <p14:creationId xmlns:p14="http://schemas.microsoft.com/office/powerpoint/2010/main" val="137632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3743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ogo - Stacked">
    <p:bg>
      <p:bgPr>
        <a:solidFill>
          <a:schemeClr val="tx1"/>
        </a:solidFill>
        <a:effectLst/>
      </p:bgPr>
    </p:bg>
    <p:spTree>
      <p:nvGrpSpPr>
        <p:cNvPr id="1" name=""/>
        <p:cNvGrpSpPr/>
        <p:nvPr/>
      </p:nvGrpSpPr>
      <p:grpSpPr>
        <a:xfrm>
          <a:off x="0" y="0"/>
          <a:ext cx="0" cy="0"/>
          <a:chOff x="0" y="0"/>
          <a:chExt cx="0" cy="0"/>
        </a:xfrm>
      </p:grpSpPr>
      <p:sp>
        <p:nvSpPr>
          <p:cNvPr id="7"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grpSp>
        <p:nvGrpSpPr>
          <p:cNvPr id="2" name="Group 1">
            <a:extLst>
              <a:ext uri="{FF2B5EF4-FFF2-40B4-BE49-F238E27FC236}">
                <a16:creationId xmlns:a16="http://schemas.microsoft.com/office/drawing/2014/main" id="{76075B1E-4EAB-4EDC-A1C3-767B61304178}"/>
              </a:ext>
            </a:extLst>
          </p:cNvPr>
          <p:cNvGrpSpPr>
            <a:grpSpLocks noChangeAspect="1"/>
          </p:cNvGrpSpPr>
          <p:nvPr userDrawn="1"/>
        </p:nvGrpSpPr>
        <p:grpSpPr>
          <a:xfrm>
            <a:off x="1199554" y="2062431"/>
            <a:ext cx="6744892" cy="1018637"/>
            <a:chOff x="-903015" y="2792089"/>
            <a:chExt cx="2142250" cy="323530"/>
          </a:xfrm>
        </p:grpSpPr>
        <p:sp>
          <p:nvSpPr>
            <p:cNvPr id="3" name="Freeform: Shape 2">
              <a:extLst>
                <a:ext uri="{FF2B5EF4-FFF2-40B4-BE49-F238E27FC236}">
                  <a16:creationId xmlns:a16="http://schemas.microsoft.com/office/drawing/2014/main" id="{5D7C1B64-B5E7-DF15-9E99-07248E96FD17}"/>
                </a:ext>
              </a:extLst>
            </p:cNvPr>
            <p:cNvSpPr/>
            <p:nvPr/>
          </p:nvSpPr>
          <p:spPr>
            <a:xfrm>
              <a:off x="-903015" y="2792089"/>
              <a:ext cx="323530" cy="32353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4" name="Freeform: Shape 3">
              <a:extLst>
                <a:ext uri="{FF2B5EF4-FFF2-40B4-BE49-F238E27FC236}">
                  <a16:creationId xmlns:a16="http://schemas.microsoft.com/office/drawing/2014/main" id="{1C7A0258-A639-66EE-52C7-8E764075EF7D}"/>
                </a:ext>
              </a:extLst>
            </p:cNvPr>
            <p:cNvSpPr/>
            <p:nvPr/>
          </p:nvSpPr>
          <p:spPr>
            <a:xfrm>
              <a:off x="-804354" y="3042246"/>
              <a:ext cx="39834" cy="46522"/>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5" name="Freeform: Shape 4">
              <a:extLst>
                <a:ext uri="{FF2B5EF4-FFF2-40B4-BE49-F238E27FC236}">
                  <a16:creationId xmlns:a16="http://schemas.microsoft.com/office/drawing/2014/main" id="{08CECC06-2383-337E-6723-8533013E38A0}"/>
                </a:ext>
              </a:extLst>
            </p:cNvPr>
            <p:cNvSpPr/>
            <p:nvPr/>
          </p:nvSpPr>
          <p:spPr>
            <a:xfrm>
              <a:off x="-755177" y="3042183"/>
              <a:ext cx="40393" cy="46003"/>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6" name="Freeform: Shape 5">
              <a:extLst>
                <a:ext uri="{FF2B5EF4-FFF2-40B4-BE49-F238E27FC236}">
                  <a16:creationId xmlns:a16="http://schemas.microsoft.com/office/drawing/2014/main" id="{E2A570A0-E9DC-33D5-13D2-30144C764AE4}"/>
                </a:ext>
              </a:extLst>
            </p:cNvPr>
            <p:cNvSpPr/>
            <p:nvPr/>
          </p:nvSpPr>
          <p:spPr>
            <a:xfrm>
              <a:off x="-657492" y="3042183"/>
              <a:ext cx="41717" cy="4686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27" name="Freeform: Shape 26">
              <a:extLst>
                <a:ext uri="{FF2B5EF4-FFF2-40B4-BE49-F238E27FC236}">
                  <a16:creationId xmlns:a16="http://schemas.microsoft.com/office/drawing/2014/main" id="{8E7891E7-2350-E512-DC78-84BAF8E72C12}"/>
                </a:ext>
              </a:extLst>
            </p:cNvPr>
            <p:cNvSpPr/>
            <p:nvPr/>
          </p:nvSpPr>
          <p:spPr>
            <a:xfrm>
              <a:off x="-885466" y="3042006"/>
              <a:ext cx="44553" cy="47527"/>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28" name="Freeform: Shape 27">
              <a:extLst>
                <a:ext uri="{FF2B5EF4-FFF2-40B4-BE49-F238E27FC236}">
                  <a16:creationId xmlns:a16="http://schemas.microsoft.com/office/drawing/2014/main" id="{51A4A4F1-B25E-74FD-326E-FC0837E57608}"/>
                </a:ext>
              </a:extLst>
            </p:cNvPr>
            <p:cNvSpPr/>
            <p:nvPr/>
          </p:nvSpPr>
          <p:spPr>
            <a:xfrm>
              <a:off x="-832791" y="3042269"/>
              <a:ext cx="25207" cy="45946"/>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29" name="Freeform: Shape 28">
              <a:extLst>
                <a:ext uri="{FF2B5EF4-FFF2-40B4-BE49-F238E27FC236}">
                  <a16:creationId xmlns:a16="http://schemas.microsoft.com/office/drawing/2014/main" id="{31C7536F-B359-52D6-457B-9FA7F57011C1}"/>
                </a:ext>
              </a:extLst>
            </p:cNvPr>
            <p:cNvSpPr/>
            <p:nvPr/>
          </p:nvSpPr>
          <p:spPr>
            <a:xfrm>
              <a:off x="-706663" y="3042206"/>
              <a:ext cx="42025" cy="63501"/>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30" name="Freeform: Shape 29">
              <a:extLst>
                <a:ext uri="{FF2B5EF4-FFF2-40B4-BE49-F238E27FC236}">
                  <a16:creationId xmlns:a16="http://schemas.microsoft.com/office/drawing/2014/main" id="{2D8BAD85-12F1-5A93-2E70-C75023602495}"/>
                </a:ext>
              </a:extLst>
            </p:cNvPr>
            <p:cNvSpPr/>
            <p:nvPr/>
          </p:nvSpPr>
          <p:spPr>
            <a:xfrm>
              <a:off x="-622886" y="3026118"/>
              <a:ext cx="31165" cy="14877"/>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31" name="Freeform: Shape 30">
              <a:extLst>
                <a:ext uri="{FF2B5EF4-FFF2-40B4-BE49-F238E27FC236}">
                  <a16:creationId xmlns:a16="http://schemas.microsoft.com/office/drawing/2014/main" id="{9DF7EA30-7D4E-441C-47CE-73FA2EEA5DDF}"/>
                </a:ext>
              </a:extLst>
            </p:cNvPr>
            <p:cNvSpPr/>
            <p:nvPr/>
          </p:nvSpPr>
          <p:spPr>
            <a:xfrm>
              <a:off x="-489298" y="2852206"/>
              <a:ext cx="180720" cy="203006"/>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rgbClr val="FFFFFF"/>
            </a:solidFill>
            <a:ln w="571" cap="flat">
              <a:noFill/>
              <a:prstDash val="solid"/>
              <a:miter/>
            </a:ln>
          </p:spPr>
          <p:txBody>
            <a:bodyPr rtlCol="0" anchor="ctr"/>
            <a:lstStyle/>
            <a:p>
              <a:endParaRPr lang="fr-FR"/>
            </a:p>
          </p:txBody>
        </p:sp>
        <p:sp>
          <p:nvSpPr>
            <p:cNvPr id="32" name="Freeform: Shape 31">
              <a:extLst>
                <a:ext uri="{FF2B5EF4-FFF2-40B4-BE49-F238E27FC236}">
                  <a16:creationId xmlns:a16="http://schemas.microsoft.com/office/drawing/2014/main" id="{105260FE-9BD4-441D-CF42-CFCF5F44AC94}"/>
                </a:ext>
              </a:extLst>
            </p:cNvPr>
            <p:cNvSpPr/>
            <p:nvPr/>
          </p:nvSpPr>
          <p:spPr>
            <a:xfrm>
              <a:off x="-302214" y="2910365"/>
              <a:ext cx="144031" cy="189692"/>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rgbClr val="FFFFFF"/>
            </a:solidFill>
            <a:ln w="571" cap="flat">
              <a:noFill/>
              <a:prstDash val="solid"/>
              <a:miter/>
            </a:ln>
          </p:spPr>
          <p:txBody>
            <a:bodyPr rtlCol="0" anchor="ctr"/>
            <a:lstStyle/>
            <a:p>
              <a:endParaRPr lang="fr-FR"/>
            </a:p>
          </p:txBody>
        </p:sp>
        <p:sp>
          <p:nvSpPr>
            <p:cNvPr id="33" name="Freeform: Shape 32">
              <a:extLst>
                <a:ext uri="{FF2B5EF4-FFF2-40B4-BE49-F238E27FC236}">
                  <a16:creationId xmlns:a16="http://schemas.microsoft.com/office/drawing/2014/main" id="{15E0DE97-7481-48F9-79F8-A062522309E3}"/>
                </a:ext>
              </a:extLst>
            </p:cNvPr>
            <p:cNvSpPr/>
            <p:nvPr/>
          </p:nvSpPr>
          <p:spPr>
            <a:xfrm>
              <a:off x="-148339" y="2856823"/>
              <a:ext cx="141588" cy="197567"/>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rgbClr val="FFFFFF"/>
            </a:solidFill>
            <a:ln w="571" cap="flat">
              <a:noFill/>
              <a:prstDash val="solid"/>
              <a:miter/>
            </a:ln>
          </p:spPr>
          <p:txBody>
            <a:bodyPr rtlCol="0" anchor="ctr"/>
            <a:lstStyle/>
            <a:p>
              <a:endParaRPr lang="fr-FR"/>
            </a:p>
          </p:txBody>
        </p:sp>
        <p:sp>
          <p:nvSpPr>
            <p:cNvPr id="34" name="Freeform: Shape 33">
              <a:extLst>
                <a:ext uri="{FF2B5EF4-FFF2-40B4-BE49-F238E27FC236}">
                  <a16:creationId xmlns:a16="http://schemas.microsoft.com/office/drawing/2014/main" id="{23ACA0F2-D0CC-0E68-B204-92A766BCC174}"/>
                </a:ext>
              </a:extLst>
            </p:cNvPr>
            <p:cNvSpPr/>
            <p:nvPr/>
          </p:nvSpPr>
          <p:spPr>
            <a:xfrm>
              <a:off x="5142"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35" name="Freeform: Shape 34">
              <a:extLst>
                <a:ext uri="{FF2B5EF4-FFF2-40B4-BE49-F238E27FC236}">
                  <a16:creationId xmlns:a16="http://schemas.microsoft.com/office/drawing/2014/main" id="{98836E5D-AE60-F83E-EE21-9C9C8863507C}"/>
                </a:ext>
              </a:extLst>
            </p:cNvPr>
            <p:cNvSpPr/>
            <p:nvPr/>
          </p:nvSpPr>
          <p:spPr>
            <a:xfrm>
              <a:off x="162710" y="2906559"/>
              <a:ext cx="90494" cy="14430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rgbClr val="FFFFFF"/>
            </a:solidFill>
            <a:ln w="571" cap="flat">
              <a:noFill/>
              <a:prstDash val="solid"/>
              <a:miter/>
            </a:ln>
          </p:spPr>
          <p:txBody>
            <a:bodyPr rtlCol="0" anchor="ctr"/>
            <a:lstStyle/>
            <a:p>
              <a:endParaRPr lang="fr-FR"/>
            </a:p>
          </p:txBody>
        </p:sp>
        <p:sp>
          <p:nvSpPr>
            <p:cNvPr id="36" name="Freeform: Shape 35">
              <a:extLst>
                <a:ext uri="{FF2B5EF4-FFF2-40B4-BE49-F238E27FC236}">
                  <a16:creationId xmlns:a16="http://schemas.microsoft.com/office/drawing/2014/main" id="{AE7553D4-7E8D-9D7A-4BC4-7620D201BBF1}"/>
                </a:ext>
              </a:extLst>
            </p:cNvPr>
            <p:cNvSpPr/>
            <p:nvPr/>
          </p:nvSpPr>
          <p:spPr>
            <a:xfrm>
              <a:off x="258506" y="2856846"/>
              <a:ext cx="142952" cy="197556"/>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rgbClr val="FFFFFF"/>
            </a:solidFill>
            <a:ln w="571" cap="flat">
              <a:noFill/>
              <a:prstDash val="solid"/>
              <a:miter/>
            </a:ln>
          </p:spPr>
          <p:txBody>
            <a:bodyPr rtlCol="0" anchor="ctr"/>
            <a:lstStyle/>
            <a:p>
              <a:endParaRPr lang="fr-FR"/>
            </a:p>
          </p:txBody>
        </p:sp>
        <p:sp>
          <p:nvSpPr>
            <p:cNvPr id="37" name="Freeform: Shape 36">
              <a:extLst>
                <a:ext uri="{FF2B5EF4-FFF2-40B4-BE49-F238E27FC236}">
                  <a16:creationId xmlns:a16="http://schemas.microsoft.com/office/drawing/2014/main" id="{B74DEA30-B141-08F0-2AC6-0E32C5F01A1C}"/>
                </a:ext>
              </a:extLst>
            </p:cNvPr>
            <p:cNvSpPr/>
            <p:nvPr/>
          </p:nvSpPr>
          <p:spPr>
            <a:xfrm>
              <a:off x="419356"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sp>
          <p:nvSpPr>
            <p:cNvPr id="38" name="Freeform: Shape 37">
              <a:extLst>
                <a:ext uri="{FF2B5EF4-FFF2-40B4-BE49-F238E27FC236}">
                  <a16:creationId xmlns:a16="http://schemas.microsoft.com/office/drawing/2014/main" id="{872E7EB8-0253-0BE0-3CE7-9087A39D6A97}"/>
                </a:ext>
              </a:extLst>
            </p:cNvPr>
            <p:cNvSpPr/>
            <p:nvPr/>
          </p:nvSpPr>
          <p:spPr>
            <a:xfrm>
              <a:off x="561132" y="2856828"/>
              <a:ext cx="90505" cy="194040"/>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rgbClr val="FFFFFF"/>
            </a:solidFill>
            <a:ln w="571" cap="flat">
              <a:noFill/>
              <a:prstDash val="solid"/>
              <a:miter/>
            </a:ln>
          </p:spPr>
          <p:txBody>
            <a:bodyPr rtlCol="0" anchor="ctr"/>
            <a:lstStyle/>
            <a:p>
              <a:endParaRPr lang="fr-FR"/>
            </a:p>
          </p:txBody>
        </p:sp>
        <p:sp>
          <p:nvSpPr>
            <p:cNvPr id="39" name="Freeform: Shape 38">
              <a:extLst>
                <a:ext uri="{FF2B5EF4-FFF2-40B4-BE49-F238E27FC236}">
                  <a16:creationId xmlns:a16="http://schemas.microsoft.com/office/drawing/2014/main" id="{30BE0B0B-B9CC-260B-0354-15C80884AC35}"/>
                </a:ext>
              </a:extLst>
            </p:cNvPr>
            <p:cNvSpPr/>
            <p:nvPr/>
          </p:nvSpPr>
          <p:spPr>
            <a:xfrm>
              <a:off x="651981"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40" name="Freeform: Shape 39">
              <a:extLst>
                <a:ext uri="{FF2B5EF4-FFF2-40B4-BE49-F238E27FC236}">
                  <a16:creationId xmlns:a16="http://schemas.microsoft.com/office/drawing/2014/main" id="{E520AE27-8668-52B2-92F8-509A12BFC55C}"/>
                </a:ext>
              </a:extLst>
            </p:cNvPr>
            <p:cNvSpPr/>
            <p:nvPr/>
          </p:nvSpPr>
          <p:spPr>
            <a:xfrm>
              <a:off x="809549" y="2906564"/>
              <a:ext cx="131801" cy="144310"/>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rgbClr val="FFFFFF"/>
            </a:solidFill>
            <a:ln w="571" cap="flat">
              <a:noFill/>
              <a:prstDash val="solid"/>
              <a:miter/>
            </a:ln>
          </p:spPr>
          <p:txBody>
            <a:bodyPr rtlCol="0" anchor="ctr"/>
            <a:lstStyle/>
            <a:p>
              <a:endParaRPr lang="fr-FR"/>
            </a:p>
          </p:txBody>
        </p:sp>
        <p:sp>
          <p:nvSpPr>
            <p:cNvPr id="41" name="Freeform: Shape 40">
              <a:extLst>
                <a:ext uri="{FF2B5EF4-FFF2-40B4-BE49-F238E27FC236}">
                  <a16:creationId xmlns:a16="http://schemas.microsoft.com/office/drawing/2014/main" id="{1FCCD47B-FE0F-A236-15BE-D18E8EDAA6A7}"/>
                </a:ext>
              </a:extLst>
            </p:cNvPr>
            <p:cNvSpPr/>
            <p:nvPr/>
          </p:nvSpPr>
          <p:spPr>
            <a:xfrm>
              <a:off x="958527" y="2906553"/>
              <a:ext cx="130174" cy="147843"/>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rgbClr val="FFFFFF"/>
            </a:solidFill>
            <a:ln w="571" cap="flat">
              <a:noFill/>
              <a:prstDash val="solid"/>
              <a:miter/>
            </a:ln>
          </p:spPr>
          <p:txBody>
            <a:bodyPr rtlCol="0" anchor="ctr"/>
            <a:lstStyle/>
            <a:p>
              <a:endParaRPr lang="fr-FR"/>
            </a:p>
          </p:txBody>
        </p:sp>
        <p:sp>
          <p:nvSpPr>
            <p:cNvPr id="42" name="Freeform: Shape 41">
              <a:extLst>
                <a:ext uri="{FF2B5EF4-FFF2-40B4-BE49-F238E27FC236}">
                  <a16:creationId xmlns:a16="http://schemas.microsoft.com/office/drawing/2014/main" id="{DF4DCD56-7130-515B-1077-050AADE0EC8D}"/>
                </a:ext>
              </a:extLst>
            </p:cNvPr>
            <p:cNvSpPr/>
            <p:nvPr/>
          </p:nvSpPr>
          <p:spPr>
            <a:xfrm>
              <a:off x="1099043"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grpSp>
    </p:spTree>
    <p:extLst>
      <p:ext uri="{BB962C8B-B14F-4D97-AF65-F5344CB8AC3E}">
        <p14:creationId xmlns:p14="http://schemas.microsoft.com/office/powerpoint/2010/main" val="1054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tx1"/>
        </a:solidFill>
        <a:effectLst/>
      </p:bgPr>
    </p:bg>
    <p:spTree>
      <p:nvGrpSpPr>
        <p:cNvPr id="1" name=""/>
        <p:cNvGrpSpPr/>
        <p:nvPr/>
      </p:nvGrpSpPr>
      <p:grpSpPr>
        <a:xfrm>
          <a:off x="0" y="0"/>
          <a:ext cx="0" cy="0"/>
          <a:chOff x="0" y="0"/>
          <a:chExt cx="0" cy="0"/>
        </a:xfrm>
      </p:grpSpPr>
      <p:pic>
        <p:nvPicPr>
          <p:cNvPr id="14" name="Image 2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4"/>
            <a:ext cx="9144000" cy="5143500"/>
          </a:xfrm>
          <a:prstGeom prst="rect">
            <a:avLst/>
          </a:prstGeom>
        </p:spPr>
      </p:pic>
      <p:pic>
        <p:nvPicPr>
          <p:cNvPr id="15" name="Image 26"/>
          <p:cNvPicPr>
            <a:picLocks noChangeAspect="1"/>
          </p:cNvPicPr>
          <p:nvPr userDrawn="1"/>
        </p:nvPicPr>
        <p:blipFill rotWithShape="1">
          <a:blip r:embed="rId3">
            <a:extLst>
              <a:ext uri="{28A0092B-C50C-407E-A947-70E740481C1C}">
                <a14:useLocalDpi xmlns:a14="http://schemas.microsoft.com/office/drawing/2010/main" val="0"/>
              </a:ext>
            </a:extLst>
          </a:blip>
          <a:srcRect l="71604" t="42203" r="11604"/>
          <a:stretch/>
        </p:blipFill>
        <p:spPr>
          <a:xfrm rot="10800000">
            <a:off x="0" y="1588"/>
            <a:ext cx="1535502" cy="2972814"/>
          </a:xfrm>
          <a:prstGeom prst="rect">
            <a:avLst/>
          </a:prstGeom>
        </p:spPr>
      </p:pic>
      <p:sp>
        <p:nvSpPr>
          <p:cNvPr id="2" name="Title 1"/>
          <p:cNvSpPr>
            <a:spLocks noGrp="1"/>
          </p:cNvSpPr>
          <p:nvPr>
            <p:ph type="ctrTitle" hasCustomPrompt="1"/>
          </p:nvPr>
        </p:nvSpPr>
        <p:spPr>
          <a:xfrm>
            <a:off x="1763688" y="1181101"/>
            <a:ext cx="5328592" cy="526553"/>
          </a:xfrm>
        </p:spPr>
        <p:txBody>
          <a:bodyPr>
            <a:noAutofit/>
          </a:bodyPr>
          <a:lstStyle>
            <a:lvl1pPr algn="l">
              <a:lnSpc>
                <a:spcPct val="85000"/>
              </a:lnSpc>
              <a:defRPr sz="4000" baseline="0">
                <a:solidFill>
                  <a:schemeClr val="accent1"/>
                </a:solidFill>
              </a:defRPr>
            </a:lvl1pPr>
          </a:lstStyle>
          <a:p>
            <a:r>
              <a:rPr lang="en-US" dirty="0"/>
              <a:t>Thanks</a:t>
            </a:r>
            <a:endParaRPr lang="en-GB" dirty="0"/>
          </a:p>
        </p:txBody>
      </p:sp>
      <p:sp>
        <p:nvSpPr>
          <p:cNvPr id="17" name="Text Placeholder 17"/>
          <p:cNvSpPr>
            <a:spLocks noGrp="1"/>
          </p:cNvSpPr>
          <p:nvPr>
            <p:ph type="body" sz="quarter" idx="16" hasCustomPrompt="1"/>
          </p:nvPr>
        </p:nvSpPr>
        <p:spPr>
          <a:xfrm>
            <a:off x="1763688" y="1851670"/>
            <a:ext cx="5328592" cy="864096"/>
          </a:xfrm>
        </p:spPr>
        <p:txBody>
          <a:bodyPr/>
          <a:lstStyle>
            <a:lvl1pPr marL="0" marR="0" indent="0" algn="l" defTabSz="685800" rtl="0" eaLnBrk="1" fontAlgn="auto" latinLnBrk="0" hangingPunct="1">
              <a:lnSpc>
                <a:spcPct val="100000"/>
              </a:lnSpc>
              <a:spcBef>
                <a:spcPts val="750"/>
              </a:spcBef>
              <a:spcAft>
                <a:spcPts val="0"/>
              </a:spcAft>
              <a:buClrTx/>
              <a:buSzTx/>
              <a:buFont typeface="Arial"/>
              <a:buNone/>
              <a:tabLst/>
              <a:defRPr sz="1600" baseline="0">
                <a:solidFill>
                  <a:schemeClr val="bg1"/>
                </a:solidFill>
              </a:defRPr>
            </a:lvl1pPr>
          </a:lstStyle>
          <a:p>
            <a:pPr marL="0" marR="0" lvl="0" indent="0" algn="l" defTabSz="685800" rtl="0" eaLnBrk="1" fontAlgn="auto" latinLnBrk="0" hangingPunct="1">
              <a:lnSpc>
                <a:spcPct val="100000"/>
              </a:lnSpc>
              <a:spcBef>
                <a:spcPts val="750"/>
              </a:spcBef>
              <a:spcAft>
                <a:spcPts val="0"/>
              </a:spcAft>
              <a:buClrTx/>
              <a:buSzTx/>
              <a:buFont typeface="Arial"/>
              <a:buNone/>
              <a:tabLst/>
              <a:defRPr/>
            </a:pPr>
            <a:r>
              <a:rPr lang="en-US" noProof="0" dirty="0"/>
              <a:t>Click to edit contact</a:t>
            </a:r>
          </a:p>
        </p:txBody>
      </p:sp>
      <p:sp>
        <p:nvSpPr>
          <p:cNvPr id="19" name="Text Placeholder 17"/>
          <p:cNvSpPr>
            <a:spLocks noGrp="1"/>
          </p:cNvSpPr>
          <p:nvPr>
            <p:ph type="body" sz="quarter" idx="17" hasCustomPrompt="1"/>
          </p:nvPr>
        </p:nvSpPr>
        <p:spPr>
          <a:xfrm>
            <a:off x="1763688" y="2859782"/>
            <a:ext cx="5328592" cy="504056"/>
          </a:xfrm>
        </p:spPr>
        <p:txBody>
          <a:bodyPr/>
          <a:lstStyle>
            <a:lvl1pPr marL="0" marR="0" indent="0" algn="l" defTabSz="685800" rtl="0" eaLnBrk="1" fontAlgn="auto" latinLnBrk="0" hangingPunct="1">
              <a:lnSpc>
                <a:spcPct val="100000"/>
              </a:lnSpc>
              <a:spcBef>
                <a:spcPts val="750"/>
              </a:spcBef>
              <a:spcAft>
                <a:spcPts val="0"/>
              </a:spcAft>
              <a:buClrTx/>
              <a:buSzTx/>
              <a:buFont typeface="Arial"/>
              <a:buNone/>
              <a:tabLst/>
              <a:defRPr sz="1600" baseline="0">
                <a:solidFill>
                  <a:schemeClr val="bg1"/>
                </a:solidFill>
              </a:defRPr>
            </a:lvl1pPr>
          </a:lstStyle>
          <a:p>
            <a:pPr marL="0" marR="0" lvl="0" indent="0" algn="l" defTabSz="685800" rtl="0" eaLnBrk="1" fontAlgn="auto" latinLnBrk="0" hangingPunct="1">
              <a:lnSpc>
                <a:spcPct val="100000"/>
              </a:lnSpc>
              <a:spcBef>
                <a:spcPts val="750"/>
              </a:spcBef>
              <a:spcAft>
                <a:spcPts val="0"/>
              </a:spcAft>
              <a:buClrTx/>
              <a:buSzTx/>
              <a:buFont typeface="Arial"/>
              <a:buNone/>
              <a:tabLst/>
              <a:defRPr/>
            </a:pPr>
            <a:r>
              <a:rPr lang="en-US" noProof="0" dirty="0"/>
              <a:t>Click to edit date</a:t>
            </a:r>
          </a:p>
        </p:txBody>
      </p:sp>
      <p:sp>
        <p:nvSpPr>
          <p:cNvPr id="5" name="TextBox 4"/>
          <p:cNvSpPr txBox="1"/>
          <p:nvPr userDrawn="1"/>
        </p:nvSpPr>
        <p:spPr>
          <a:xfrm>
            <a:off x="1763688" y="3555742"/>
            <a:ext cx="3600400" cy="246221"/>
          </a:xfrm>
          <a:prstGeom prst="rect">
            <a:avLst/>
          </a:prstGeom>
        </p:spPr>
        <p:txBody>
          <a:bodyPr wrap="squar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u="none" noProof="0" dirty="0">
                <a:solidFill>
                  <a:schemeClr val="accent1"/>
                </a:solidFill>
                <a:latin typeface="Helvetica 75 Bold" panose="020B0804020202020204" pitchFamily="34" charset="0"/>
                <a:cs typeface="Arial" panose="020B0604020202020204" pitchFamily="34" charset="0"/>
              </a:rPr>
              <a:t>https://orangecyberdefense.de</a:t>
            </a:r>
          </a:p>
        </p:txBody>
      </p:sp>
      <p:grpSp>
        <p:nvGrpSpPr>
          <p:cNvPr id="4" name="Group 3">
            <a:extLst>
              <a:ext uri="{FF2B5EF4-FFF2-40B4-BE49-F238E27FC236}">
                <a16:creationId xmlns:a16="http://schemas.microsoft.com/office/drawing/2014/main" id="{A20E678C-DC7F-FDB7-49C2-293AA20469A3}"/>
              </a:ext>
            </a:extLst>
          </p:cNvPr>
          <p:cNvGrpSpPr>
            <a:grpSpLocks noChangeAspect="1"/>
          </p:cNvGrpSpPr>
          <p:nvPr userDrawn="1"/>
        </p:nvGrpSpPr>
        <p:grpSpPr>
          <a:xfrm>
            <a:off x="310686" y="4355678"/>
            <a:ext cx="3146531" cy="475200"/>
            <a:chOff x="-903015" y="2792089"/>
            <a:chExt cx="2142250" cy="323530"/>
          </a:xfrm>
        </p:grpSpPr>
        <p:sp>
          <p:nvSpPr>
            <p:cNvPr id="6" name="Freeform: Shape 5">
              <a:extLst>
                <a:ext uri="{FF2B5EF4-FFF2-40B4-BE49-F238E27FC236}">
                  <a16:creationId xmlns:a16="http://schemas.microsoft.com/office/drawing/2014/main" id="{9E93FAAF-C153-E8D6-7685-F7EB5ACA11A7}"/>
                </a:ext>
              </a:extLst>
            </p:cNvPr>
            <p:cNvSpPr/>
            <p:nvPr/>
          </p:nvSpPr>
          <p:spPr>
            <a:xfrm>
              <a:off x="-903015" y="2792089"/>
              <a:ext cx="323530" cy="32353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7" name="Freeform: Shape 6">
              <a:extLst>
                <a:ext uri="{FF2B5EF4-FFF2-40B4-BE49-F238E27FC236}">
                  <a16:creationId xmlns:a16="http://schemas.microsoft.com/office/drawing/2014/main" id="{2337EF71-582B-18C3-A517-4CD155B79137}"/>
                </a:ext>
              </a:extLst>
            </p:cNvPr>
            <p:cNvSpPr/>
            <p:nvPr/>
          </p:nvSpPr>
          <p:spPr>
            <a:xfrm>
              <a:off x="-804354" y="3042246"/>
              <a:ext cx="39834" cy="46522"/>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8" name="Freeform: Shape 7">
              <a:extLst>
                <a:ext uri="{FF2B5EF4-FFF2-40B4-BE49-F238E27FC236}">
                  <a16:creationId xmlns:a16="http://schemas.microsoft.com/office/drawing/2014/main" id="{EAC3074E-05FB-D89F-2477-320684D1DC3D}"/>
                </a:ext>
              </a:extLst>
            </p:cNvPr>
            <p:cNvSpPr/>
            <p:nvPr/>
          </p:nvSpPr>
          <p:spPr>
            <a:xfrm>
              <a:off x="-755177" y="3042183"/>
              <a:ext cx="40393" cy="46003"/>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9" name="Freeform: Shape 8">
              <a:extLst>
                <a:ext uri="{FF2B5EF4-FFF2-40B4-BE49-F238E27FC236}">
                  <a16:creationId xmlns:a16="http://schemas.microsoft.com/office/drawing/2014/main" id="{504BD029-04C1-6119-BB75-416F81A53B74}"/>
                </a:ext>
              </a:extLst>
            </p:cNvPr>
            <p:cNvSpPr/>
            <p:nvPr/>
          </p:nvSpPr>
          <p:spPr>
            <a:xfrm>
              <a:off x="-657492" y="3042183"/>
              <a:ext cx="41717" cy="4686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10" name="Freeform: Shape 9">
              <a:extLst>
                <a:ext uri="{FF2B5EF4-FFF2-40B4-BE49-F238E27FC236}">
                  <a16:creationId xmlns:a16="http://schemas.microsoft.com/office/drawing/2014/main" id="{576421D3-64E1-4C45-2837-B06153AB132F}"/>
                </a:ext>
              </a:extLst>
            </p:cNvPr>
            <p:cNvSpPr/>
            <p:nvPr/>
          </p:nvSpPr>
          <p:spPr>
            <a:xfrm>
              <a:off x="-885466" y="3042006"/>
              <a:ext cx="44553" cy="47527"/>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11" name="Freeform: Shape 10">
              <a:extLst>
                <a:ext uri="{FF2B5EF4-FFF2-40B4-BE49-F238E27FC236}">
                  <a16:creationId xmlns:a16="http://schemas.microsoft.com/office/drawing/2014/main" id="{22E0A94D-0ED2-772B-73D7-460E577E1966}"/>
                </a:ext>
              </a:extLst>
            </p:cNvPr>
            <p:cNvSpPr/>
            <p:nvPr/>
          </p:nvSpPr>
          <p:spPr>
            <a:xfrm>
              <a:off x="-832791" y="3042269"/>
              <a:ext cx="25207" cy="45946"/>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12" name="Freeform: Shape 11">
              <a:extLst>
                <a:ext uri="{FF2B5EF4-FFF2-40B4-BE49-F238E27FC236}">
                  <a16:creationId xmlns:a16="http://schemas.microsoft.com/office/drawing/2014/main" id="{422F5E94-691B-6484-3E50-28D26DADA24E}"/>
                </a:ext>
              </a:extLst>
            </p:cNvPr>
            <p:cNvSpPr/>
            <p:nvPr/>
          </p:nvSpPr>
          <p:spPr>
            <a:xfrm>
              <a:off x="-706663" y="3042206"/>
              <a:ext cx="42025" cy="63501"/>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13" name="Freeform: Shape 12">
              <a:extLst>
                <a:ext uri="{FF2B5EF4-FFF2-40B4-BE49-F238E27FC236}">
                  <a16:creationId xmlns:a16="http://schemas.microsoft.com/office/drawing/2014/main" id="{671ED432-E3C4-7648-8B5C-5DCD7D3DDA09}"/>
                </a:ext>
              </a:extLst>
            </p:cNvPr>
            <p:cNvSpPr/>
            <p:nvPr/>
          </p:nvSpPr>
          <p:spPr>
            <a:xfrm>
              <a:off x="-622886" y="3026118"/>
              <a:ext cx="31165" cy="14877"/>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16" name="Freeform: Shape 15">
              <a:extLst>
                <a:ext uri="{FF2B5EF4-FFF2-40B4-BE49-F238E27FC236}">
                  <a16:creationId xmlns:a16="http://schemas.microsoft.com/office/drawing/2014/main" id="{A35640BE-E0EF-123A-C8E0-E0E9CD2FF666}"/>
                </a:ext>
              </a:extLst>
            </p:cNvPr>
            <p:cNvSpPr/>
            <p:nvPr/>
          </p:nvSpPr>
          <p:spPr>
            <a:xfrm>
              <a:off x="-489298" y="2852206"/>
              <a:ext cx="180720" cy="203006"/>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rgbClr val="FFFFFF"/>
            </a:solidFill>
            <a:ln w="571" cap="flat">
              <a:noFill/>
              <a:prstDash val="solid"/>
              <a:miter/>
            </a:ln>
          </p:spPr>
          <p:txBody>
            <a:bodyPr rtlCol="0" anchor="ctr"/>
            <a:lstStyle/>
            <a:p>
              <a:endParaRPr lang="fr-FR"/>
            </a:p>
          </p:txBody>
        </p:sp>
        <p:sp>
          <p:nvSpPr>
            <p:cNvPr id="18" name="Freeform: Shape 17">
              <a:extLst>
                <a:ext uri="{FF2B5EF4-FFF2-40B4-BE49-F238E27FC236}">
                  <a16:creationId xmlns:a16="http://schemas.microsoft.com/office/drawing/2014/main" id="{22110C84-0561-3B1C-13D2-F963F1F46929}"/>
                </a:ext>
              </a:extLst>
            </p:cNvPr>
            <p:cNvSpPr/>
            <p:nvPr/>
          </p:nvSpPr>
          <p:spPr>
            <a:xfrm>
              <a:off x="-302214" y="2910365"/>
              <a:ext cx="144031" cy="189692"/>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rgbClr val="FFFFFF"/>
            </a:solidFill>
            <a:ln w="571" cap="flat">
              <a:noFill/>
              <a:prstDash val="solid"/>
              <a:miter/>
            </a:ln>
          </p:spPr>
          <p:txBody>
            <a:bodyPr rtlCol="0" anchor="ctr"/>
            <a:lstStyle/>
            <a:p>
              <a:endParaRPr lang="fr-FR"/>
            </a:p>
          </p:txBody>
        </p:sp>
        <p:sp>
          <p:nvSpPr>
            <p:cNvPr id="40" name="Freeform: Shape 39">
              <a:extLst>
                <a:ext uri="{FF2B5EF4-FFF2-40B4-BE49-F238E27FC236}">
                  <a16:creationId xmlns:a16="http://schemas.microsoft.com/office/drawing/2014/main" id="{12FE95C5-1EC8-5D20-C058-3941C4717A86}"/>
                </a:ext>
              </a:extLst>
            </p:cNvPr>
            <p:cNvSpPr/>
            <p:nvPr/>
          </p:nvSpPr>
          <p:spPr>
            <a:xfrm>
              <a:off x="-148339" y="2856823"/>
              <a:ext cx="141588" cy="197567"/>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rgbClr val="FFFFFF"/>
            </a:solidFill>
            <a:ln w="571" cap="flat">
              <a:noFill/>
              <a:prstDash val="solid"/>
              <a:miter/>
            </a:ln>
          </p:spPr>
          <p:txBody>
            <a:bodyPr rtlCol="0" anchor="ctr"/>
            <a:lstStyle/>
            <a:p>
              <a:endParaRPr lang="fr-FR"/>
            </a:p>
          </p:txBody>
        </p:sp>
        <p:sp>
          <p:nvSpPr>
            <p:cNvPr id="41" name="Freeform: Shape 40">
              <a:extLst>
                <a:ext uri="{FF2B5EF4-FFF2-40B4-BE49-F238E27FC236}">
                  <a16:creationId xmlns:a16="http://schemas.microsoft.com/office/drawing/2014/main" id="{7F294C2A-8F61-1428-0B49-FFDE27C9B943}"/>
                </a:ext>
              </a:extLst>
            </p:cNvPr>
            <p:cNvSpPr/>
            <p:nvPr/>
          </p:nvSpPr>
          <p:spPr>
            <a:xfrm>
              <a:off x="5142"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42" name="Freeform: Shape 41">
              <a:extLst>
                <a:ext uri="{FF2B5EF4-FFF2-40B4-BE49-F238E27FC236}">
                  <a16:creationId xmlns:a16="http://schemas.microsoft.com/office/drawing/2014/main" id="{246A4A31-E55F-11BF-AB78-20C03D47B661}"/>
                </a:ext>
              </a:extLst>
            </p:cNvPr>
            <p:cNvSpPr/>
            <p:nvPr/>
          </p:nvSpPr>
          <p:spPr>
            <a:xfrm>
              <a:off x="162710" y="2906559"/>
              <a:ext cx="90494" cy="14430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rgbClr val="FFFFFF"/>
            </a:solidFill>
            <a:ln w="571" cap="flat">
              <a:noFill/>
              <a:prstDash val="solid"/>
              <a:miter/>
            </a:ln>
          </p:spPr>
          <p:txBody>
            <a:bodyPr rtlCol="0" anchor="ctr"/>
            <a:lstStyle/>
            <a:p>
              <a:endParaRPr lang="fr-FR"/>
            </a:p>
          </p:txBody>
        </p:sp>
        <p:sp>
          <p:nvSpPr>
            <p:cNvPr id="43" name="Freeform: Shape 42">
              <a:extLst>
                <a:ext uri="{FF2B5EF4-FFF2-40B4-BE49-F238E27FC236}">
                  <a16:creationId xmlns:a16="http://schemas.microsoft.com/office/drawing/2014/main" id="{9CC45118-68D1-EDDB-487F-6E594007E87A}"/>
                </a:ext>
              </a:extLst>
            </p:cNvPr>
            <p:cNvSpPr/>
            <p:nvPr/>
          </p:nvSpPr>
          <p:spPr>
            <a:xfrm>
              <a:off x="258506" y="2856846"/>
              <a:ext cx="142952" cy="197556"/>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rgbClr val="FFFFFF"/>
            </a:solidFill>
            <a:ln w="571" cap="flat">
              <a:noFill/>
              <a:prstDash val="solid"/>
              <a:miter/>
            </a:ln>
          </p:spPr>
          <p:txBody>
            <a:bodyPr rtlCol="0" anchor="ctr"/>
            <a:lstStyle/>
            <a:p>
              <a:endParaRPr lang="fr-FR"/>
            </a:p>
          </p:txBody>
        </p:sp>
        <p:sp>
          <p:nvSpPr>
            <p:cNvPr id="44" name="Freeform: Shape 43">
              <a:extLst>
                <a:ext uri="{FF2B5EF4-FFF2-40B4-BE49-F238E27FC236}">
                  <a16:creationId xmlns:a16="http://schemas.microsoft.com/office/drawing/2014/main" id="{0ADFC1DC-C0BF-CEAF-2878-58B5C3DC7D48}"/>
                </a:ext>
              </a:extLst>
            </p:cNvPr>
            <p:cNvSpPr/>
            <p:nvPr/>
          </p:nvSpPr>
          <p:spPr>
            <a:xfrm>
              <a:off x="419356"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sp>
          <p:nvSpPr>
            <p:cNvPr id="45" name="Freeform: Shape 44">
              <a:extLst>
                <a:ext uri="{FF2B5EF4-FFF2-40B4-BE49-F238E27FC236}">
                  <a16:creationId xmlns:a16="http://schemas.microsoft.com/office/drawing/2014/main" id="{48A17F4A-B58D-4D6D-208C-94D54F19A965}"/>
                </a:ext>
              </a:extLst>
            </p:cNvPr>
            <p:cNvSpPr/>
            <p:nvPr/>
          </p:nvSpPr>
          <p:spPr>
            <a:xfrm>
              <a:off x="561132" y="2856828"/>
              <a:ext cx="90505" cy="194040"/>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rgbClr val="FFFFFF"/>
            </a:solidFill>
            <a:ln w="571" cap="flat">
              <a:noFill/>
              <a:prstDash val="solid"/>
              <a:miter/>
            </a:ln>
          </p:spPr>
          <p:txBody>
            <a:bodyPr rtlCol="0" anchor="ctr"/>
            <a:lstStyle/>
            <a:p>
              <a:endParaRPr lang="fr-FR"/>
            </a:p>
          </p:txBody>
        </p:sp>
        <p:sp>
          <p:nvSpPr>
            <p:cNvPr id="46" name="Freeform: Shape 45">
              <a:extLst>
                <a:ext uri="{FF2B5EF4-FFF2-40B4-BE49-F238E27FC236}">
                  <a16:creationId xmlns:a16="http://schemas.microsoft.com/office/drawing/2014/main" id="{C2C3C48F-28DC-2FD0-7322-4EAEBBC68186}"/>
                </a:ext>
              </a:extLst>
            </p:cNvPr>
            <p:cNvSpPr/>
            <p:nvPr/>
          </p:nvSpPr>
          <p:spPr>
            <a:xfrm>
              <a:off x="651981"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47" name="Freeform: Shape 46">
              <a:extLst>
                <a:ext uri="{FF2B5EF4-FFF2-40B4-BE49-F238E27FC236}">
                  <a16:creationId xmlns:a16="http://schemas.microsoft.com/office/drawing/2014/main" id="{3A19F11E-EC92-BE10-1EA3-CD7C01EBC050}"/>
                </a:ext>
              </a:extLst>
            </p:cNvPr>
            <p:cNvSpPr/>
            <p:nvPr/>
          </p:nvSpPr>
          <p:spPr>
            <a:xfrm>
              <a:off x="809549" y="2906564"/>
              <a:ext cx="131801" cy="144310"/>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rgbClr val="FFFFFF"/>
            </a:solidFill>
            <a:ln w="571" cap="flat">
              <a:noFill/>
              <a:prstDash val="solid"/>
              <a:miter/>
            </a:ln>
          </p:spPr>
          <p:txBody>
            <a:bodyPr rtlCol="0" anchor="ctr"/>
            <a:lstStyle/>
            <a:p>
              <a:endParaRPr lang="fr-FR"/>
            </a:p>
          </p:txBody>
        </p:sp>
        <p:sp>
          <p:nvSpPr>
            <p:cNvPr id="48" name="Freeform: Shape 47">
              <a:extLst>
                <a:ext uri="{FF2B5EF4-FFF2-40B4-BE49-F238E27FC236}">
                  <a16:creationId xmlns:a16="http://schemas.microsoft.com/office/drawing/2014/main" id="{8480DD2C-32CD-30A2-DBD2-1B03D9F7FA06}"/>
                </a:ext>
              </a:extLst>
            </p:cNvPr>
            <p:cNvSpPr/>
            <p:nvPr/>
          </p:nvSpPr>
          <p:spPr>
            <a:xfrm>
              <a:off x="958527" y="2906553"/>
              <a:ext cx="130174" cy="147843"/>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rgbClr val="FFFFFF"/>
            </a:solidFill>
            <a:ln w="571" cap="flat">
              <a:noFill/>
              <a:prstDash val="solid"/>
              <a:miter/>
            </a:ln>
          </p:spPr>
          <p:txBody>
            <a:bodyPr rtlCol="0" anchor="ctr"/>
            <a:lstStyle/>
            <a:p>
              <a:endParaRPr lang="fr-FR"/>
            </a:p>
          </p:txBody>
        </p:sp>
        <p:sp>
          <p:nvSpPr>
            <p:cNvPr id="49" name="Freeform: Shape 48">
              <a:extLst>
                <a:ext uri="{FF2B5EF4-FFF2-40B4-BE49-F238E27FC236}">
                  <a16:creationId xmlns:a16="http://schemas.microsoft.com/office/drawing/2014/main" id="{1706959F-F7BD-31B4-2675-9F9A33CDD50C}"/>
                </a:ext>
              </a:extLst>
            </p:cNvPr>
            <p:cNvSpPr/>
            <p:nvPr/>
          </p:nvSpPr>
          <p:spPr>
            <a:xfrm>
              <a:off x="1099043"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grpSp>
    </p:spTree>
    <p:extLst>
      <p:ext uri="{BB962C8B-B14F-4D97-AF65-F5344CB8AC3E}">
        <p14:creationId xmlns:p14="http://schemas.microsoft.com/office/powerpoint/2010/main" val="417326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2_MASTER Title Only">
    <p:bg>
      <p:bgPr>
        <a:solidFill>
          <a:schemeClr val="tx1"/>
        </a:solid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339726" y="339754"/>
            <a:ext cx="8470900" cy="621329"/>
          </a:xfrm>
          <a:prstGeom prst="rect">
            <a:avLst/>
          </a:prstGeom>
        </p:spPr>
        <p:txBody>
          <a:bodyPr/>
          <a:lstStyle>
            <a:lvl1pPr>
              <a:defRPr>
                <a:solidFill>
                  <a:schemeClr val="bg1"/>
                </a:solidFill>
              </a:defRPr>
            </a:lvl1pPr>
          </a:lstStyle>
          <a:p>
            <a:r>
              <a:rPr lang="en-US"/>
              <a:t>Click to edit title</a:t>
            </a:r>
          </a:p>
        </p:txBody>
      </p:sp>
      <p:sp>
        <p:nvSpPr>
          <p:cNvPr id="4" name="Text Placeholder 10">
            <a:extLst>
              <a:ext uri="{FF2B5EF4-FFF2-40B4-BE49-F238E27FC236}">
                <a16:creationId xmlns:a16="http://schemas.microsoft.com/office/drawing/2014/main" id="{9C3B31B6-C827-408B-81C2-B6FB2832C75D}"/>
              </a:ext>
            </a:extLst>
          </p:cNvPr>
          <p:cNvSpPr txBox="1">
            <a:spLocks/>
          </p:cNvSpPr>
          <p:nvPr userDrawn="1"/>
        </p:nvSpPr>
        <p:spPr>
          <a:xfrm>
            <a:off x="8554665" y="4535534"/>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lnSpc>
                <a:spcPct val="85000"/>
              </a:lnSpc>
              <a:spcAft>
                <a:spcPts val="1200"/>
              </a:spcAft>
              <a:buClr>
                <a:srgbClr val="FFFFFF"/>
              </a:buClr>
              <a:defRPr/>
            </a:pPr>
            <a:fld id="{8702007A-2642-4DC4-A457-FD791426C840}" type="slidenum">
              <a:rPr lang="en-US" sz="800">
                <a:solidFill>
                  <a:srgbClr val="FFFFFF"/>
                </a:solidFill>
                <a:latin typeface="Helvetica 75 Bold" panose="020B0804020202020204" pitchFamily="34" charset="0"/>
              </a:rPr>
              <a:pPr algn="r">
                <a:lnSpc>
                  <a:spcPct val="85000"/>
                </a:lnSpc>
                <a:spcAft>
                  <a:spcPts val="1200"/>
                </a:spcAft>
                <a:buClr>
                  <a:srgbClr val="FFFFFF"/>
                </a:buClr>
                <a:defRPr/>
              </a:pPr>
              <a:t>‹#›</a:t>
            </a:fld>
            <a:endParaRPr lang="en-US" sz="800">
              <a:solidFill>
                <a:srgbClr val="FFFFFF"/>
              </a:solidFill>
              <a:latin typeface="Helvetica 75 Bold" panose="020B0804020202020204" pitchFamily="34" charset="0"/>
            </a:endParaRPr>
          </a:p>
        </p:txBody>
      </p:sp>
    </p:spTree>
    <p:extLst>
      <p:ext uri="{BB962C8B-B14F-4D97-AF65-F5344CB8AC3E}">
        <p14:creationId xmlns:p14="http://schemas.microsoft.com/office/powerpoint/2010/main" val="4042392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Logo">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18460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Title and Content">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auto">
          <a:xfrm>
            <a:off x="360958" y="365012"/>
            <a:ext cx="8507914" cy="62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defRPr sz="1999" b="1" i="0">
                <a:solidFill>
                  <a:schemeClr val="bg2"/>
                </a:solidFill>
                <a:latin typeface="Helvetica" pitchFamily="2" charset="0"/>
                <a:cs typeface="Arial" panose="020B0604020202020204" pitchFamily="34" charset="0"/>
              </a:defRPr>
            </a:lvl1pPr>
          </a:lstStyle>
          <a:p>
            <a:pPr lvl="0" defTabSz="514114" fontAlgn="base">
              <a:spcAft>
                <a:spcPts val="0"/>
              </a:spcAft>
            </a:pPr>
            <a:r>
              <a:rPr lang="en-US" altLang="en-US" noProof="0"/>
              <a:t>Click here to enter the main title</a:t>
            </a:r>
          </a:p>
        </p:txBody>
      </p:sp>
      <p:sp>
        <p:nvSpPr>
          <p:cNvPr id="6" name="Date Placeholder 5">
            <a:extLst>
              <a:ext uri="{FF2B5EF4-FFF2-40B4-BE49-F238E27FC236}">
                <a16:creationId xmlns:a16="http://schemas.microsoft.com/office/drawing/2014/main" id="{F6B73DFB-AC67-AD47-8001-579ECDAAE4F7}"/>
              </a:ext>
            </a:extLst>
          </p:cNvPr>
          <p:cNvSpPr>
            <a:spLocks noGrp="1"/>
          </p:cNvSpPr>
          <p:nvPr>
            <p:ph type="dt" sz="half" idx="11"/>
          </p:nvPr>
        </p:nvSpPr>
        <p:spPr/>
        <p:txBody>
          <a:bodyPr/>
          <a:lstStyle>
            <a:lvl1pPr>
              <a:defRPr/>
            </a:lvl1pPr>
          </a:lstStyle>
          <a:p>
            <a:pPr defTabSz="913981" fontAlgn="base">
              <a:lnSpc>
                <a:spcPct val="85000"/>
              </a:lnSpc>
              <a:spcBef>
                <a:spcPct val="0"/>
              </a:spcBef>
              <a:spcAft>
                <a:spcPts val="1199"/>
              </a:spcAft>
              <a:buClr>
                <a:srgbClr val="FFFFFF"/>
              </a:buClr>
            </a:pPr>
            <a:fld id="{7BD085D7-0413-2C43-8926-D4AED801148B}" type="datetime4">
              <a:rPr lang="en-US" smtClean="0"/>
              <a:pPr defTabSz="913981" fontAlgn="base">
                <a:lnSpc>
                  <a:spcPct val="85000"/>
                </a:lnSpc>
                <a:spcBef>
                  <a:spcPct val="0"/>
                </a:spcBef>
                <a:spcAft>
                  <a:spcPts val="1199"/>
                </a:spcAft>
                <a:buClr>
                  <a:srgbClr val="FFFFFF"/>
                </a:buClr>
              </a:pPr>
              <a:t>July 15, 2026</a:t>
            </a:fld>
            <a:endParaRPr lang="en-US"/>
          </a:p>
        </p:txBody>
      </p:sp>
      <p:sp>
        <p:nvSpPr>
          <p:cNvPr id="8" name="Slide Number Placeholder 7">
            <a:extLst>
              <a:ext uri="{FF2B5EF4-FFF2-40B4-BE49-F238E27FC236}">
                <a16:creationId xmlns:a16="http://schemas.microsoft.com/office/drawing/2014/main" id="{A6892CBD-5458-9C4E-8AFB-675E60EFF24E}"/>
              </a:ext>
            </a:extLst>
          </p:cNvPr>
          <p:cNvSpPr>
            <a:spLocks noGrp="1"/>
          </p:cNvSpPr>
          <p:nvPr>
            <p:ph type="sldNum" sz="quarter" idx="13"/>
          </p:nvPr>
        </p:nvSpPr>
        <p:spPr/>
        <p:txBody>
          <a:bodyPr/>
          <a:lstStyle/>
          <a:p>
            <a:pPr defTabSz="913981" fontAlgn="base">
              <a:lnSpc>
                <a:spcPct val="85000"/>
              </a:lnSpc>
              <a:spcBef>
                <a:spcPct val="0"/>
              </a:spcBef>
              <a:spcAft>
                <a:spcPts val="1199"/>
              </a:spcAft>
              <a:buClr>
                <a:srgbClr val="FFFFFF"/>
              </a:buClr>
            </a:pPr>
            <a:fld id="{D2E76607-2D5C-4795-95A8-F14AACACCD7C}" type="slidenum">
              <a:rPr lang="en-US" smtClean="0"/>
              <a:pPr defTabSz="913981" fontAlgn="base">
                <a:lnSpc>
                  <a:spcPct val="85000"/>
                </a:lnSpc>
                <a:spcBef>
                  <a:spcPct val="0"/>
                </a:spcBef>
                <a:spcAft>
                  <a:spcPts val="1199"/>
                </a:spcAft>
                <a:buClr>
                  <a:srgbClr val="FFFFFF"/>
                </a:buClr>
              </a:pPr>
              <a:t>‹#›</a:t>
            </a:fld>
            <a:endParaRPr lang="en-US"/>
          </a:p>
        </p:txBody>
      </p:sp>
      <p:sp>
        <p:nvSpPr>
          <p:cNvPr id="12" name="Content Placeholder 2">
            <a:extLst>
              <a:ext uri="{FF2B5EF4-FFF2-40B4-BE49-F238E27FC236}">
                <a16:creationId xmlns:a16="http://schemas.microsoft.com/office/drawing/2014/main" id="{A71785EA-C3D9-4C4D-8DF0-F77FCC1AF5CA}"/>
              </a:ext>
            </a:extLst>
          </p:cNvPr>
          <p:cNvSpPr>
            <a:spLocks noGrp="1"/>
          </p:cNvSpPr>
          <p:nvPr>
            <p:ph idx="14" hasCustomPrompt="1"/>
          </p:nvPr>
        </p:nvSpPr>
        <p:spPr>
          <a:xfrm>
            <a:off x="372097" y="1118463"/>
            <a:ext cx="8470899" cy="3164498"/>
          </a:xfrm>
        </p:spPr>
        <p:txBody>
          <a:bodyPr/>
          <a:lstStyle>
            <a:lvl1pPr marL="171372" indent="-171372">
              <a:lnSpc>
                <a:spcPct val="90000"/>
              </a:lnSpc>
              <a:spcAft>
                <a:spcPts val="799"/>
              </a:spcAft>
              <a:buClr>
                <a:schemeClr val="bg2"/>
              </a:buClr>
              <a:buFont typeface="Wingdings" pitchFamily="2" charset="2"/>
              <a:buChar char="§"/>
              <a:defRPr sz="1399">
                <a:solidFill>
                  <a:schemeClr val="tx1"/>
                </a:solidFill>
                <a:latin typeface="Helvetica 75 Bold" panose="020B0804020202020204" pitchFamily="34" charset="0"/>
              </a:defRPr>
            </a:lvl1pPr>
            <a:lvl2pPr>
              <a:lnSpc>
                <a:spcPct val="90000"/>
              </a:lnSpc>
              <a:spcAft>
                <a:spcPts val="799"/>
              </a:spcAft>
              <a:defRPr sz="1399">
                <a:latin typeface="Helvetica 75 Bold" panose="020B0804020202020204" pitchFamily="34" charset="0"/>
              </a:defRPr>
            </a:lvl2pPr>
            <a:lvl3pPr marL="363372" indent="0">
              <a:lnSpc>
                <a:spcPct val="90000"/>
              </a:lnSpc>
              <a:spcAft>
                <a:spcPts val="799"/>
              </a:spcAft>
              <a:buNone/>
              <a:tabLst/>
              <a:defRPr sz="1399">
                <a:solidFill>
                  <a:schemeClr val="accent1"/>
                </a:solidFill>
                <a:latin typeface="Helvetica 75 Bold" panose="020B0804020202020204" pitchFamily="34" charset="0"/>
              </a:defRPr>
            </a:lvl3pPr>
            <a:lvl4pPr>
              <a:lnSpc>
                <a:spcPct val="90000"/>
              </a:lnSpc>
              <a:spcAft>
                <a:spcPts val="799"/>
              </a:spcAft>
              <a:defRPr sz="1399">
                <a:latin typeface="Helvetica 75 Bold" panose="020B0804020202020204" pitchFamily="34" charset="0"/>
              </a:defRPr>
            </a:lvl4pPr>
            <a:lvl5pPr>
              <a:lnSpc>
                <a:spcPct val="90000"/>
              </a:lnSpc>
              <a:spcAft>
                <a:spcPts val="799"/>
              </a:spcAft>
              <a:defRPr sz="1399">
                <a:latin typeface="Helvetica 75 Bold" panose="020B0804020202020204"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79158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9_Content and small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18BBCE-0AC5-AA4E-A42F-083237E4BA5A}"/>
              </a:ext>
            </a:extLst>
          </p:cNvPr>
          <p:cNvSpPr>
            <a:spLocks noGrp="1"/>
          </p:cNvSpPr>
          <p:nvPr>
            <p:ph type="title" hasCustomPrompt="1"/>
          </p:nvPr>
        </p:nvSpPr>
        <p:spPr>
          <a:xfrm>
            <a:off x="380366" y="349665"/>
            <a:ext cx="5546610" cy="621137"/>
          </a:xfrm>
        </p:spPr>
        <p:txBody>
          <a:bodyPr/>
          <a:lstStyle>
            <a:lvl1pPr>
              <a:defRPr/>
            </a:lvl1pPr>
          </a:lstStyle>
          <a:p>
            <a:r>
              <a:rPr lang="fr-FR" err="1"/>
              <a:t>Title</a:t>
            </a:r>
            <a:endParaRPr lang="fr-FR"/>
          </a:p>
        </p:txBody>
      </p:sp>
      <p:sp>
        <p:nvSpPr>
          <p:cNvPr id="5" name="Slide Number Placeholder 4">
            <a:extLst>
              <a:ext uri="{FF2B5EF4-FFF2-40B4-BE49-F238E27FC236}">
                <a16:creationId xmlns:a16="http://schemas.microsoft.com/office/drawing/2014/main" id="{CAA899D0-A24C-BB47-876A-59DF41B4D93F}"/>
              </a:ext>
            </a:extLst>
          </p:cNvPr>
          <p:cNvSpPr>
            <a:spLocks noGrp="1"/>
          </p:cNvSpPr>
          <p:nvPr>
            <p:ph type="sldNum" sz="quarter" idx="13"/>
          </p:nvPr>
        </p:nvSpPr>
        <p:spPr/>
        <p:txBody>
          <a:bodyPr/>
          <a:lstStyle/>
          <a:p>
            <a:pPr defTabSz="685595" fontAlgn="base">
              <a:lnSpc>
                <a:spcPct val="85000"/>
              </a:lnSpc>
              <a:spcBef>
                <a:spcPct val="0"/>
              </a:spcBef>
              <a:spcAft>
                <a:spcPts val="900"/>
              </a:spcAft>
              <a:buClr>
                <a:srgbClr val="FFFFFF"/>
              </a:buClr>
            </a:pPr>
            <a:fld id="{D2E76607-2D5C-4795-95A8-F14AACACCD7C}" type="slidenum">
              <a:rPr lang="en-US" smtClean="0"/>
              <a:pPr defTabSz="685595" fontAlgn="base">
                <a:lnSpc>
                  <a:spcPct val="85000"/>
                </a:lnSpc>
                <a:spcBef>
                  <a:spcPct val="0"/>
                </a:spcBef>
                <a:spcAft>
                  <a:spcPts val="900"/>
                </a:spcAft>
                <a:buClr>
                  <a:srgbClr val="FFFFFF"/>
                </a:buClr>
              </a:pPr>
              <a:t>‹#›</a:t>
            </a:fld>
            <a:endParaRPr lang="en-US"/>
          </a:p>
        </p:txBody>
      </p:sp>
      <p:sp>
        <p:nvSpPr>
          <p:cNvPr id="6" name="Espace réservé du texte 26">
            <a:extLst>
              <a:ext uri="{FF2B5EF4-FFF2-40B4-BE49-F238E27FC236}">
                <a16:creationId xmlns:a16="http://schemas.microsoft.com/office/drawing/2014/main" id="{4A12D15D-5D40-3A42-B500-6B95AB0CF1E0}"/>
              </a:ext>
            </a:extLst>
          </p:cNvPr>
          <p:cNvSpPr>
            <a:spLocks noGrp="1"/>
          </p:cNvSpPr>
          <p:nvPr>
            <p:ph type="body" sz="quarter" idx="10" hasCustomPrompt="1"/>
          </p:nvPr>
        </p:nvSpPr>
        <p:spPr>
          <a:xfrm>
            <a:off x="358775" y="1104559"/>
            <a:ext cx="5568200" cy="3291518"/>
          </a:xfrm>
        </p:spPr>
        <p:txBody>
          <a:bodyPr/>
          <a:lstStyle>
            <a:lvl1pPr marL="129739" marR="0" indent="-129739" algn="l" defTabSz="385647" rtl="0" eaLnBrk="1" fontAlgn="base" latinLnBrk="0" hangingPunct="1">
              <a:lnSpc>
                <a:spcPct val="90000"/>
              </a:lnSpc>
              <a:spcBef>
                <a:spcPct val="0"/>
              </a:spcBef>
              <a:spcAft>
                <a:spcPts val="600"/>
              </a:spcAft>
              <a:buClr>
                <a:srgbClr val="FF6600"/>
              </a:buClr>
              <a:buSzTx/>
              <a:buFont typeface="Wingdings" panose="05000000000000000000" pitchFamily="2" charset="2"/>
              <a:buChar char="§"/>
              <a:tabLst/>
              <a:defRPr/>
            </a:lvl1pPr>
            <a:lvl2pPr marL="259480" marR="0" indent="-129739" algn="l" defTabSz="385647" rtl="0" eaLnBrk="1" fontAlgn="base" latinLnBrk="0" hangingPunct="1">
              <a:lnSpc>
                <a:spcPct val="90000"/>
              </a:lnSpc>
              <a:spcBef>
                <a:spcPct val="0"/>
              </a:spcBef>
              <a:spcAft>
                <a:spcPts val="600"/>
              </a:spcAft>
              <a:buClrTx/>
              <a:buSzTx/>
              <a:buFont typeface="Helvetica 75 Bold" panose="020B0804020202020204" pitchFamily="34" charset="0"/>
              <a:buChar char="−"/>
              <a:tabLst/>
              <a:defRPr/>
            </a:lvl2pPr>
            <a:lvl3pPr marL="385647" marR="0" indent="-129739" algn="l" defTabSz="385647" rtl="0" eaLnBrk="1" fontAlgn="base" latinLnBrk="0" hangingPunct="1">
              <a:lnSpc>
                <a:spcPct val="90000"/>
              </a:lnSpc>
              <a:spcBef>
                <a:spcPct val="0"/>
              </a:spcBef>
              <a:spcAft>
                <a:spcPts val="600"/>
              </a:spcAft>
              <a:buClrTx/>
              <a:buSzTx/>
              <a:buFont typeface="Helvetica 75 Bold" panose="020B0804020202020204" pitchFamily="34" charset="0"/>
              <a:buChar char="−"/>
              <a:tabLst/>
              <a:defRPr kumimoji="0" lang="fr-FR" altLang="en-US" sz="975" b="1" i="0" u="none" strike="noStrike" kern="1200" cap="none" spc="0" normalizeH="0" baseline="0">
                <a:ln>
                  <a:noFill/>
                </a:ln>
                <a:solidFill>
                  <a:srgbClr val="000000"/>
                </a:solidFill>
                <a:effectLst/>
                <a:uLnTx/>
                <a:uFillTx/>
                <a:latin typeface="Helvetica" pitchFamily="2" charset="0"/>
                <a:ea typeface="ＭＳ Ｐゴシック" pitchFamily="34" charset="-128"/>
                <a:cs typeface="Arial" panose="020B0604020202020204" pitchFamily="34" charset="0"/>
              </a:defRPr>
            </a:lvl3pPr>
            <a:lvl4pPr marL="598704" indent="-214248">
              <a:defRPr kumimoji="0" lang="fr-FR" altLang="en-US" sz="975" b="1" i="0" u="none" strike="noStrike" kern="1200" cap="none" spc="0" normalizeH="0" baseline="0" dirty="0" smtClean="0">
                <a:ln>
                  <a:noFill/>
                </a:ln>
                <a:solidFill>
                  <a:srgbClr val="000000"/>
                </a:solidFill>
                <a:effectLst/>
                <a:uLnTx/>
                <a:uFillTx/>
                <a:latin typeface="Helvetica" pitchFamily="2" charset="0"/>
                <a:ea typeface="ＭＳ Ｐゴシック" pitchFamily="34" charset="-128"/>
                <a:cs typeface="Arial" panose="020B0604020202020204" pitchFamily="34" charset="0"/>
              </a:defRPr>
            </a:lvl4pPr>
          </a:lstStyle>
          <a:p>
            <a:pPr marL="129739" marR="0" lvl="0" indent="-129739" algn="l" defTabSz="385647" rtl="0" eaLnBrk="1" fontAlgn="base" latinLnBrk="0" hangingPunct="1">
              <a:lnSpc>
                <a:spcPct val="90000"/>
              </a:lnSpc>
              <a:spcBef>
                <a:spcPct val="0"/>
              </a:spcBef>
              <a:spcAft>
                <a:spcPts val="600"/>
              </a:spcAft>
              <a:buClr>
                <a:srgbClr val="FF6600"/>
              </a:buClr>
              <a:buSzTx/>
              <a:buFont typeface="Wingdings" panose="05000000000000000000" pitchFamily="2" charset="2"/>
              <a:buChar char="§"/>
              <a:tabLst/>
              <a:defRPr/>
            </a:pPr>
            <a:r>
              <a:rPr kumimoji="0" lang="en-US" altLang="en-US" sz="975" b="1" i="0" u="none" strike="noStrike" kern="1200" cap="none" spc="0" normalizeH="0" baseline="0" noProof="0">
                <a:ln>
                  <a:noFill/>
                </a:ln>
                <a:solidFill>
                  <a:srgbClr val="000000"/>
                </a:solidFill>
                <a:effectLst/>
                <a:uLnTx/>
                <a:uFillTx/>
                <a:latin typeface="Helvetica" pitchFamily="2" charset="0"/>
                <a:cs typeface="Arial" panose="020B0604020202020204" pitchFamily="34" charset="0"/>
              </a:rPr>
              <a:t>Edit the master text</a:t>
            </a:r>
          </a:p>
          <a:p>
            <a:pPr marL="259480" marR="0" lvl="1" indent="-129739" algn="l" defTabSz="385647" rtl="0" eaLnBrk="1" fontAlgn="base" latinLnBrk="0" hangingPunct="1">
              <a:lnSpc>
                <a:spcPct val="90000"/>
              </a:lnSpc>
              <a:spcBef>
                <a:spcPct val="0"/>
              </a:spcBef>
              <a:spcAft>
                <a:spcPts val="600"/>
              </a:spcAft>
              <a:buClrTx/>
              <a:buSzTx/>
              <a:buFont typeface="Helvetica 75 Bold" panose="020B0804020202020204" pitchFamily="34" charset="0"/>
              <a:buChar char="−"/>
              <a:tabLst/>
              <a:defRPr/>
            </a:pPr>
            <a:r>
              <a:rPr kumimoji="0" lang="en-US" altLang="en-US" sz="975" b="1" i="0" u="none" strike="noStrike" kern="1200" cap="none" spc="0" normalizeH="0" baseline="0" noProof="0">
                <a:ln>
                  <a:noFill/>
                </a:ln>
                <a:solidFill>
                  <a:srgbClr val="000000"/>
                </a:solidFill>
                <a:effectLst/>
                <a:uLnTx/>
                <a:uFillTx/>
                <a:latin typeface="Helvetica" pitchFamily="2" charset="0"/>
                <a:ea typeface="Arial Unicode MS" panose="020B0604020202020204" pitchFamily="34" charset="-128"/>
                <a:cs typeface="Arial" panose="020B0604020202020204" pitchFamily="34" charset="0"/>
              </a:rPr>
              <a:t>Second level</a:t>
            </a:r>
          </a:p>
          <a:p>
            <a:pPr marL="385647" marR="0" lvl="2" indent="-129739" algn="l" defTabSz="385647" rtl="0" eaLnBrk="1" fontAlgn="base" latinLnBrk="0" hangingPunct="1">
              <a:lnSpc>
                <a:spcPct val="90000"/>
              </a:lnSpc>
              <a:spcBef>
                <a:spcPct val="0"/>
              </a:spcBef>
              <a:spcAft>
                <a:spcPts val="600"/>
              </a:spcAft>
              <a:buClrTx/>
              <a:buSzTx/>
              <a:buFont typeface="Helvetica 75 Bold" panose="020B0804020202020204" pitchFamily="34" charset="0"/>
              <a:buChar char="−"/>
              <a:tabLst/>
              <a:defRPr/>
            </a:pPr>
            <a:r>
              <a:rPr kumimoji="0" lang="en-US" altLang="en-US" sz="975" b="1" i="0" u="none" strike="noStrike" kern="1200" cap="none" spc="0" normalizeH="0" baseline="0" noProof="0">
                <a:ln>
                  <a:noFill/>
                </a:ln>
                <a:solidFill>
                  <a:srgbClr val="000000"/>
                </a:solidFill>
                <a:effectLst/>
                <a:uLnTx/>
                <a:uFillTx/>
                <a:latin typeface="Helvetica" pitchFamily="2" charset="0"/>
                <a:ea typeface="ＭＳ Ｐゴシック" pitchFamily="34" charset="-128"/>
                <a:cs typeface="Arial" panose="020B0604020202020204" pitchFamily="34" charset="0"/>
              </a:rPr>
              <a:t>Third level</a:t>
            </a:r>
          </a:p>
        </p:txBody>
      </p:sp>
    </p:spTree>
    <p:extLst>
      <p:ext uri="{BB962C8B-B14F-4D97-AF65-F5344CB8AC3E}">
        <p14:creationId xmlns:p14="http://schemas.microsoft.com/office/powerpoint/2010/main" val="2673307397"/>
      </p:ext>
    </p:extLst>
  </p:cSld>
  <p:clrMapOvr>
    <a:masterClrMapping/>
  </p:clrMapOvr>
  <p:extLst>
    <p:ext uri="{DCECCB84-F9BA-43D5-87BE-67443E8EF086}">
      <p15:sldGuideLst xmlns:p15="http://schemas.microsoft.com/office/powerpoint/2012/main">
        <p15:guide id="1" orient="horz" pos="2159">
          <p15:clr>
            <a:srgbClr val="FBAE40"/>
          </p15:clr>
        </p15:guide>
        <p15:guide id="2" pos="384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ustomer Case Study (white)">
    <p:spTree>
      <p:nvGrpSpPr>
        <p:cNvPr id="1" name=""/>
        <p:cNvGrpSpPr/>
        <p:nvPr/>
      </p:nvGrpSpPr>
      <p:grpSpPr>
        <a:xfrm>
          <a:off x="0" y="0"/>
          <a:ext cx="0" cy="0"/>
          <a:chOff x="0" y="0"/>
          <a:chExt cx="0" cy="0"/>
        </a:xfrm>
      </p:grpSpPr>
      <p:pic>
        <p:nvPicPr>
          <p:cNvPr id="11" name="Image 10"/>
          <p:cNvPicPr>
            <a:picLocks noChangeAspect="1"/>
          </p:cNvPicPr>
          <p:nvPr userDrawn="1"/>
        </p:nvPicPr>
        <p:blipFill rotWithShape="1">
          <a:blip r:embed="rId2" cstate="print">
            <a:extLst>
              <a:ext uri="{28A0092B-C50C-407E-A947-70E740481C1C}">
                <a14:useLocalDpi xmlns:a14="http://schemas.microsoft.com/office/drawing/2010/main"/>
              </a:ext>
            </a:extLst>
          </a:blip>
          <a:srcRect l="50000"/>
          <a:stretch/>
        </p:blipFill>
        <p:spPr>
          <a:xfrm>
            <a:off x="4579315" y="794"/>
            <a:ext cx="4572000" cy="5141912"/>
          </a:xfrm>
          <a:prstGeom prst="rect">
            <a:avLst/>
          </a:prstGeom>
        </p:spPr>
      </p:pic>
      <p:sp>
        <p:nvSpPr>
          <p:cNvPr id="3" name="Espace réservé de la date 2"/>
          <p:cNvSpPr>
            <a:spLocks noGrp="1"/>
          </p:cNvSpPr>
          <p:nvPr>
            <p:ph type="dt" sz="half" idx="10"/>
          </p:nvPr>
        </p:nvSpPr>
        <p:spPr/>
        <p:txBody>
          <a:bodyPr/>
          <a:lstStyle/>
          <a:p>
            <a:pPr defTabSz="914126" fontAlgn="base">
              <a:lnSpc>
                <a:spcPct val="85000"/>
              </a:lnSpc>
              <a:spcBef>
                <a:spcPct val="0"/>
              </a:spcBef>
              <a:spcAft>
                <a:spcPts val="1200"/>
              </a:spcAft>
              <a:buClr>
                <a:srgbClr val="FFFFFF"/>
              </a:buClr>
            </a:pPr>
            <a:r>
              <a:rPr lang="fr-FR"/>
              <a:t>Date</a:t>
            </a:r>
          </a:p>
        </p:txBody>
      </p:sp>
      <p:sp>
        <p:nvSpPr>
          <p:cNvPr id="5" name="Espace réservé du numéro de diapositive 4"/>
          <p:cNvSpPr>
            <a:spLocks noGrp="1"/>
          </p:cNvSpPr>
          <p:nvPr>
            <p:ph type="sldNum" sz="quarter" idx="12"/>
          </p:nvPr>
        </p:nvSpPr>
        <p:spPr/>
        <p:txBody>
          <a:bodyPr/>
          <a:lstStyle/>
          <a:p>
            <a:pPr defTabSz="914126" fontAlgn="base">
              <a:lnSpc>
                <a:spcPct val="85000"/>
              </a:lnSpc>
              <a:spcBef>
                <a:spcPct val="0"/>
              </a:spcBef>
              <a:spcAft>
                <a:spcPts val="1200"/>
              </a:spcAft>
              <a:buClr>
                <a:srgbClr val="FFFFFF"/>
              </a:buClr>
            </a:pPr>
            <a:fld id="{D2E76607-2D5C-4795-95A8-F14AACACCD7C}" type="slidenum">
              <a:rPr lang="fr-FR" smtClean="0"/>
              <a:pPr defTabSz="914126" fontAlgn="base">
                <a:lnSpc>
                  <a:spcPct val="85000"/>
                </a:lnSpc>
                <a:spcBef>
                  <a:spcPct val="0"/>
                </a:spcBef>
                <a:spcAft>
                  <a:spcPts val="1200"/>
                </a:spcAft>
                <a:buClr>
                  <a:srgbClr val="FFFFFF"/>
                </a:buClr>
              </a:pPr>
              <a:t>‹#›</a:t>
            </a:fld>
            <a:endParaRPr lang="fr-FR"/>
          </a:p>
        </p:txBody>
      </p:sp>
      <p:sp>
        <p:nvSpPr>
          <p:cNvPr id="8" name="Titre 1"/>
          <p:cNvSpPr>
            <a:spLocks noGrp="1"/>
          </p:cNvSpPr>
          <p:nvPr>
            <p:ph type="title" hasCustomPrompt="1"/>
          </p:nvPr>
        </p:nvSpPr>
        <p:spPr>
          <a:xfrm>
            <a:off x="4816433" y="442000"/>
            <a:ext cx="3774620" cy="621137"/>
          </a:xfrm>
        </p:spPr>
        <p:txBody>
          <a:bodyPr/>
          <a:lstStyle>
            <a:lvl1pPr>
              <a:defRPr sz="5398" baseline="0">
                <a:solidFill>
                  <a:schemeClr val="tx1"/>
                </a:solidFill>
              </a:defRPr>
            </a:lvl1pPr>
          </a:lstStyle>
          <a:p>
            <a:r>
              <a:rPr lang="fr-FR"/>
              <a:t>Case </a:t>
            </a:r>
            <a:r>
              <a:rPr lang="fr-FR" err="1"/>
              <a:t>Study</a:t>
            </a:r>
            <a:br>
              <a:rPr lang="fr-FR"/>
            </a:br>
            <a:r>
              <a:rPr lang="fr-FR" err="1"/>
              <a:t>Sector</a:t>
            </a:r>
            <a:br>
              <a:rPr lang="fr-FR"/>
            </a:br>
            <a:r>
              <a:rPr lang="fr-FR"/>
              <a:t>(to </a:t>
            </a:r>
            <a:r>
              <a:rPr lang="fr-FR" err="1"/>
              <a:t>fill</a:t>
            </a:r>
            <a:r>
              <a:rPr lang="fr-FR"/>
              <a:t>)</a:t>
            </a:r>
          </a:p>
        </p:txBody>
      </p:sp>
      <p:sp>
        <p:nvSpPr>
          <p:cNvPr id="10" name="Espace réservé pour une image  9"/>
          <p:cNvSpPr>
            <a:spLocks noGrp="1"/>
          </p:cNvSpPr>
          <p:nvPr>
            <p:ph type="pic" sz="quarter" idx="13"/>
          </p:nvPr>
        </p:nvSpPr>
        <p:spPr>
          <a:xfrm>
            <a:off x="0" y="0"/>
            <a:ext cx="4572000" cy="5143500"/>
          </a:xfrm>
        </p:spPr>
        <p:txBody>
          <a:bodyPr/>
          <a:lstStyle>
            <a:lvl1pPr marL="0" indent="0">
              <a:buFontTx/>
              <a:buNone/>
              <a:defRPr sz="1999"/>
            </a:lvl1pPr>
          </a:lstStyle>
          <a:p>
            <a:endParaRPr lang="fr-FR"/>
          </a:p>
        </p:txBody>
      </p:sp>
      <p:sp>
        <p:nvSpPr>
          <p:cNvPr id="4" name="Espace réservé du pied de page 3"/>
          <p:cNvSpPr>
            <a:spLocks noGrp="1"/>
          </p:cNvSpPr>
          <p:nvPr>
            <p:ph type="ftr" sz="quarter" idx="11"/>
          </p:nvPr>
        </p:nvSpPr>
        <p:spPr/>
        <p:txBody>
          <a:bodyPr/>
          <a:lstStyle/>
          <a:p>
            <a:pPr defTabSz="914126" fontAlgn="base">
              <a:lnSpc>
                <a:spcPct val="85000"/>
              </a:lnSpc>
              <a:spcBef>
                <a:spcPct val="0"/>
              </a:spcBef>
              <a:spcAft>
                <a:spcPts val="1200"/>
              </a:spcAft>
              <a:buClr>
                <a:srgbClr val="FFFFFF"/>
              </a:buClr>
            </a:pPr>
            <a:r>
              <a:rPr lang="fr-FR"/>
              <a:t>C0 - Public</a:t>
            </a:r>
          </a:p>
        </p:txBody>
      </p:sp>
    </p:spTree>
    <p:extLst>
      <p:ext uri="{BB962C8B-B14F-4D97-AF65-F5344CB8AC3E}">
        <p14:creationId xmlns:p14="http://schemas.microsoft.com/office/powerpoint/2010/main" val="7136388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_Title and Content">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auto">
          <a:xfrm>
            <a:off x="360957" y="365012"/>
            <a:ext cx="8507914" cy="62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defRPr sz="1999" b="1" i="0">
                <a:solidFill>
                  <a:schemeClr val="bg2"/>
                </a:solidFill>
                <a:latin typeface="Helvetica" pitchFamily="2" charset="0"/>
                <a:cs typeface="Arial" panose="020B0604020202020204" pitchFamily="34" charset="0"/>
              </a:defRPr>
            </a:lvl1pPr>
          </a:lstStyle>
          <a:p>
            <a:pPr lvl="0" defTabSz="514196" fontAlgn="base">
              <a:spcAft>
                <a:spcPts val="0"/>
              </a:spcAft>
            </a:pPr>
            <a:r>
              <a:rPr lang="en-US" altLang="en-US" noProof="0"/>
              <a:t>Click here to enter the main title</a:t>
            </a:r>
          </a:p>
        </p:txBody>
      </p:sp>
      <p:sp>
        <p:nvSpPr>
          <p:cNvPr id="6" name="Date Placeholder 5">
            <a:extLst>
              <a:ext uri="{FF2B5EF4-FFF2-40B4-BE49-F238E27FC236}">
                <a16:creationId xmlns:a16="http://schemas.microsoft.com/office/drawing/2014/main" id="{F6B73DFB-AC67-AD47-8001-579ECDAAE4F7}"/>
              </a:ext>
            </a:extLst>
          </p:cNvPr>
          <p:cNvSpPr>
            <a:spLocks noGrp="1"/>
          </p:cNvSpPr>
          <p:nvPr>
            <p:ph type="dt" sz="half" idx="11"/>
          </p:nvPr>
        </p:nvSpPr>
        <p:spPr/>
        <p:txBody>
          <a:bodyPr/>
          <a:lstStyle>
            <a:lvl1pPr>
              <a:defRPr/>
            </a:lvl1pPr>
          </a:lstStyle>
          <a:p>
            <a:pPr defTabSz="914126" fontAlgn="base">
              <a:lnSpc>
                <a:spcPct val="85000"/>
              </a:lnSpc>
              <a:spcBef>
                <a:spcPct val="0"/>
              </a:spcBef>
              <a:spcAft>
                <a:spcPts val="1200"/>
              </a:spcAft>
              <a:buClr>
                <a:srgbClr val="FFFFFF"/>
              </a:buClr>
            </a:pPr>
            <a:fld id="{7BD085D7-0413-2C43-8926-D4AED801148B}"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8" name="Slide Number Placeholder 7">
            <a:extLst>
              <a:ext uri="{FF2B5EF4-FFF2-40B4-BE49-F238E27FC236}">
                <a16:creationId xmlns:a16="http://schemas.microsoft.com/office/drawing/2014/main" id="{A6892CBD-5458-9C4E-8AFB-675E60EFF24E}"/>
              </a:ext>
            </a:extLst>
          </p:cNvPr>
          <p:cNvSpPr>
            <a:spLocks noGrp="1"/>
          </p:cNvSpPr>
          <p:nvPr>
            <p:ph type="sldNum" sz="quarter" idx="13"/>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
        <p:nvSpPr>
          <p:cNvPr id="12" name="Content Placeholder 2">
            <a:extLst>
              <a:ext uri="{FF2B5EF4-FFF2-40B4-BE49-F238E27FC236}">
                <a16:creationId xmlns:a16="http://schemas.microsoft.com/office/drawing/2014/main" id="{A71785EA-C3D9-4C4D-8DF0-F77FCC1AF5CA}"/>
              </a:ext>
            </a:extLst>
          </p:cNvPr>
          <p:cNvSpPr>
            <a:spLocks noGrp="1"/>
          </p:cNvSpPr>
          <p:nvPr>
            <p:ph idx="14" hasCustomPrompt="1"/>
          </p:nvPr>
        </p:nvSpPr>
        <p:spPr>
          <a:xfrm>
            <a:off x="372097" y="1118462"/>
            <a:ext cx="8470899" cy="3164498"/>
          </a:xfrm>
        </p:spPr>
        <p:txBody>
          <a:bodyPr/>
          <a:lstStyle>
            <a:lvl1pPr marL="171399" indent="-171399">
              <a:lnSpc>
                <a:spcPct val="90000"/>
              </a:lnSpc>
              <a:spcAft>
                <a:spcPts val="800"/>
              </a:spcAft>
              <a:buClr>
                <a:schemeClr val="bg2"/>
              </a:buClr>
              <a:buFont typeface="Wingdings" pitchFamily="2" charset="2"/>
              <a:buChar char="§"/>
              <a:defRPr sz="1400">
                <a:solidFill>
                  <a:schemeClr val="tx1"/>
                </a:solidFill>
                <a:latin typeface="Helvetica 75 Bold" panose="020B0804020202020204" pitchFamily="34" charset="0"/>
              </a:defRPr>
            </a:lvl1pPr>
            <a:lvl2pPr>
              <a:lnSpc>
                <a:spcPct val="90000"/>
              </a:lnSpc>
              <a:spcAft>
                <a:spcPts val="800"/>
              </a:spcAft>
              <a:defRPr sz="1400">
                <a:latin typeface="Helvetica 75 Bold" panose="020B0804020202020204" pitchFamily="34" charset="0"/>
              </a:defRPr>
            </a:lvl2pPr>
            <a:lvl3pPr marL="363429" indent="0">
              <a:lnSpc>
                <a:spcPct val="90000"/>
              </a:lnSpc>
              <a:spcAft>
                <a:spcPts val="800"/>
              </a:spcAft>
              <a:buNone/>
              <a:tabLst/>
              <a:defRPr sz="1400">
                <a:solidFill>
                  <a:schemeClr val="accent1"/>
                </a:solidFill>
                <a:latin typeface="Helvetica 75 Bold" panose="020B0804020202020204" pitchFamily="34" charset="0"/>
              </a:defRPr>
            </a:lvl3pPr>
            <a:lvl4pPr>
              <a:lnSpc>
                <a:spcPct val="90000"/>
              </a:lnSpc>
              <a:spcAft>
                <a:spcPts val="800"/>
              </a:spcAft>
              <a:defRPr sz="1400">
                <a:latin typeface="Helvetica 75 Bold" panose="020B0804020202020204" pitchFamily="34" charset="0"/>
              </a:defRPr>
            </a:lvl4pPr>
            <a:lvl5pPr>
              <a:lnSpc>
                <a:spcPct val="90000"/>
              </a:lnSpc>
              <a:spcAft>
                <a:spcPts val="800"/>
              </a:spcAft>
              <a:defRPr sz="1400">
                <a:latin typeface="Helvetica 75 Bold" panose="020B0804020202020204"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404140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4_Title and Content">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auto">
          <a:xfrm>
            <a:off x="360957" y="365013"/>
            <a:ext cx="8507914" cy="62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defRPr sz="1999" b="1" i="0">
                <a:solidFill>
                  <a:schemeClr val="bg2"/>
                </a:solidFill>
                <a:latin typeface="Helvetica" pitchFamily="2" charset="0"/>
                <a:cs typeface="Arial" panose="020B0604020202020204" pitchFamily="34" charset="0"/>
              </a:defRPr>
            </a:lvl1pPr>
          </a:lstStyle>
          <a:p>
            <a:pPr lvl="0" defTabSz="514029" fontAlgn="base">
              <a:spcAft>
                <a:spcPts val="0"/>
              </a:spcAft>
            </a:pPr>
            <a:r>
              <a:rPr lang="en-US" altLang="en-US" noProof="0"/>
              <a:t>Click here to enter the main title</a:t>
            </a:r>
          </a:p>
        </p:txBody>
      </p:sp>
      <p:sp>
        <p:nvSpPr>
          <p:cNvPr id="6" name="Date Placeholder 5">
            <a:extLst>
              <a:ext uri="{FF2B5EF4-FFF2-40B4-BE49-F238E27FC236}">
                <a16:creationId xmlns:a16="http://schemas.microsoft.com/office/drawing/2014/main" id="{F6B73DFB-AC67-AD47-8001-579ECDAAE4F7}"/>
              </a:ext>
            </a:extLst>
          </p:cNvPr>
          <p:cNvSpPr>
            <a:spLocks noGrp="1"/>
          </p:cNvSpPr>
          <p:nvPr>
            <p:ph type="dt" sz="half" idx="11"/>
          </p:nvPr>
        </p:nvSpPr>
        <p:spPr/>
        <p:txBody>
          <a:bodyPr/>
          <a:lstStyle/>
          <a:p>
            <a:pPr defTabSz="913829" fontAlgn="base">
              <a:lnSpc>
                <a:spcPct val="85000"/>
              </a:lnSpc>
              <a:spcBef>
                <a:spcPct val="0"/>
              </a:spcBef>
              <a:spcAft>
                <a:spcPts val="1199"/>
              </a:spcAft>
              <a:buClr>
                <a:srgbClr val="FFFFFF"/>
              </a:buClr>
            </a:pPr>
            <a:r>
              <a:rPr lang="en-GB"/>
              <a:t>September 26, 2019</a:t>
            </a:r>
          </a:p>
        </p:txBody>
      </p:sp>
      <p:sp>
        <p:nvSpPr>
          <p:cNvPr id="8" name="Slide Number Placeholder 7">
            <a:extLst>
              <a:ext uri="{FF2B5EF4-FFF2-40B4-BE49-F238E27FC236}">
                <a16:creationId xmlns:a16="http://schemas.microsoft.com/office/drawing/2014/main" id="{A6892CBD-5458-9C4E-8AFB-675E60EFF24E}"/>
              </a:ext>
            </a:extLst>
          </p:cNvPr>
          <p:cNvSpPr>
            <a:spLocks noGrp="1"/>
          </p:cNvSpPr>
          <p:nvPr>
            <p:ph type="sldNum" sz="quarter" idx="13"/>
          </p:nvPr>
        </p:nvSpPr>
        <p:spPr/>
        <p:txBody>
          <a:bodyPr/>
          <a:lstStyle/>
          <a:p>
            <a:pPr defTabSz="913829" fontAlgn="base">
              <a:lnSpc>
                <a:spcPct val="85000"/>
              </a:lnSpc>
              <a:spcBef>
                <a:spcPct val="0"/>
              </a:spcBef>
              <a:spcAft>
                <a:spcPts val="1199"/>
              </a:spcAft>
              <a:buClr>
                <a:srgbClr val="FFFFFF"/>
              </a:buClr>
            </a:pPr>
            <a:fld id="{D2E76607-2D5C-4795-95A8-F14AACACCD7C}" type="slidenum">
              <a:rPr lang="en-US" smtClean="0"/>
              <a:pPr defTabSz="913829" fontAlgn="base">
                <a:lnSpc>
                  <a:spcPct val="85000"/>
                </a:lnSpc>
                <a:spcBef>
                  <a:spcPct val="0"/>
                </a:spcBef>
                <a:spcAft>
                  <a:spcPts val="1199"/>
                </a:spcAft>
                <a:buClr>
                  <a:srgbClr val="FFFFFF"/>
                </a:buClr>
              </a:pPr>
              <a:t>‹#›</a:t>
            </a:fld>
            <a:endParaRPr lang="en-US"/>
          </a:p>
        </p:txBody>
      </p:sp>
      <p:sp>
        <p:nvSpPr>
          <p:cNvPr id="12" name="Content Placeholder 2">
            <a:extLst>
              <a:ext uri="{FF2B5EF4-FFF2-40B4-BE49-F238E27FC236}">
                <a16:creationId xmlns:a16="http://schemas.microsoft.com/office/drawing/2014/main" id="{A71785EA-C3D9-4C4D-8DF0-F77FCC1AF5CA}"/>
              </a:ext>
            </a:extLst>
          </p:cNvPr>
          <p:cNvSpPr>
            <a:spLocks noGrp="1"/>
          </p:cNvSpPr>
          <p:nvPr>
            <p:ph idx="14" hasCustomPrompt="1"/>
          </p:nvPr>
        </p:nvSpPr>
        <p:spPr>
          <a:xfrm>
            <a:off x="372098" y="1118463"/>
            <a:ext cx="8470899" cy="3164498"/>
          </a:xfrm>
        </p:spPr>
        <p:txBody>
          <a:bodyPr/>
          <a:lstStyle>
            <a:lvl1pPr marL="171344" indent="-171344">
              <a:lnSpc>
                <a:spcPct val="90000"/>
              </a:lnSpc>
              <a:spcAft>
                <a:spcPts val="800"/>
              </a:spcAft>
              <a:buClr>
                <a:schemeClr val="bg2"/>
              </a:buClr>
              <a:buFont typeface="Wingdings" pitchFamily="2" charset="2"/>
              <a:buChar char="§"/>
              <a:defRPr sz="1400">
                <a:solidFill>
                  <a:schemeClr val="tx1"/>
                </a:solidFill>
                <a:latin typeface="Helvetica 75 Bold" panose="020B0804020202020204" pitchFamily="34" charset="0"/>
              </a:defRPr>
            </a:lvl1pPr>
            <a:lvl2pPr>
              <a:lnSpc>
                <a:spcPct val="90000"/>
              </a:lnSpc>
              <a:spcAft>
                <a:spcPts val="800"/>
              </a:spcAft>
              <a:defRPr sz="1400">
                <a:latin typeface="Helvetica 75 Bold" panose="020B0804020202020204" pitchFamily="34" charset="0"/>
              </a:defRPr>
            </a:lvl2pPr>
            <a:lvl3pPr marL="363311" indent="0">
              <a:lnSpc>
                <a:spcPct val="90000"/>
              </a:lnSpc>
              <a:spcAft>
                <a:spcPts val="800"/>
              </a:spcAft>
              <a:buNone/>
              <a:tabLst/>
              <a:defRPr sz="1400">
                <a:solidFill>
                  <a:schemeClr val="accent1"/>
                </a:solidFill>
                <a:latin typeface="Helvetica 75 Bold" panose="020B0804020202020204" pitchFamily="34" charset="0"/>
              </a:defRPr>
            </a:lvl3pPr>
            <a:lvl4pPr>
              <a:lnSpc>
                <a:spcPct val="90000"/>
              </a:lnSpc>
              <a:spcAft>
                <a:spcPts val="800"/>
              </a:spcAft>
              <a:defRPr sz="1400">
                <a:latin typeface="Helvetica 75 Bold" panose="020B0804020202020204" pitchFamily="34" charset="0"/>
              </a:defRPr>
            </a:lvl4pPr>
            <a:lvl5pPr>
              <a:lnSpc>
                <a:spcPct val="90000"/>
              </a:lnSpc>
              <a:spcAft>
                <a:spcPts val="800"/>
              </a:spcAft>
              <a:defRPr sz="1400">
                <a:latin typeface="Helvetica 75 Bold" panose="020B0804020202020204"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3606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9814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3" descr="A picture containing water, large, cloudy, knife&#10;&#10;Description automatically generated">
            <a:extLst>
              <a:ext uri="{FF2B5EF4-FFF2-40B4-BE49-F238E27FC236}">
                <a16:creationId xmlns:a16="http://schemas.microsoft.com/office/drawing/2014/main" id="{E21A5C18-F296-4863-9838-118A880D963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flipH="1">
            <a:off x="378" y="1"/>
            <a:ext cx="9143244" cy="3017270"/>
          </a:xfrm>
          <a:prstGeom prst="rect">
            <a:avLst/>
          </a:prstGeom>
        </p:spPr>
      </p:pic>
      <p:sp>
        <p:nvSpPr>
          <p:cNvPr id="3" name="Content Placeholder 2"/>
          <p:cNvSpPr>
            <a:spLocks noGrp="1"/>
          </p:cNvSpPr>
          <p:nvPr>
            <p:ph idx="1" hasCustomPrompt="1"/>
          </p:nvPr>
        </p:nvSpPr>
        <p:spPr>
          <a:xfrm>
            <a:off x="314326" y="1181101"/>
            <a:ext cx="8515350" cy="3370262"/>
          </a:xfrm>
        </p:spPr>
        <p:txBody>
          <a:bodyPr/>
          <a:lstStyle>
            <a:lvl1pPr>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Title 1"/>
          <p:cNvSpPr>
            <a:spLocks noGrp="1"/>
          </p:cNvSpPr>
          <p:nvPr>
            <p:ph type="title" hasCustomPrompt="1"/>
          </p:nvPr>
        </p:nvSpPr>
        <p:spPr/>
        <p:txBody>
          <a:bodyPr/>
          <a:lstStyle>
            <a:lvl1pPr>
              <a:defRPr/>
            </a:lvl1pPr>
          </a:lstStyle>
          <a:p>
            <a:r>
              <a:rPr lang="en-US"/>
              <a:t>Click to edit title</a:t>
            </a:r>
          </a:p>
        </p:txBody>
      </p:sp>
    </p:spTree>
    <p:extLst>
      <p:ext uri="{BB962C8B-B14F-4D97-AF65-F5344CB8AC3E}">
        <p14:creationId xmlns:p14="http://schemas.microsoft.com/office/powerpoint/2010/main" val="1440253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A person sitting in front of a television&#10;&#10;Description automatically generated">
            <a:extLst>
              <a:ext uri="{FF2B5EF4-FFF2-40B4-BE49-F238E27FC236}">
                <a16:creationId xmlns:a16="http://schemas.microsoft.com/office/drawing/2014/main" id="{F558F15E-4EC5-4D9E-9431-DA9B25988845}"/>
              </a:ext>
            </a:extLst>
          </p:cNvPr>
          <p:cNvPicPr>
            <a:picLocks noChangeAspect="1"/>
          </p:cNvPicPr>
          <p:nvPr userDrawn="1"/>
        </p:nvPicPr>
        <p:blipFill>
          <a:blip r:embed="rId2"/>
          <a:stretch>
            <a:fillRect/>
          </a:stretch>
        </p:blipFill>
        <p:spPr>
          <a:xfrm>
            <a:off x="3491880" y="1374842"/>
            <a:ext cx="5656250" cy="3768657"/>
          </a:xfrm>
          <a:prstGeom prst="rect">
            <a:avLst/>
          </a:prstGeom>
        </p:spPr>
      </p:pic>
      <p:pic>
        <p:nvPicPr>
          <p:cNvPr id="5" name="Picture 4" descr="A picture containing water, large, cloudy, knife&#10;&#10;Description automatically generated">
            <a:extLst>
              <a:ext uri="{FF2B5EF4-FFF2-40B4-BE49-F238E27FC236}">
                <a16:creationId xmlns:a16="http://schemas.microsoft.com/office/drawing/2014/main" id="{24DF0D91-B94E-431C-8D0F-64915285C5E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flipH="1">
            <a:off x="378" y="1"/>
            <a:ext cx="9143244" cy="3017270"/>
          </a:xfrm>
          <a:prstGeom prst="rect">
            <a:avLst/>
          </a:prstGeom>
        </p:spPr>
      </p:pic>
      <p:sp>
        <p:nvSpPr>
          <p:cNvPr id="2" name="Title 1"/>
          <p:cNvSpPr>
            <a:spLocks noGrp="1"/>
          </p:cNvSpPr>
          <p:nvPr>
            <p:ph type="ctrTitle" hasCustomPrompt="1"/>
          </p:nvPr>
        </p:nvSpPr>
        <p:spPr>
          <a:xfrm>
            <a:off x="313535" y="267639"/>
            <a:ext cx="4829289" cy="2304131"/>
          </a:xfrm>
        </p:spPr>
        <p:txBody>
          <a:bodyPr>
            <a:noAutofit/>
          </a:bodyPr>
          <a:lstStyle>
            <a:lvl1pPr algn="l">
              <a:lnSpc>
                <a:spcPct val="85000"/>
              </a:lnSpc>
              <a:defRPr sz="5500" baseline="0">
                <a:solidFill>
                  <a:schemeClr val="bg1"/>
                </a:solidFill>
              </a:defRPr>
            </a:lvl1pPr>
          </a:lstStyle>
          <a:p>
            <a:r>
              <a:rPr lang="en-US"/>
              <a:t>Click to edit title</a:t>
            </a:r>
          </a:p>
        </p:txBody>
      </p:sp>
      <p:sp>
        <p:nvSpPr>
          <p:cNvPr id="16" name="Subtitle 2"/>
          <p:cNvSpPr>
            <a:spLocks noGrp="1"/>
          </p:cNvSpPr>
          <p:nvPr>
            <p:ph type="subTitle" idx="1" hasCustomPrompt="1"/>
          </p:nvPr>
        </p:nvSpPr>
        <p:spPr>
          <a:xfrm>
            <a:off x="314426" y="2704144"/>
            <a:ext cx="4827547" cy="966156"/>
          </a:xfrm>
        </p:spPr>
        <p:txBody>
          <a:bodyPr/>
          <a:lstStyle>
            <a:lvl1pPr marL="0" indent="0" algn="l">
              <a:buNone/>
              <a:defRPr baseline="0">
                <a:solidFill>
                  <a:schemeClr val="bg1"/>
                </a:solidFill>
              </a:defRPr>
            </a:lvl1pPr>
            <a:lvl2pPr marL="180332" indent="-180332" algn="l">
              <a:buClr>
                <a:schemeClr val="bg2"/>
              </a:buClr>
              <a:buSzPct val="100000"/>
              <a:buFont typeface="Wingdings" panose="05000000000000000000" pitchFamily="2" charset="2"/>
              <a:buChar char="§"/>
              <a:defRPr>
                <a:solidFill>
                  <a:schemeClr val="tx1"/>
                </a:solidFill>
              </a:defRPr>
            </a:lvl2pPr>
            <a:lvl3pPr marL="405370" indent="-190157" algn="l">
              <a:spcBef>
                <a:spcPts val="336"/>
              </a:spcBef>
              <a:buClrTx/>
              <a:buFont typeface="Helvetica 55 Roman" panose="020B0604020202020204" pitchFamily="34" charset="0"/>
              <a:buChar char="–"/>
              <a:defRPr>
                <a:solidFill>
                  <a:schemeClr val="tx1"/>
                </a:solidFill>
                <a:latin typeface="Helvetica 55 Roman" panose="020B0604020202020204" pitchFamily="34" charset="0"/>
              </a:defRPr>
            </a:lvl3pPr>
            <a:lvl4pPr marL="591855" indent="-172228" algn="l">
              <a:spcBef>
                <a:spcPts val="24"/>
              </a:spcBef>
              <a:buFont typeface="Helvetica 55 Roman" panose="020B0604020202020204" pitchFamily="34" charset="0"/>
              <a:buChar char="–"/>
              <a:defRPr>
                <a:solidFill>
                  <a:schemeClr val="tx1"/>
                </a:solidFill>
              </a:defRPr>
            </a:lvl4pPr>
            <a:lvl5pPr marL="796340" indent="-190157" algn="l">
              <a:buFont typeface="Helvetica 55 Roman" panose="020B0604020202020204" pitchFamily="34" charset="0"/>
              <a:buChar char="–"/>
              <a:defRPr>
                <a:solidFill>
                  <a:schemeClr val="tx1"/>
                </a:solidFill>
              </a:defRPr>
            </a:lvl5pPr>
            <a:lvl6pPr marL="2277849" indent="0" algn="ctr">
              <a:buNone/>
              <a:defRPr>
                <a:solidFill>
                  <a:schemeClr val="tx1">
                    <a:tint val="75000"/>
                  </a:schemeClr>
                </a:solidFill>
              </a:defRPr>
            </a:lvl6pPr>
            <a:lvl7pPr marL="2733359" indent="0" algn="ctr">
              <a:buNone/>
              <a:defRPr>
                <a:solidFill>
                  <a:schemeClr val="tx1">
                    <a:tint val="75000"/>
                  </a:schemeClr>
                </a:solidFill>
              </a:defRPr>
            </a:lvl7pPr>
            <a:lvl8pPr marL="3188997" indent="0" algn="ctr">
              <a:buNone/>
              <a:defRPr>
                <a:solidFill>
                  <a:schemeClr val="tx1">
                    <a:tint val="75000"/>
                  </a:schemeClr>
                </a:solidFill>
              </a:defRPr>
            </a:lvl8pPr>
            <a:lvl9pPr marL="3644573" indent="0" algn="ctr">
              <a:buNone/>
              <a:defRPr>
                <a:solidFill>
                  <a:schemeClr val="tx1">
                    <a:tint val="75000"/>
                  </a:schemeClr>
                </a:solidFill>
              </a:defRPr>
            </a:lvl9pPr>
          </a:lstStyle>
          <a:p>
            <a:r>
              <a:rPr lang="en-US"/>
              <a:t>Click to edit presenter name</a:t>
            </a:r>
          </a:p>
        </p:txBody>
      </p:sp>
    </p:spTree>
    <p:extLst>
      <p:ext uri="{BB962C8B-B14F-4D97-AF65-F5344CB8AC3E}">
        <p14:creationId xmlns:p14="http://schemas.microsoft.com/office/powerpoint/2010/main" val="1056469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5" name="Content Placeholder 2"/>
          <p:cNvSpPr>
            <a:spLocks noGrp="1"/>
          </p:cNvSpPr>
          <p:nvPr>
            <p:ph idx="1" hasCustomPrompt="1"/>
          </p:nvPr>
        </p:nvSpPr>
        <p:spPr>
          <a:xfrm>
            <a:off x="314364" y="267633"/>
            <a:ext cx="8515349" cy="4283869"/>
          </a:xfrm>
        </p:spPr>
        <p:txBody>
          <a:bodyPr/>
          <a:lstStyle>
            <a:lvl1pPr>
              <a:spcBef>
                <a:spcPts val="0"/>
              </a:spcBef>
              <a:defRPr sz="3000"/>
            </a:lvl1pPr>
            <a:lvl2pPr marL="360663" indent="-360663">
              <a:spcBef>
                <a:spcPts val="0"/>
              </a:spcBef>
              <a:buClrTx/>
              <a:buSzPct val="100000"/>
              <a:buFont typeface="+mj-lt"/>
              <a:buAutoNum type="arabicPeriod"/>
              <a:defRPr sz="3000"/>
            </a:lvl2pPr>
            <a:lvl3pPr>
              <a:defRPr sz="1800"/>
            </a:lvl3pPr>
            <a:lvl4pPr>
              <a:defRPr sz="1800"/>
            </a:lvl4pPr>
            <a:lvl5pPr>
              <a:defRPr sz="1800"/>
            </a:lvl5pPr>
          </a:lstStyle>
          <a:p>
            <a:pPr lvl="0"/>
            <a:r>
              <a:rPr lang="en-US"/>
              <a:t>Click to edit contents</a:t>
            </a:r>
          </a:p>
          <a:p>
            <a:pPr lvl="1"/>
            <a:r>
              <a:rPr lang="en-US"/>
              <a:t>Second level</a:t>
            </a:r>
          </a:p>
        </p:txBody>
      </p:sp>
    </p:spTree>
    <p:extLst>
      <p:ext uri="{BB962C8B-B14F-4D97-AF65-F5344CB8AC3E}">
        <p14:creationId xmlns:p14="http://schemas.microsoft.com/office/powerpoint/2010/main" val="1226178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313903" y="268420"/>
            <a:ext cx="6096839" cy="4283075"/>
          </a:xfrm>
        </p:spPr>
        <p:txBody>
          <a:bodyPr>
            <a:normAutofit/>
          </a:bodyPr>
          <a:lstStyle>
            <a:lvl1pPr>
              <a:lnSpc>
                <a:spcPct val="85000"/>
              </a:lnSpc>
              <a:spcBef>
                <a:spcPts val="0"/>
              </a:spcBef>
              <a:buNone/>
              <a:defRPr sz="5500" baseline="0"/>
            </a:lvl1pPr>
            <a:lvl2pPr>
              <a:lnSpc>
                <a:spcPct val="85000"/>
              </a:lnSpc>
              <a:spcBef>
                <a:spcPts val="0"/>
              </a:spcBef>
              <a:defRPr sz="5500"/>
            </a:lvl2pPr>
            <a:lvl3pPr>
              <a:defRPr sz="5500"/>
            </a:lvl3pPr>
            <a:lvl4pPr>
              <a:defRPr sz="5500"/>
            </a:lvl4pPr>
            <a:lvl5pPr>
              <a:defRPr sz="5500"/>
            </a:lvl5pPr>
          </a:lstStyle>
          <a:p>
            <a:pPr lvl="0"/>
            <a:r>
              <a:rPr lang="en-US"/>
              <a:t>Click to edit section number</a:t>
            </a:r>
          </a:p>
          <a:p>
            <a:pPr lvl="1"/>
            <a:r>
              <a:rPr lang="en-US"/>
              <a:t>Second level</a:t>
            </a:r>
          </a:p>
        </p:txBody>
      </p:sp>
    </p:spTree>
    <p:extLst>
      <p:ext uri="{BB962C8B-B14F-4D97-AF65-F5344CB8AC3E}">
        <p14:creationId xmlns:p14="http://schemas.microsoft.com/office/powerpoint/2010/main" val="3833976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13202" y="1181101"/>
            <a:ext cx="3968055" cy="3370262"/>
          </a:xfrm>
        </p:spPr>
        <p:txBody>
          <a:bodyPr>
            <a:normAutofit/>
          </a:bodyPr>
          <a:lstStyle>
            <a:lvl1pPr>
              <a:defRPr sz="1400" baseline="0"/>
            </a:lvl1pPr>
            <a:lvl2pPr>
              <a:defRPr sz="1400" baseline="0">
                <a:solidFill>
                  <a:schemeClr val="bg1"/>
                </a:solidFill>
              </a:defRPr>
            </a:lvl2pPr>
            <a:lvl3pPr>
              <a:defRPr sz="1400" baseline="0">
                <a:solidFill>
                  <a:schemeClr val="bg1"/>
                </a:solidFill>
              </a:defRPr>
            </a:lvl3pPr>
            <a:lvl4pPr>
              <a:defRPr sz="1400" baseline="0">
                <a:solidFill>
                  <a:schemeClr val="bg1"/>
                </a:solidFill>
              </a:defRPr>
            </a:lvl4pPr>
            <a:lvl5pPr>
              <a:defRPr sz="1400" baseline="0">
                <a:solidFill>
                  <a:schemeClr val="bg1"/>
                </a:solidFill>
              </a:defRPr>
            </a:lvl5pPr>
            <a:lvl6pPr>
              <a:defRPr sz="1400">
                <a:solidFill>
                  <a:schemeClr val="bg1"/>
                </a:solidFill>
              </a:defRPr>
            </a:lvl6pPr>
            <a:lvl7pPr>
              <a:defRPr sz="1800"/>
            </a:lvl7pPr>
            <a:lvl8pPr>
              <a:defRPr sz="1800"/>
            </a:lvl8pPr>
            <a:lvl9pPr>
              <a:defRPr sz="18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4" name="Content Placeholder 3"/>
          <p:cNvSpPr>
            <a:spLocks noGrp="1"/>
          </p:cNvSpPr>
          <p:nvPr>
            <p:ph sz="half" idx="2" hasCustomPrompt="1"/>
          </p:nvPr>
        </p:nvSpPr>
        <p:spPr>
          <a:xfrm>
            <a:off x="4864795" y="1181101"/>
            <a:ext cx="3964880" cy="3370262"/>
          </a:xfrm>
        </p:spPr>
        <p:txBody>
          <a:bodyPr>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7" name="Title 6"/>
          <p:cNvSpPr>
            <a:spLocks noGrp="1"/>
          </p:cNvSpPr>
          <p:nvPr>
            <p:ph type="title" hasCustomPrompt="1"/>
          </p:nvPr>
        </p:nvSpPr>
        <p:spPr>
          <a:xfrm>
            <a:off x="313199" y="268288"/>
            <a:ext cx="8516475" cy="741362"/>
          </a:xfrm>
        </p:spPr>
        <p:txBody>
          <a:bodyPr/>
          <a:lstStyle>
            <a:lvl1pPr>
              <a:defRPr/>
            </a:lvl1pPr>
          </a:lstStyle>
          <a:p>
            <a:r>
              <a:rPr lang="en-US"/>
              <a:t>Click to edit title</a:t>
            </a:r>
          </a:p>
        </p:txBody>
      </p:sp>
    </p:spTree>
    <p:extLst>
      <p:ext uri="{BB962C8B-B14F-4D97-AF65-F5344CB8AC3E}">
        <p14:creationId xmlns:p14="http://schemas.microsoft.com/office/powerpoint/2010/main" val="35030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a:t>Click to edit title</a:t>
            </a:r>
          </a:p>
        </p:txBody>
      </p:sp>
    </p:spTree>
    <p:extLst>
      <p:ext uri="{BB962C8B-B14F-4D97-AF65-F5344CB8AC3E}">
        <p14:creationId xmlns:p14="http://schemas.microsoft.com/office/powerpoint/2010/main" val="1136535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ull Bleed Media">
    <p:spTree>
      <p:nvGrpSpPr>
        <p:cNvPr id="1" name=""/>
        <p:cNvGrpSpPr/>
        <p:nvPr/>
      </p:nvGrpSpPr>
      <p:grpSpPr>
        <a:xfrm>
          <a:off x="0" y="0"/>
          <a:ext cx="0" cy="0"/>
          <a:chOff x="0" y="0"/>
          <a:chExt cx="0" cy="0"/>
        </a:xfrm>
      </p:grpSpPr>
      <p:sp>
        <p:nvSpPr>
          <p:cNvPr id="4" name="Picture Placeholder 3"/>
          <p:cNvSpPr>
            <a:spLocks noGrp="1"/>
          </p:cNvSpPr>
          <p:nvPr>
            <p:ph type="pic" sz="quarter" idx="12"/>
          </p:nvPr>
        </p:nvSpPr>
        <p:spPr>
          <a:xfrm>
            <a:off x="0" y="0"/>
            <a:ext cx="9144000" cy="5143500"/>
          </a:xfrm>
        </p:spPr>
        <p:txBody>
          <a:bodyPr/>
          <a:lstStyle/>
          <a:p>
            <a:r>
              <a:rPr lang="en-US"/>
              <a:t>Click icon to add picture</a:t>
            </a:r>
          </a:p>
        </p:txBody>
      </p:sp>
      <p:sp>
        <p:nvSpPr>
          <p:cNvPr id="2" name="Title 1"/>
          <p:cNvSpPr>
            <a:spLocks noGrp="1"/>
          </p:cNvSpPr>
          <p:nvPr>
            <p:ph type="title" hasCustomPrompt="1"/>
          </p:nvPr>
        </p:nvSpPr>
        <p:spPr/>
        <p:txBody>
          <a:bodyPr/>
          <a:lstStyle>
            <a:lvl1pPr>
              <a:defRPr baseline="0">
                <a:solidFill>
                  <a:srgbClr val="000000"/>
                </a:solidFill>
              </a:defRPr>
            </a:lvl1pPr>
          </a:lstStyle>
          <a:p>
            <a:r>
              <a:rPr lang="en-US"/>
              <a:t>Click to edit title</a:t>
            </a:r>
          </a:p>
        </p:txBody>
      </p:sp>
    </p:spTree>
    <p:extLst>
      <p:ext uri="{BB962C8B-B14F-4D97-AF65-F5344CB8AC3E}">
        <p14:creationId xmlns:p14="http://schemas.microsoft.com/office/powerpoint/2010/main" val="777928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1214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Highlights">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0733BB8-8C12-40FD-8608-C367FCA7F83D}"/>
              </a:ext>
            </a:extLst>
          </p:cNvPr>
          <p:cNvGrpSpPr/>
          <p:nvPr userDrawn="1"/>
        </p:nvGrpSpPr>
        <p:grpSpPr>
          <a:xfrm>
            <a:off x="0" y="0"/>
            <a:ext cx="2979452" cy="5143500"/>
            <a:chOff x="0" y="0"/>
            <a:chExt cx="2979452" cy="5143500"/>
          </a:xfrm>
        </p:grpSpPr>
        <p:pic>
          <p:nvPicPr>
            <p:cNvPr id="3" name="Picture 2" descr="A picture containing water, large, cloudy, knife&#10;&#10;Description automatically generated">
              <a:extLst>
                <a:ext uri="{FF2B5EF4-FFF2-40B4-BE49-F238E27FC236}">
                  <a16:creationId xmlns:a16="http://schemas.microsoft.com/office/drawing/2014/main" id="{68144969-A0D3-46EA-A91F-7C642787108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rot="16200000" flipH="1">
              <a:off x="-1082024" y="1082024"/>
              <a:ext cx="5143500" cy="2979452"/>
            </a:xfrm>
            <a:prstGeom prst="rect">
              <a:avLst/>
            </a:prstGeom>
          </p:spPr>
        </p:pic>
        <p:pic>
          <p:nvPicPr>
            <p:cNvPr id="4" name="Picture 3" descr="A picture containing graphics, drawing&#10;&#10;Description automatically generated">
              <a:extLst>
                <a:ext uri="{FF2B5EF4-FFF2-40B4-BE49-F238E27FC236}">
                  <a16:creationId xmlns:a16="http://schemas.microsoft.com/office/drawing/2014/main" id="{BFA0821C-1EB1-4721-BD57-77392C6ED659}"/>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314325" y="285750"/>
              <a:ext cx="914400" cy="893215"/>
            </a:xfrm>
            <a:prstGeom prst="rect">
              <a:avLst/>
            </a:prstGeom>
          </p:spPr>
        </p:pic>
      </p:grpSp>
    </p:spTree>
    <p:extLst>
      <p:ext uri="{BB962C8B-B14F-4D97-AF65-F5344CB8AC3E}">
        <p14:creationId xmlns:p14="http://schemas.microsoft.com/office/powerpoint/2010/main" val="1440342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peaker titles">
    <p:spTree>
      <p:nvGrpSpPr>
        <p:cNvPr id="1" name=""/>
        <p:cNvGrpSpPr/>
        <p:nvPr/>
      </p:nvGrpSpPr>
      <p:grpSpPr>
        <a:xfrm>
          <a:off x="0" y="0"/>
          <a:ext cx="0" cy="0"/>
          <a:chOff x="0" y="0"/>
          <a:chExt cx="0" cy="0"/>
        </a:xfrm>
      </p:grpSpPr>
      <p:pic>
        <p:nvPicPr>
          <p:cNvPr id="2" name="Picture 1" descr="A picture containing light&#10;&#10;Description automatically generated">
            <a:extLst>
              <a:ext uri="{FF2B5EF4-FFF2-40B4-BE49-F238E27FC236}">
                <a16:creationId xmlns:a16="http://schemas.microsoft.com/office/drawing/2014/main" id="{1D7F497B-C1BF-4DFC-B73A-D0C8F3E27E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6555680" cy="5143500"/>
          </a:xfrm>
          <a:prstGeom prst="rect">
            <a:avLst/>
          </a:prstGeom>
        </p:spPr>
      </p:pic>
      <p:pic>
        <p:nvPicPr>
          <p:cNvPr id="3" name="Picture 2">
            <a:extLst>
              <a:ext uri="{FF2B5EF4-FFF2-40B4-BE49-F238E27FC236}">
                <a16:creationId xmlns:a16="http://schemas.microsoft.com/office/drawing/2014/main" id="{54732471-61C8-4CF9-9800-C9FE15F0991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14458" y="286547"/>
            <a:ext cx="1620545" cy="729943"/>
          </a:xfrm>
          <a:prstGeom prst="rect">
            <a:avLst/>
          </a:prstGeom>
        </p:spPr>
      </p:pic>
    </p:spTree>
    <p:extLst>
      <p:ext uri="{BB962C8B-B14F-4D97-AF65-F5344CB8AC3E}">
        <p14:creationId xmlns:p14="http://schemas.microsoft.com/office/powerpoint/2010/main" val="1123342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Speaker titles">
    <p:spTree>
      <p:nvGrpSpPr>
        <p:cNvPr id="1" name=""/>
        <p:cNvGrpSpPr/>
        <p:nvPr/>
      </p:nvGrpSpPr>
      <p:grpSpPr>
        <a:xfrm>
          <a:off x="0" y="0"/>
          <a:ext cx="0" cy="0"/>
          <a:chOff x="0" y="0"/>
          <a:chExt cx="0" cy="0"/>
        </a:xfrm>
      </p:grpSpPr>
      <p:pic>
        <p:nvPicPr>
          <p:cNvPr id="2" name="Picture 1" descr="A picture containing light&#10;&#10;Description automatically generated">
            <a:extLst>
              <a:ext uri="{FF2B5EF4-FFF2-40B4-BE49-F238E27FC236}">
                <a16:creationId xmlns:a16="http://schemas.microsoft.com/office/drawing/2014/main" id="{1D7F497B-C1BF-4DFC-B73A-D0C8F3E27E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6555680" cy="5143500"/>
          </a:xfrm>
          <a:prstGeom prst="rect">
            <a:avLst/>
          </a:prstGeom>
        </p:spPr>
      </p:pic>
      <p:pic>
        <p:nvPicPr>
          <p:cNvPr id="3" name="Picture 2">
            <a:extLst>
              <a:ext uri="{FF2B5EF4-FFF2-40B4-BE49-F238E27FC236}">
                <a16:creationId xmlns:a16="http://schemas.microsoft.com/office/drawing/2014/main" id="{54732471-61C8-4CF9-9800-C9FE15F0991D}"/>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314363" y="286538"/>
            <a:ext cx="599425" cy="540000"/>
          </a:xfrm>
          <a:prstGeom prst="rect">
            <a:avLst/>
          </a:prstGeom>
        </p:spPr>
      </p:pic>
    </p:spTree>
    <p:extLst>
      <p:ext uri="{BB962C8B-B14F-4D97-AF65-F5344CB8AC3E}">
        <p14:creationId xmlns:p14="http://schemas.microsoft.com/office/powerpoint/2010/main" val="176805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Speaker titles">
    <p:spTree>
      <p:nvGrpSpPr>
        <p:cNvPr id="1" name=""/>
        <p:cNvGrpSpPr/>
        <p:nvPr/>
      </p:nvGrpSpPr>
      <p:grpSpPr>
        <a:xfrm>
          <a:off x="0" y="0"/>
          <a:ext cx="0" cy="0"/>
          <a:chOff x="0" y="0"/>
          <a:chExt cx="0" cy="0"/>
        </a:xfrm>
      </p:grpSpPr>
      <p:pic>
        <p:nvPicPr>
          <p:cNvPr id="3" name="Imag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2277548" y="-2117"/>
            <a:ext cx="6866467" cy="5143500"/>
          </a:xfrm>
          <a:prstGeom prst="rect">
            <a:avLst/>
          </a:prstGeom>
        </p:spPr>
      </p:pic>
      <p:pic>
        <p:nvPicPr>
          <p:cNvPr id="2" name="Picture 1" descr="A picture containing light&#10;&#10;Description automatically generated">
            <a:extLst>
              <a:ext uri="{FF2B5EF4-FFF2-40B4-BE49-F238E27FC236}">
                <a16:creationId xmlns:a16="http://schemas.microsoft.com/office/drawing/2014/main" id="{1D7F497B-C1BF-4DFC-B73A-D0C8F3E27E6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 y="0"/>
            <a:ext cx="6555680" cy="5143500"/>
          </a:xfrm>
          <a:prstGeom prst="rect">
            <a:avLst/>
          </a:prstGeom>
        </p:spPr>
      </p:pic>
    </p:spTree>
    <p:extLst>
      <p:ext uri="{BB962C8B-B14F-4D97-AF65-F5344CB8AC3E}">
        <p14:creationId xmlns:p14="http://schemas.microsoft.com/office/powerpoint/2010/main" val="4180979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Speaker titles">
    <p:spTree>
      <p:nvGrpSpPr>
        <p:cNvPr id="1" name=""/>
        <p:cNvGrpSpPr/>
        <p:nvPr/>
      </p:nvGrpSpPr>
      <p:grpSpPr>
        <a:xfrm>
          <a:off x="0" y="0"/>
          <a:ext cx="0" cy="0"/>
          <a:chOff x="0" y="0"/>
          <a:chExt cx="0" cy="0"/>
        </a:xfrm>
      </p:grpSpPr>
      <p:pic>
        <p:nvPicPr>
          <p:cNvPr id="2" name="Picture 1" descr="A picture containing light&#10;&#10;Description automatically generated">
            <a:extLst>
              <a:ext uri="{FF2B5EF4-FFF2-40B4-BE49-F238E27FC236}">
                <a16:creationId xmlns:a16="http://schemas.microsoft.com/office/drawing/2014/main" id="{1D7F497B-C1BF-4DFC-B73A-D0C8F3E27E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6555680" cy="5143500"/>
          </a:xfrm>
          <a:prstGeom prst="rect">
            <a:avLst/>
          </a:prstGeom>
        </p:spPr>
      </p:pic>
    </p:spTree>
    <p:extLst>
      <p:ext uri="{BB962C8B-B14F-4D97-AF65-F5344CB8AC3E}">
        <p14:creationId xmlns:p14="http://schemas.microsoft.com/office/powerpoint/2010/main" val="1482341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Sommair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39744" y="339768"/>
            <a:ext cx="8470899" cy="4130675"/>
          </a:xfrm>
        </p:spPr>
        <p:txBody>
          <a:bodyPr/>
          <a:lstStyle>
            <a:lvl1pPr>
              <a:lnSpc>
                <a:spcPct val="85000"/>
              </a:lnSpc>
              <a:spcAft>
                <a:spcPts val="0"/>
              </a:spcAft>
              <a:defRPr sz="3000">
                <a:solidFill>
                  <a:srgbClr val="FF6600"/>
                </a:solidFill>
                <a:latin typeface="Helvetica 75 Bold" panose="020B0804020202020204" pitchFamily="34" charset="0"/>
              </a:defRPr>
            </a:lvl1pPr>
            <a:lvl2pPr marL="401638" marR="0" indent="-401638" algn="l" defTabSz="514350" rtl="0" eaLnBrk="1" fontAlgn="base" latinLnBrk="0" hangingPunct="1">
              <a:lnSpc>
                <a:spcPct val="85000"/>
              </a:lnSpc>
              <a:spcBef>
                <a:spcPct val="0"/>
              </a:spcBef>
              <a:spcAft>
                <a:spcPts val="0"/>
              </a:spcAft>
              <a:buClrTx/>
              <a:buSzTx/>
              <a:buFont typeface="+mj-lt"/>
              <a:buAutoNum type="arabicPeriod"/>
              <a:tabLst/>
              <a:defRPr lang="fr-FR" sz="3000" kern="1200" dirty="0" smtClean="0">
                <a:solidFill>
                  <a:schemeClr val="tx1"/>
                </a:solidFill>
                <a:latin typeface="Helvetica 75 Bold" panose="020B0804020202020204" pitchFamily="34" charset="0"/>
                <a:ea typeface="ＭＳ Ｐゴシック" pitchFamily="34" charset="-128"/>
                <a:cs typeface="+mn-cs"/>
              </a:defRPr>
            </a:lvl2pPr>
            <a:lvl3pPr marL="401638" indent="-401638">
              <a:lnSpc>
                <a:spcPct val="85000"/>
              </a:lnSpc>
              <a:spcAft>
                <a:spcPts val="800"/>
              </a:spcAft>
              <a:buFont typeface="+mj-lt"/>
              <a:buNone/>
              <a:defRPr sz="3000"/>
            </a:lvl3pPr>
            <a:lvl4pPr marL="401638" indent="-401638">
              <a:lnSpc>
                <a:spcPct val="85000"/>
              </a:lnSpc>
              <a:spcAft>
                <a:spcPts val="800"/>
              </a:spcAft>
              <a:buFont typeface="+mj-lt"/>
              <a:buNone/>
              <a:defRPr sz="3000"/>
            </a:lvl4pPr>
            <a:lvl5pPr marL="0" indent="0">
              <a:lnSpc>
                <a:spcPct val="85000"/>
              </a:lnSpc>
              <a:spcAft>
                <a:spcPts val="800"/>
              </a:spcAft>
              <a:buFont typeface="+mj-lt"/>
              <a:buNone/>
              <a:defRPr sz="3000"/>
            </a:lvl5pPr>
          </a:lstStyle>
          <a:p>
            <a:pPr lvl="0"/>
            <a:r>
              <a:rPr lang="en-US" err="1"/>
              <a:t>Modifiez</a:t>
            </a:r>
            <a:r>
              <a:rPr lang="en-US"/>
              <a:t> les styles du </a:t>
            </a:r>
            <a:r>
              <a:rPr lang="en-US" err="1"/>
              <a:t>texte</a:t>
            </a:r>
            <a:r>
              <a:rPr lang="en-US"/>
              <a:t> du masque</a:t>
            </a:r>
          </a:p>
          <a:p>
            <a:pPr lvl="1"/>
            <a:r>
              <a:rPr lang="en-US" err="1"/>
              <a:t>Deuxième</a:t>
            </a:r>
            <a:r>
              <a:rPr lang="en-US"/>
              <a:t> </a:t>
            </a:r>
            <a:r>
              <a:rPr lang="en-US" err="1"/>
              <a:t>niveau</a:t>
            </a:r>
            <a:endParaRPr lang="en-US"/>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a:p>
            <a:pPr lvl="4"/>
            <a:r>
              <a:rPr lang="en-US" err="1"/>
              <a:t>Cinquième</a:t>
            </a:r>
            <a:r>
              <a:rPr lang="en-US"/>
              <a:t> </a:t>
            </a:r>
            <a:r>
              <a:rPr lang="en-US" err="1"/>
              <a:t>niveau</a:t>
            </a:r>
            <a:endParaRPr lang="en-US"/>
          </a:p>
        </p:txBody>
      </p:sp>
    </p:spTree>
    <p:extLst>
      <p:ext uri="{BB962C8B-B14F-4D97-AF65-F5344CB8AC3E}">
        <p14:creationId xmlns:p14="http://schemas.microsoft.com/office/powerpoint/2010/main" val="3523274141"/>
      </p:ext>
    </p:extLst>
  </p:cSld>
  <p:clrMapOvr>
    <a:masterClrMapping/>
  </p:clrMapOvr>
  <p:transition spd="med">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accent1"/>
                </a:solidFill>
              </a:defRPr>
            </a:lvl1pPr>
          </a:lstStyle>
          <a:p>
            <a:r>
              <a:rPr lang="en-US"/>
              <a:t>Click to edit title</a:t>
            </a:r>
          </a:p>
        </p:txBody>
      </p:sp>
    </p:spTree>
    <p:extLst>
      <p:ext uri="{BB962C8B-B14F-4D97-AF65-F5344CB8AC3E}">
        <p14:creationId xmlns:p14="http://schemas.microsoft.com/office/powerpoint/2010/main" val="2213859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18BBCE-0AC5-AA4E-A42F-083237E4BA5A}"/>
              </a:ext>
            </a:extLst>
          </p:cNvPr>
          <p:cNvSpPr>
            <a:spLocks noGrp="1"/>
          </p:cNvSpPr>
          <p:nvPr>
            <p:ph type="title" hasCustomPrompt="1"/>
          </p:nvPr>
        </p:nvSpPr>
        <p:spPr/>
        <p:txBody>
          <a:bodyPr/>
          <a:lstStyle>
            <a:lvl1pPr>
              <a:defRPr/>
            </a:lvl1pPr>
          </a:lstStyle>
          <a:p>
            <a:r>
              <a:rPr lang="fr-FR"/>
              <a:t>Change the </a:t>
            </a:r>
            <a:r>
              <a:rPr lang="fr-FR" err="1"/>
              <a:t>title</a:t>
            </a:r>
            <a:endParaRPr lang="fr-FR"/>
          </a:p>
        </p:txBody>
      </p:sp>
      <p:sp>
        <p:nvSpPr>
          <p:cNvPr id="3" name="Date Placeholder 2">
            <a:extLst>
              <a:ext uri="{FF2B5EF4-FFF2-40B4-BE49-F238E27FC236}">
                <a16:creationId xmlns:a16="http://schemas.microsoft.com/office/drawing/2014/main" id="{1768827C-70C4-8244-B3FA-330ACB6191AC}"/>
              </a:ext>
            </a:extLst>
          </p:cNvPr>
          <p:cNvSpPr>
            <a:spLocks noGrp="1"/>
          </p:cNvSpPr>
          <p:nvPr>
            <p:ph type="dt" sz="half" idx="11"/>
          </p:nvPr>
        </p:nvSpPr>
        <p:spPr>
          <a:xfrm>
            <a:off x="7344687" y="4565675"/>
            <a:ext cx="1496418" cy="272965"/>
          </a:xfrm>
          <a:prstGeom prst="rect">
            <a:avLst/>
          </a:prstGeom>
        </p:spPr>
        <p:txBody>
          <a:bodyPr lIns="91200" tIns="45600" rIns="91200" bIns="45600"/>
          <a:lstStyle>
            <a:lvl1pPr>
              <a:defRPr/>
            </a:lvl1pPr>
          </a:lstStyle>
          <a:p>
            <a:pPr marL="0" marR="0" lvl="0" indent="0" algn="l" defTabSz="911678" rtl="0" eaLnBrk="1" fontAlgn="auto" latinLnBrk="0" hangingPunct="1">
              <a:lnSpc>
                <a:spcPct val="85000"/>
              </a:lnSpc>
              <a:spcBef>
                <a:spcPts val="0"/>
              </a:spcBef>
              <a:spcAft>
                <a:spcPts val="1200"/>
              </a:spcAft>
              <a:buClr>
                <a:srgbClr val="FFFFFF"/>
              </a:buClr>
              <a:buSzTx/>
              <a:buFontTx/>
              <a:buNone/>
              <a:tabLst/>
              <a:defRPr/>
            </a:pPr>
            <a:fld id="{919C4B19-F70D-5946-9810-5B9EACB724F2}" type="datetime4">
              <a:rPr kumimoji="0" lang="en-US" sz="1800" b="0" i="0" u="none" strike="noStrike" kern="1200" cap="none" spc="0" normalizeH="0" baseline="0" noProof="0" smtClean="0">
                <a:ln>
                  <a:noFill/>
                </a:ln>
                <a:solidFill>
                  <a:srgbClr val="8F8F8F"/>
                </a:solidFill>
                <a:effectLst/>
                <a:uLnTx/>
                <a:uFillTx/>
                <a:latin typeface="Helvetica 75 Bold"/>
                <a:ea typeface="+mn-ea"/>
                <a:cs typeface="+mn-cs"/>
              </a:rPr>
              <a:pPr marL="0" marR="0" lvl="0" indent="0" algn="l" defTabSz="911678" rtl="0" eaLnBrk="1" fontAlgn="auto" latinLnBrk="0" hangingPunct="1">
                <a:lnSpc>
                  <a:spcPct val="85000"/>
                </a:lnSpc>
                <a:spcBef>
                  <a:spcPts val="0"/>
                </a:spcBef>
                <a:spcAft>
                  <a:spcPts val="1200"/>
                </a:spcAft>
                <a:buClr>
                  <a:srgbClr val="FFFFFF"/>
                </a:buClr>
                <a:buSzTx/>
                <a:buFontTx/>
                <a:buNone/>
                <a:tabLst/>
                <a:defRPr/>
              </a:pPr>
              <a:t>July 15, 2026</a:t>
            </a:fld>
            <a:endParaRPr kumimoji="0" lang="en-US" sz="1800" b="0" i="0" u="none" strike="noStrike" kern="1200" cap="none" spc="0" normalizeH="0" baseline="0" noProof="0">
              <a:ln>
                <a:noFill/>
              </a:ln>
              <a:solidFill>
                <a:srgbClr val="8F8F8F"/>
              </a:solidFill>
              <a:effectLst/>
              <a:uLnTx/>
              <a:uFillTx/>
              <a:latin typeface="Helvetica 75 Bold"/>
              <a:ea typeface="+mn-ea"/>
              <a:cs typeface="+mn-cs"/>
            </a:endParaRPr>
          </a:p>
        </p:txBody>
      </p:sp>
      <p:sp>
        <p:nvSpPr>
          <p:cNvPr id="5" name="Slide Number Placeholder 4">
            <a:extLst>
              <a:ext uri="{FF2B5EF4-FFF2-40B4-BE49-F238E27FC236}">
                <a16:creationId xmlns:a16="http://schemas.microsoft.com/office/drawing/2014/main" id="{CAA899D0-A24C-BB47-876A-59DF41B4D93F}"/>
              </a:ext>
            </a:extLst>
          </p:cNvPr>
          <p:cNvSpPr>
            <a:spLocks noGrp="1"/>
          </p:cNvSpPr>
          <p:nvPr>
            <p:ph type="sldNum" sz="quarter" idx="13"/>
          </p:nvPr>
        </p:nvSpPr>
        <p:spPr>
          <a:xfrm>
            <a:off x="377190" y="4565512"/>
            <a:ext cx="304800" cy="272966"/>
          </a:xfrm>
          <a:prstGeom prst="rect">
            <a:avLst/>
          </a:prstGeom>
        </p:spPr>
        <p:txBody>
          <a:bodyPr lIns="91200" tIns="45600" rIns="91200" bIns="45600"/>
          <a:lstStyle/>
          <a:p>
            <a:pPr marL="0" marR="0" lvl="0" indent="0" algn="l" defTabSz="911678" rtl="0" eaLnBrk="1" fontAlgn="auto" latinLnBrk="0" hangingPunct="1">
              <a:lnSpc>
                <a:spcPct val="85000"/>
              </a:lnSpc>
              <a:spcBef>
                <a:spcPts val="0"/>
              </a:spcBef>
              <a:spcAft>
                <a:spcPts val="1200"/>
              </a:spcAft>
              <a:buClr>
                <a:srgbClr val="FFFFFF"/>
              </a:buClr>
              <a:buSzTx/>
              <a:buFontTx/>
              <a:buNone/>
              <a:tabLst/>
              <a:defRPr/>
            </a:pPr>
            <a:fld id="{D2E76607-2D5C-4795-95A8-F14AACACCD7C}" type="slidenum">
              <a:rPr kumimoji="0" lang="en-US" sz="1800" b="0" i="0" u="none" strike="noStrike" kern="1200" cap="none" spc="0" normalizeH="0" baseline="0" noProof="0" smtClean="0">
                <a:ln>
                  <a:noFill/>
                </a:ln>
                <a:solidFill>
                  <a:srgbClr val="8F8F8F"/>
                </a:solidFill>
                <a:effectLst/>
                <a:uLnTx/>
                <a:uFillTx/>
                <a:latin typeface="Helvetica 75 Bold"/>
                <a:ea typeface="+mn-ea"/>
                <a:cs typeface="+mn-cs"/>
              </a:rPr>
              <a:pPr marL="0" marR="0" lvl="0" indent="0" algn="l" defTabSz="911678" rtl="0" eaLnBrk="1" fontAlgn="auto" latinLnBrk="0" hangingPunct="1">
                <a:lnSpc>
                  <a:spcPct val="85000"/>
                </a:lnSpc>
                <a:spcBef>
                  <a:spcPts val="0"/>
                </a:spcBef>
                <a:spcAft>
                  <a:spcPts val="1200"/>
                </a:spcAft>
                <a:buClr>
                  <a:srgbClr val="FFFFFF"/>
                </a:buClr>
                <a:buSzTx/>
                <a:buFontTx/>
                <a:buNone/>
                <a:tabLst/>
                <a:defRPr/>
              </a:pPr>
              <a:t>‹#›</a:t>
            </a:fld>
            <a:endParaRPr kumimoji="0" lang="en-US" sz="1800" b="0" i="0" u="none" strike="noStrike" kern="1200" cap="none" spc="0" normalizeH="0" baseline="0" noProof="0">
              <a:ln>
                <a:noFill/>
              </a:ln>
              <a:solidFill>
                <a:srgbClr val="8F8F8F"/>
              </a:solidFill>
              <a:effectLst/>
              <a:uLnTx/>
              <a:uFillTx/>
              <a:latin typeface="Helvetica 75 Bold"/>
              <a:ea typeface="+mn-ea"/>
              <a:cs typeface="+mn-cs"/>
            </a:endParaRPr>
          </a:p>
        </p:txBody>
      </p:sp>
      <p:sp>
        <p:nvSpPr>
          <p:cNvPr id="6" name="Espace réservé du texte 26">
            <a:extLst>
              <a:ext uri="{FF2B5EF4-FFF2-40B4-BE49-F238E27FC236}">
                <a16:creationId xmlns:a16="http://schemas.microsoft.com/office/drawing/2014/main" id="{4A12D15D-5D40-3A42-B500-6B95AB0CF1E0}"/>
              </a:ext>
            </a:extLst>
          </p:cNvPr>
          <p:cNvSpPr>
            <a:spLocks noGrp="1"/>
          </p:cNvSpPr>
          <p:nvPr>
            <p:ph type="body" sz="quarter" idx="10" hasCustomPrompt="1"/>
          </p:nvPr>
        </p:nvSpPr>
        <p:spPr>
          <a:xfrm>
            <a:off x="358776" y="1104602"/>
            <a:ext cx="8470900" cy="3513640"/>
          </a:xfrm>
        </p:spPr>
        <p:txBody>
          <a:bodyPr/>
          <a:lstStyle>
            <a:lvl1pPr marL="172554" marR="0" indent="-172554" algn="l" defTabSz="512897" rtl="0" eaLnBrk="1" fontAlgn="base" latinLnBrk="0" hangingPunct="1">
              <a:lnSpc>
                <a:spcPct val="90000"/>
              </a:lnSpc>
              <a:spcBef>
                <a:spcPct val="0"/>
              </a:spcBef>
              <a:spcAft>
                <a:spcPts val="800"/>
              </a:spcAft>
              <a:buClr>
                <a:srgbClr val="FF6600"/>
              </a:buClr>
              <a:buSzTx/>
              <a:buFont typeface="Wingdings" panose="05000000000000000000" pitchFamily="2" charset="2"/>
              <a:buChar char="§"/>
              <a:tabLst/>
              <a:defRPr/>
            </a:lvl1pPr>
            <a:lvl2pPr marL="344987" marR="0" indent="-172554" algn="l" defTabSz="512897" rtl="0" eaLnBrk="1" fontAlgn="base" latinLnBrk="0" hangingPunct="1">
              <a:lnSpc>
                <a:spcPct val="90000"/>
              </a:lnSpc>
              <a:spcBef>
                <a:spcPct val="0"/>
              </a:spcBef>
              <a:spcAft>
                <a:spcPts val="800"/>
              </a:spcAft>
              <a:buClrTx/>
              <a:buSzTx/>
              <a:buFont typeface="Helvetica 75 Bold" panose="020B0804020202020204" pitchFamily="34" charset="0"/>
              <a:buChar char="−"/>
              <a:tabLst/>
              <a:defRPr/>
            </a:lvl2pPr>
            <a:lvl3pPr marL="512897" marR="0" indent="-172554" algn="l" defTabSz="512897" rtl="0" eaLnBrk="1" fontAlgn="base" latinLnBrk="0" hangingPunct="1">
              <a:lnSpc>
                <a:spcPct val="90000"/>
              </a:lnSpc>
              <a:spcBef>
                <a:spcPct val="0"/>
              </a:spcBef>
              <a:spcAft>
                <a:spcPts val="800"/>
              </a:spcAft>
              <a:buClrTx/>
              <a:buSzTx/>
              <a:buFont typeface="Helvetica 75 Bold" panose="020B0804020202020204" pitchFamily="34" charset="0"/>
              <a:buChar char="−"/>
              <a:tabLst/>
              <a:defRPr kumimoji="0" lang="fr-FR" altLang="en-US" sz="1400" b="1" i="0" u="none" strike="noStrike" kern="1200" cap="none" spc="0" normalizeH="0" baseline="0">
                <a:ln>
                  <a:noFill/>
                </a:ln>
                <a:solidFill>
                  <a:srgbClr val="000000"/>
                </a:solidFill>
                <a:effectLst/>
                <a:uLnTx/>
                <a:uFillTx/>
                <a:latin typeface="Helvetica" pitchFamily="2" charset="0"/>
                <a:ea typeface="ＭＳ Ｐゴシック" pitchFamily="34" charset="-128"/>
                <a:cs typeface="Arial" panose="020B0604020202020204" pitchFamily="34" charset="0"/>
              </a:defRPr>
            </a:lvl3pPr>
            <a:lvl4pPr marL="796092" indent="-284903">
              <a:defRPr kumimoji="0" lang="fr-FR" altLang="en-US" sz="1400" b="1" i="0" u="none" strike="noStrike" kern="1200" cap="none" spc="0" normalizeH="0" baseline="0" dirty="0" smtClean="0">
                <a:ln>
                  <a:noFill/>
                </a:ln>
                <a:solidFill>
                  <a:srgbClr val="000000"/>
                </a:solidFill>
                <a:effectLst/>
                <a:uLnTx/>
                <a:uFillTx/>
                <a:latin typeface="Helvetica" pitchFamily="2" charset="0"/>
                <a:ea typeface="ＭＳ Ｐゴシック" pitchFamily="34" charset="-128"/>
                <a:cs typeface="Arial" panose="020B0604020202020204" pitchFamily="34" charset="0"/>
              </a:defRPr>
            </a:lvl4pPr>
          </a:lstStyle>
          <a:p>
            <a:pPr marL="172554" marR="0" lvl="0" indent="-172554" algn="l" defTabSz="512897" rtl="0" eaLnBrk="1" fontAlgn="base" latinLnBrk="0" hangingPunct="1">
              <a:lnSpc>
                <a:spcPct val="90000"/>
              </a:lnSpc>
              <a:spcBef>
                <a:spcPct val="0"/>
              </a:spcBef>
              <a:spcAft>
                <a:spcPts val="800"/>
              </a:spcAft>
              <a:buClr>
                <a:srgbClr val="FF6600"/>
              </a:buClr>
              <a:buSzTx/>
              <a:buFont typeface="Wingdings" panose="05000000000000000000" pitchFamily="2" charset="2"/>
              <a:buChar char="§"/>
              <a:tabLst/>
              <a:defRPr/>
            </a:pPr>
            <a:r>
              <a:rPr kumimoji="0" lang="en-US" altLang="en-US" sz="1400" b="1" i="0" u="none" strike="noStrike" kern="1200" cap="none" spc="0" normalizeH="0" baseline="0" noProof="0">
                <a:ln>
                  <a:noFill/>
                </a:ln>
                <a:solidFill>
                  <a:srgbClr val="000000"/>
                </a:solidFill>
                <a:effectLst/>
                <a:uLnTx/>
                <a:uFillTx/>
                <a:latin typeface="Helvetica" pitchFamily="2" charset="0"/>
                <a:cs typeface="Arial" panose="020B0604020202020204" pitchFamily="34" charset="0"/>
              </a:rPr>
              <a:t>Edit the mask text</a:t>
            </a:r>
          </a:p>
          <a:p>
            <a:pPr marL="344987" marR="0" lvl="1" indent="-172554" algn="l" defTabSz="512897" rtl="0" eaLnBrk="1" fontAlgn="base" latinLnBrk="0" hangingPunct="1">
              <a:lnSpc>
                <a:spcPct val="90000"/>
              </a:lnSpc>
              <a:spcBef>
                <a:spcPct val="0"/>
              </a:spcBef>
              <a:spcAft>
                <a:spcPts val="800"/>
              </a:spcAft>
              <a:buClrTx/>
              <a:buSzTx/>
              <a:buFont typeface="Helvetica 75 Bold" panose="020B0804020202020204" pitchFamily="34" charset="0"/>
              <a:buChar char="−"/>
              <a:tabLst/>
              <a:defRPr/>
            </a:pPr>
            <a:r>
              <a:rPr kumimoji="0" lang="en-US" altLang="en-US" sz="1400" b="1" i="0" u="none" strike="noStrike" kern="1200" cap="none" spc="0" normalizeH="0" baseline="0" noProof="0">
                <a:ln>
                  <a:noFill/>
                </a:ln>
                <a:solidFill>
                  <a:srgbClr val="000000"/>
                </a:solidFill>
                <a:effectLst/>
                <a:uLnTx/>
                <a:uFillTx/>
                <a:latin typeface="Helvetica" pitchFamily="2" charset="0"/>
                <a:ea typeface="Arial Unicode MS" panose="020B0604020202020204" pitchFamily="34" charset="-128"/>
                <a:cs typeface="Arial" panose="020B0604020202020204" pitchFamily="34" charset="0"/>
              </a:rPr>
              <a:t>Second level</a:t>
            </a:r>
          </a:p>
          <a:p>
            <a:pPr marL="512897" marR="0" lvl="2" indent="-172554" algn="l" defTabSz="512897" rtl="0" eaLnBrk="1" fontAlgn="base" latinLnBrk="0" hangingPunct="1">
              <a:lnSpc>
                <a:spcPct val="90000"/>
              </a:lnSpc>
              <a:spcBef>
                <a:spcPct val="0"/>
              </a:spcBef>
              <a:spcAft>
                <a:spcPts val="800"/>
              </a:spcAft>
              <a:buClrTx/>
              <a:buSzTx/>
              <a:buFont typeface="Helvetica 75 Bold" panose="020B0804020202020204" pitchFamily="34" charset="0"/>
              <a:buChar char="−"/>
              <a:tabLst/>
              <a:defRPr/>
            </a:pPr>
            <a:r>
              <a:rPr kumimoji="0" lang="en-US" altLang="en-US" sz="1400" b="1" i="0" u="none" strike="noStrike" kern="1200" cap="none" spc="0" normalizeH="0" baseline="0" noProof="0">
                <a:ln>
                  <a:noFill/>
                </a:ln>
                <a:solidFill>
                  <a:srgbClr val="000000"/>
                </a:solidFill>
                <a:effectLst/>
                <a:uLnTx/>
                <a:uFillTx/>
                <a:latin typeface="Helvetica" pitchFamily="2" charset="0"/>
                <a:ea typeface="ＭＳ Ｐゴシック" pitchFamily="34" charset="-128"/>
                <a:cs typeface="Arial" panose="020B0604020202020204" pitchFamily="34" charset="0"/>
              </a:rPr>
              <a:t>Third level</a:t>
            </a:r>
          </a:p>
        </p:txBody>
      </p:sp>
    </p:spTree>
    <p:extLst>
      <p:ext uri="{BB962C8B-B14F-4D97-AF65-F5344CB8AC3E}">
        <p14:creationId xmlns:p14="http://schemas.microsoft.com/office/powerpoint/2010/main" val="171923667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userDrawn="1">
  <p:cSld name="2_MASTER Title Only">
    <p:bg>
      <p:bgPr>
        <a:solidFill>
          <a:schemeClr val="tx1"/>
        </a:solid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339726" y="339761"/>
            <a:ext cx="8470900" cy="621329"/>
          </a:xfrm>
          <a:prstGeom prst="rect">
            <a:avLst/>
          </a:prstGeom>
        </p:spPr>
        <p:txBody>
          <a:bodyPr/>
          <a:lstStyle>
            <a:lvl1pPr>
              <a:defRPr>
                <a:solidFill>
                  <a:schemeClr val="bg1"/>
                </a:solidFill>
              </a:defRPr>
            </a:lvl1pPr>
          </a:lstStyle>
          <a:p>
            <a:r>
              <a:rPr lang="en-US"/>
              <a:t>Click to edit title</a:t>
            </a:r>
          </a:p>
        </p:txBody>
      </p:sp>
    </p:spTree>
    <p:extLst>
      <p:ext uri="{BB962C8B-B14F-4D97-AF65-F5344CB8AC3E}">
        <p14:creationId xmlns:p14="http://schemas.microsoft.com/office/powerpoint/2010/main" val="3588464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lide ">
    <p:bg>
      <p:bgRef idx="1001">
        <a:schemeClr val="bg1"/>
      </p:bgRef>
    </p:bg>
    <p:spTree>
      <p:nvGrpSpPr>
        <p:cNvPr id="1" name=""/>
        <p:cNvGrpSpPr/>
        <p:nvPr/>
      </p:nvGrpSpPr>
      <p:grpSpPr>
        <a:xfrm>
          <a:off x="0" y="0"/>
          <a:ext cx="0" cy="0"/>
          <a:chOff x="0" y="0"/>
          <a:chExt cx="0" cy="0"/>
        </a:xfrm>
      </p:grpSpPr>
      <p:pic>
        <p:nvPicPr>
          <p:cNvPr id="26" name="Image 2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794"/>
            <a:ext cx="9144000" cy="5141912"/>
          </a:xfrm>
          <a:prstGeom prst="rect">
            <a:avLst/>
          </a:prstGeom>
        </p:spPr>
      </p:pic>
      <p:pic>
        <p:nvPicPr>
          <p:cNvPr id="27" name="Image 26"/>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rot="10800000">
            <a:off x="0" y="1588"/>
            <a:ext cx="1535502" cy="2971896"/>
          </a:xfrm>
          <a:prstGeom prst="rect">
            <a:avLst/>
          </a:prstGeom>
        </p:spPr>
      </p:pic>
      <p:sp>
        <p:nvSpPr>
          <p:cNvPr id="23" name="Titre 1"/>
          <p:cNvSpPr>
            <a:spLocks noGrp="1"/>
          </p:cNvSpPr>
          <p:nvPr>
            <p:ph type="ctrTitle" hasCustomPrompt="1"/>
          </p:nvPr>
        </p:nvSpPr>
        <p:spPr>
          <a:xfrm>
            <a:off x="1842563" y="1485853"/>
            <a:ext cx="6758512" cy="1195559"/>
          </a:xfrm>
        </p:spPr>
        <p:txBody>
          <a:bodyPr anchor="t"/>
          <a:lstStyle>
            <a:lvl1pPr algn="l">
              <a:defRPr lang="fr-FR" sz="3999" b="1" i="0" kern="1200" dirty="0">
                <a:solidFill>
                  <a:schemeClr val="bg2"/>
                </a:solidFill>
                <a:latin typeface="Helvetica" pitchFamily="2" charset="0"/>
                <a:ea typeface="+mn-ea"/>
                <a:cs typeface="Arial" panose="020B0604020202020204" pitchFamily="34" charset="0"/>
              </a:defRPr>
            </a:lvl1pPr>
          </a:lstStyle>
          <a:p>
            <a:r>
              <a:rPr lang="en-US" noProof="0"/>
              <a:t>Change the title</a:t>
            </a:r>
          </a:p>
        </p:txBody>
      </p:sp>
      <p:sp>
        <p:nvSpPr>
          <p:cNvPr id="21" name="Espace réservé du texte 9"/>
          <p:cNvSpPr>
            <a:spLocks noGrp="1"/>
          </p:cNvSpPr>
          <p:nvPr>
            <p:ph type="body" sz="quarter" idx="18" hasCustomPrompt="1"/>
          </p:nvPr>
        </p:nvSpPr>
        <p:spPr>
          <a:xfrm>
            <a:off x="1840396" y="2470694"/>
            <a:ext cx="5703405" cy="449743"/>
          </a:xfrm>
        </p:spPr>
        <p:txBody>
          <a:bodyPr anchor="b">
            <a:noAutofit/>
          </a:bodyPr>
          <a:lstStyle>
            <a:lvl1pPr marL="0" marR="0" indent="0" algn="l" defTabSz="685594" rtl="0" eaLnBrk="1" fontAlgn="auto" latinLnBrk="0" hangingPunct="1">
              <a:lnSpc>
                <a:spcPct val="100000"/>
              </a:lnSpc>
              <a:spcBef>
                <a:spcPts val="750"/>
              </a:spcBef>
              <a:spcAft>
                <a:spcPts val="0"/>
              </a:spcAft>
              <a:buClrTx/>
              <a:buSzTx/>
              <a:buFont typeface="Arial"/>
              <a:buNone/>
              <a:tabLst/>
              <a:defRPr lang="fr-FR" altLang="en-US" sz="1799" b="1" i="0" kern="1200" baseline="0">
                <a:solidFill>
                  <a:schemeClr val="tx1"/>
                </a:solidFill>
                <a:latin typeface="Helvetica" pitchFamily="2" charset="0"/>
                <a:ea typeface="+mn-ea"/>
                <a:cs typeface="Arial" panose="020B0604020202020204" pitchFamily="34" charset="0"/>
              </a:defRPr>
            </a:lvl1pPr>
          </a:lstStyle>
          <a:p>
            <a:pPr marL="0" marR="0" lvl="0" indent="0" algn="l" defTabSz="685594" rtl="0" eaLnBrk="1" fontAlgn="auto" latinLnBrk="0" hangingPunct="1">
              <a:lnSpc>
                <a:spcPct val="100000"/>
              </a:lnSpc>
              <a:spcBef>
                <a:spcPts val="750"/>
              </a:spcBef>
              <a:spcAft>
                <a:spcPts val="0"/>
              </a:spcAft>
              <a:buClrTx/>
              <a:buSzTx/>
              <a:buFont typeface="Arial"/>
              <a:buNone/>
              <a:tabLst/>
              <a:defRPr/>
            </a:pPr>
            <a:r>
              <a:rPr lang="en-US" noProof="0"/>
              <a:t>Edit subtitle</a:t>
            </a:r>
          </a:p>
        </p:txBody>
      </p:sp>
      <p:grpSp>
        <p:nvGrpSpPr>
          <p:cNvPr id="10" name="Group 70">
            <a:extLst>
              <a:ext uri="{FF2B5EF4-FFF2-40B4-BE49-F238E27FC236}">
                <a16:creationId xmlns:a16="http://schemas.microsoft.com/office/drawing/2014/main" id="{A6CA6FA1-1368-6C4F-95DD-0D2A4E996193}"/>
              </a:ext>
            </a:extLst>
          </p:cNvPr>
          <p:cNvGrpSpPr/>
          <p:nvPr userDrawn="1"/>
        </p:nvGrpSpPr>
        <p:grpSpPr>
          <a:xfrm>
            <a:off x="352425" y="4129400"/>
            <a:ext cx="672984" cy="672551"/>
            <a:chOff x="-14435138" y="-519113"/>
            <a:chExt cx="4754563" cy="4752976"/>
          </a:xfrm>
        </p:grpSpPr>
        <p:sp>
          <p:nvSpPr>
            <p:cNvPr id="11" name="Rectangle 10">
              <a:extLst>
                <a:ext uri="{FF2B5EF4-FFF2-40B4-BE49-F238E27FC236}">
                  <a16:creationId xmlns:a16="http://schemas.microsoft.com/office/drawing/2014/main" id="{E1AFAB83-F8FE-4B41-ABF2-8FB6DFF20DD1}"/>
                </a:ext>
              </a:extLst>
            </p:cNvPr>
            <p:cNvSpPr>
              <a:spLocks noChangeArrowheads="1"/>
            </p:cNvSpPr>
            <p:nvPr/>
          </p:nvSpPr>
          <p:spPr bwMode="auto">
            <a:xfrm>
              <a:off x="-14435138" y="-519113"/>
              <a:ext cx="4754563" cy="4752976"/>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2" name="Freeform 89">
              <a:extLst>
                <a:ext uri="{FF2B5EF4-FFF2-40B4-BE49-F238E27FC236}">
                  <a16:creationId xmlns:a16="http://schemas.microsoft.com/office/drawing/2014/main" id="{D54CBF7A-7D02-4E4F-9F27-62DE2F00FD9A}"/>
                </a:ext>
              </a:extLst>
            </p:cNvPr>
            <p:cNvSpPr>
              <a:spLocks noEditPoints="1"/>
            </p:cNvSpPr>
            <p:nvPr/>
          </p:nvSpPr>
          <p:spPr bwMode="auto">
            <a:xfrm>
              <a:off x="-12987338" y="3157538"/>
              <a:ext cx="590550" cy="676275"/>
            </a:xfrm>
            <a:custGeom>
              <a:avLst/>
              <a:gdLst>
                <a:gd name="T0" fmla="*/ 18 w 62"/>
                <a:gd name="T1" fmla="*/ 50 h 71"/>
                <a:gd name="T2" fmla="*/ 26 w 62"/>
                <a:gd name="T3" fmla="*/ 59 h 71"/>
                <a:gd name="T4" fmla="*/ 43 w 62"/>
                <a:gd name="T5" fmla="*/ 51 h 71"/>
                <a:gd name="T6" fmla="*/ 43 w 62"/>
                <a:gd name="T7" fmla="*/ 35 h 71"/>
                <a:gd name="T8" fmla="*/ 18 w 62"/>
                <a:gd name="T9" fmla="*/ 50 h 71"/>
                <a:gd name="T10" fmla="*/ 44 w 62"/>
                <a:gd name="T11" fmla="*/ 64 h 71"/>
                <a:gd name="T12" fmla="*/ 21 w 62"/>
                <a:gd name="T13" fmla="*/ 71 h 71"/>
                <a:gd name="T14" fmla="*/ 0 w 62"/>
                <a:gd name="T15" fmla="*/ 51 h 71"/>
                <a:gd name="T16" fmla="*/ 44 w 62"/>
                <a:gd name="T17" fmla="*/ 24 h 71"/>
                <a:gd name="T18" fmla="*/ 44 w 62"/>
                <a:gd name="T19" fmla="*/ 20 h 71"/>
                <a:gd name="T20" fmla="*/ 33 w 62"/>
                <a:gd name="T21" fmla="*/ 12 h 71"/>
                <a:gd name="T22" fmla="*/ 16 w 62"/>
                <a:gd name="T23" fmla="*/ 20 h 71"/>
                <a:gd name="T24" fmla="*/ 4 w 62"/>
                <a:gd name="T25" fmla="*/ 13 h 71"/>
                <a:gd name="T26" fmla="*/ 33 w 62"/>
                <a:gd name="T27" fmla="*/ 0 h 71"/>
                <a:gd name="T28" fmla="*/ 62 w 62"/>
                <a:gd name="T29" fmla="*/ 20 h 71"/>
                <a:gd name="T30" fmla="*/ 62 w 62"/>
                <a:gd name="T31" fmla="*/ 70 h 71"/>
                <a:gd name="T32" fmla="*/ 45 w 62"/>
                <a:gd name="T33" fmla="*/ 70 h 71"/>
                <a:gd name="T34" fmla="*/ 44 w 62"/>
                <a:gd name="T35" fmla="*/ 64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 h="71">
                  <a:moveTo>
                    <a:pt x="18" y="50"/>
                  </a:moveTo>
                  <a:cubicBezTo>
                    <a:pt x="18" y="54"/>
                    <a:pt x="21" y="59"/>
                    <a:pt x="26" y="59"/>
                  </a:cubicBezTo>
                  <a:cubicBezTo>
                    <a:pt x="32" y="59"/>
                    <a:pt x="38" y="56"/>
                    <a:pt x="43" y="51"/>
                  </a:cubicBezTo>
                  <a:cubicBezTo>
                    <a:pt x="43" y="35"/>
                    <a:pt x="43" y="35"/>
                    <a:pt x="43" y="35"/>
                  </a:cubicBezTo>
                  <a:cubicBezTo>
                    <a:pt x="26" y="37"/>
                    <a:pt x="18" y="42"/>
                    <a:pt x="18" y="50"/>
                  </a:cubicBezTo>
                  <a:moveTo>
                    <a:pt x="44" y="64"/>
                  </a:moveTo>
                  <a:cubicBezTo>
                    <a:pt x="37" y="69"/>
                    <a:pt x="29" y="71"/>
                    <a:pt x="21" y="71"/>
                  </a:cubicBezTo>
                  <a:cubicBezTo>
                    <a:pt x="8" y="71"/>
                    <a:pt x="0" y="63"/>
                    <a:pt x="0" y="51"/>
                  </a:cubicBezTo>
                  <a:cubicBezTo>
                    <a:pt x="0" y="36"/>
                    <a:pt x="14" y="27"/>
                    <a:pt x="44" y="24"/>
                  </a:cubicBezTo>
                  <a:cubicBezTo>
                    <a:pt x="44" y="20"/>
                    <a:pt x="44" y="20"/>
                    <a:pt x="44" y="20"/>
                  </a:cubicBezTo>
                  <a:cubicBezTo>
                    <a:pt x="44" y="15"/>
                    <a:pt x="40" y="12"/>
                    <a:pt x="33" y="12"/>
                  </a:cubicBezTo>
                  <a:cubicBezTo>
                    <a:pt x="26" y="12"/>
                    <a:pt x="20" y="15"/>
                    <a:pt x="16" y="20"/>
                  </a:cubicBezTo>
                  <a:cubicBezTo>
                    <a:pt x="4" y="13"/>
                    <a:pt x="4" y="13"/>
                    <a:pt x="4" y="13"/>
                  </a:cubicBezTo>
                  <a:cubicBezTo>
                    <a:pt x="10" y="4"/>
                    <a:pt x="20" y="0"/>
                    <a:pt x="33" y="0"/>
                  </a:cubicBezTo>
                  <a:cubicBezTo>
                    <a:pt x="51" y="0"/>
                    <a:pt x="62" y="7"/>
                    <a:pt x="62" y="20"/>
                  </a:cubicBezTo>
                  <a:cubicBezTo>
                    <a:pt x="62" y="20"/>
                    <a:pt x="61" y="70"/>
                    <a:pt x="62" y="70"/>
                  </a:cubicBezTo>
                  <a:cubicBezTo>
                    <a:pt x="45" y="70"/>
                    <a:pt x="45" y="70"/>
                    <a:pt x="45" y="70"/>
                  </a:cubicBezTo>
                  <a:lnTo>
                    <a:pt x="44" y="6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3" name="Freeform 90">
              <a:extLst>
                <a:ext uri="{FF2B5EF4-FFF2-40B4-BE49-F238E27FC236}">
                  <a16:creationId xmlns:a16="http://schemas.microsoft.com/office/drawing/2014/main" id="{4F57F2AF-D568-FD41-8CED-F048B009E8C8}"/>
                </a:ext>
              </a:extLst>
            </p:cNvPr>
            <p:cNvSpPr>
              <a:spLocks/>
            </p:cNvSpPr>
            <p:nvPr/>
          </p:nvSpPr>
          <p:spPr bwMode="auto">
            <a:xfrm>
              <a:off x="-12263438" y="3148013"/>
              <a:ext cx="590550" cy="676275"/>
            </a:xfrm>
            <a:custGeom>
              <a:avLst/>
              <a:gdLst>
                <a:gd name="T0" fmla="*/ 0 w 62"/>
                <a:gd name="T1" fmla="*/ 4 h 71"/>
                <a:gd name="T2" fmla="*/ 15 w 62"/>
                <a:gd name="T3" fmla="*/ 2 h 71"/>
                <a:gd name="T4" fmla="*/ 17 w 62"/>
                <a:gd name="T5" fmla="*/ 10 h 71"/>
                <a:gd name="T6" fmla="*/ 41 w 62"/>
                <a:gd name="T7" fmla="*/ 0 h 71"/>
                <a:gd name="T8" fmla="*/ 62 w 62"/>
                <a:gd name="T9" fmla="*/ 23 h 71"/>
                <a:gd name="T10" fmla="*/ 62 w 62"/>
                <a:gd name="T11" fmla="*/ 71 h 71"/>
                <a:gd name="T12" fmla="*/ 44 w 62"/>
                <a:gd name="T13" fmla="*/ 71 h 71"/>
                <a:gd name="T14" fmla="*/ 44 w 62"/>
                <a:gd name="T15" fmla="*/ 26 h 71"/>
                <a:gd name="T16" fmla="*/ 35 w 62"/>
                <a:gd name="T17" fmla="*/ 14 h 71"/>
                <a:gd name="T18" fmla="*/ 18 w 62"/>
                <a:gd name="T19" fmla="*/ 22 h 71"/>
                <a:gd name="T20" fmla="*/ 18 w 62"/>
                <a:gd name="T21" fmla="*/ 71 h 71"/>
                <a:gd name="T22" fmla="*/ 0 w 62"/>
                <a:gd name="T23" fmla="*/ 71 h 71"/>
                <a:gd name="T24" fmla="*/ 0 w 62"/>
                <a:gd name="T25" fmla="*/ 4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71">
                  <a:moveTo>
                    <a:pt x="0" y="4"/>
                  </a:moveTo>
                  <a:cubicBezTo>
                    <a:pt x="15" y="2"/>
                    <a:pt x="15" y="2"/>
                    <a:pt x="15" y="2"/>
                  </a:cubicBezTo>
                  <a:cubicBezTo>
                    <a:pt x="17" y="10"/>
                    <a:pt x="17" y="10"/>
                    <a:pt x="17" y="10"/>
                  </a:cubicBezTo>
                  <a:cubicBezTo>
                    <a:pt x="25" y="4"/>
                    <a:pt x="32" y="0"/>
                    <a:pt x="41" y="0"/>
                  </a:cubicBezTo>
                  <a:cubicBezTo>
                    <a:pt x="55" y="0"/>
                    <a:pt x="62" y="8"/>
                    <a:pt x="62" y="23"/>
                  </a:cubicBezTo>
                  <a:cubicBezTo>
                    <a:pt x="62" y="71"/>
                    <a:pt x="62" y="71"/>
                    <a:pt x="62" y="71"/>
                  </a:cubicBezTo>
                  <a:cubicBezTo>
                    <a:pt x="44" y="71"/>
                    <a:pt x="44" y="71"/>
                    <a:pt x="44" y="71"/>
                  </a:cubicBezTo>
                  <a:cubicBezTo>
                    <a:pt x="44" y="26"/>
                    <a:pt x="44" y="26"/>
                    <a:pt x="44" y="26"/>
                  </a:cubicBezTo>
                  <a:cubicBezTo>
                    <a:pt x="44" y="18"/>
                    <a:pt x="42" y="14"/>
                    <a:pt x="35" y="14"/>
                  </a:cubicBezTo>
                  <a:cubicBezTo>
                    <a:pt x="30" y="14"/>
                    <a:pt x="24" y="16"/>
                    <a:pt x="18" y="22"/>
                  </a:cubicBezTo>
                  <a:cubicBezTo>
                    <a:pt x="18" y="71"/>
                    <a:pt x="18" y="71"/>
                    <a:pt x="18" y="71"/>
                  </a:cubicBezTo>
                  <a:cubicBezTo>
                    <a:pt x="0" y="71"/>
                    <a:pt x="0" y="71"/>
                    <a:pt x="0" y="71"/>
                  </a:cubicBez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4" name="Freeform 91">
              <a:extLst>
                <a:ext uri="{FF2B5EF4-FFF2-40B4-BE49-F238E27FC236}">
                  <a16:creationId xmlns:a16="http://schemas.microsoft.com/office/drawing/2014/main" id="{0CD4D595-8403-784F-8E51-1F039EFB99F1}"/>
                </a:ext>
              </a:extLst>
            </p:cNvPr>
            <p:cNvSpPr>
              <a:spLocks noEditPoints="1"/>
            </p:cNvSpPr>
            <p:nvPr/>
          </p:nvSpPr>
          <p:spPr bwMode="auto">
            <a:xfrm>
              <a:off x="-10823575" y="3148013"/>
              <a:ext cx="609600" cy="695325"/>
            </a:xfrm>
            <a:custGeom>
              <a:avLst/>
              <a:gdLst>
                <a:gd name="T0" fmla="*/ 46 w 64"/>
                <a:gd name="T1" fmla="*/ 28 h 73"/>
                <a:gd name="T2" fmla="*/ 32 w 64"/>
                <a:gd name="T3" fmla="*/ 13 h 73"/>
                <a:gd name="T4" fmla="*/ 18 w 64"/>
                <a:gd name="T5" fmla="*/ 28 h 73"/>
                <a:gd name="T6" fmla="*/ 46 w 64"/>
                <a:gd name="T7" fmla="*/ 28 h 73"/>
                <a:gd name="T8" fmla="*/ 32 w 64"/>
                <a:gd name="T9" fmla="*/ 73 h 73"/>
                <a:gd name="T10" fmla="*/ 0 w 64"/>
                <a:gd name="T11" fmla="*/ 37 h 73"/>
                <a:gd name="T12" fmla="*/ 32 w 64"/>
                <a:gd name="T13" fmla="*/ 0 h 73"/>
                <a:gd name="T14" fmla="*/ 64 w 64"/>
                <a:gd name="T15" fmla="*/ 36 h 73"/>
                <a:gd name="T16" fmla="*/ 64 w 64"/>
                <a:gd name="T17" fmla="*/ 39 h 73"/>
                <a:gd name="T18" fmla="*/ 17 w 64"/>
                <a:gd name="T19" fmla="*/ 39 h 73"/>
                <a:gd name="T20" fmla="*/ 34 w 64"/>
                <a:gd name="T21" fmla="*/ 59 h 73"/>
                <a:gd name="T22" fmla="*/ 50 w 64"/>
                <a:gd name="T23" fmla="*/ 50 h 73"/>
                <a:gd name="T24" fmla="*/ 63 w 64"/>
                <a:gd name="T25" fmla="*/ 58 h 73"/>
                <a:gd name="T26" fmla="*/ 32 w 64"/>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73">
                  <a:moveTo>
                    <a:pt x="46" y="28"/>
                  </a:moveTo>
                  <a:cubicBezTo>
                    <a:pt x="46" y="18"/>
                    <a:pt x="41" y="13"/>
                    <a:pt x="32" y="13"/>
                  </a:cubicBezTo>
                  <a:cubicBezTo>
                    <a:pt x="24" y="13"/>
                    <a:pt x="19" y="18"/>
                    <a:pt x="18" y="28"/>
                  </a:cubicBezTo>
                  <a:lnTo>
                    <a:pt x="46" y="28"/>
                  </a:lnTo>
                  <a:close/>
                  <a:moveTo>
                    <a:pt x="32" y="73"/>
                  </a:moveTo>
                  <a:cubicBezTo>
                    <a:pt x="12" y="73"/>
                    <a:pt x="0" y="60"/>
                    <a:pt x="0" y="37"/>
                  </a:cubicBezTo>
                  <a:cubicBezTo>
                    <a:pt x="0" y="14"/>
                    <a:pt x="12" y="0"/>
                    <a:pt x="32" y="0"/>
                  </a:cubicBezTo>
                  <a:cubicBezTo>
                    <a:pt x="52" y="0"/>
                    <a:pt x="64" y="13"/>
                    <a:pt x="64" y="36"/>
                  </a:cubicBezTo>
                  <a:cubicBezTo>
                    <a:pt x="64" y="37"/>
                    <a:pt x="64" y="38"/>
                    <a:pt x="64" y="39"/>
                  </a:cubicBezTo>
                  <a:cubicBezTo>
                    <a:pt x="17" y="39"/>
                    <a:pt x="17" y="39"/>
                    <a:pt x="17" y="39"/>
                  </a:cubicBezTo>
                  <a:cubicBezTo>
                    <a:pt x="18" y="53"/>
                    <a:pt x="23" y="59"/>
                    <a:pt x="34" y="59"/>
                  </a:cubicBezTo>
                  <a:cubicBezTo>
                    <a:pt x="41" y="59"/>
                    <a:pt x="45" y="56"/>
                    <a:pt x="50" y="50"/>
                  </a:cubicBezTo>
                  <a:cubicBezTo>
                    <a:pt x="63" y="58"/>
                    <a:pt x="63" y="58"/>
                    <a:pt x="63" y="58"/>
                  </a:cubicBezTo>
                  <a:cubicBezTo>
                    <a:pt x="57" y="68"/>
                    <a:pt x="46" y="73"/>
                    <a:pt x="32"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5" name="Freeform 92">
              <a:extLst>
                <a:ext uri="{FF2B5EF4-FFF2-40B4-BE49-F238E27FC236}">
                  <a16:creationId xmlns:a16="http://schemas.microsoft.com/office/drawing/2014/main" id="{848DACA1-76F6-B940-AA05-424734B65894}"/>
                </a:ext>
              </a:extLst>
            </p:cNvPr>
            <p:cNvSpPr>
              <a:spLocks noEditPoints="1"/>
            </p:cNvSpPr>
            <p:nvPr/>
          </p:nvSpPr>
          <p:spPr bwMode="auto">
            <a:xfrm>
              <a:off x="-14177963" y="3148013"/>
              <a:ext cx="657225" cy="695325"/>
            </a:xfrm>
            <a:custGeom>
              <a:avLst/>
              <a:gdLst>
                <a:gd name="T0" fmla="*/ 34 w 69"/>
                <a:gd name="T1" fmla="*/ 16 h 73"/>
                <a:gd name="T2" fmla="*/ 18 w 69"/>
                <a:gd name="T3" fmla="*/ 37 h 73"/>
                <a:gd name="T4" fmla="*/ 34 w 69"/>
                <a:gd name="T5" fmla="*/ 58 h 73"/>
                <a:gd name="T6" fmla="*/ 51 w 69"/>
                <a:gd name="T7" fmla="*/ 37 h 73"/>
                <a:gd name="T8" fmla="*/ 34 w 69"/>
                <a:gd name="T9" fmla="*/ 16 h 73"/>
                <a:gd name="T10" fmla="*/ 34 w 69"/>
                <a:gd name="T11" fmla="*/ 73 h 73"/>
                <a:gd name="T12" fmla="*/ 0 w 69"/>
                <a:gd name="T13" fmla="*/ 37 h 73"/>
                <a:gd name="T14" fmla="*/ 34 w 69"/>
                <a:gd name="T15" fmla="*/ 0 h 73"/>
                <a:gd name="T16" fmla="*/ 69 w 69"/>
                <a:gd name="T17" fmla="*/ 37 h 73"/>
                <a:gd name="T18" fmla="*/ 34 w 69"/>
                <a:gd name="T19"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73">
                  <a:moveTo>
                    <a:pt x="34" y="16"/>
                  </a:moveTo>
                  <a:cubicBezTo>
                    <a:pt x="21" y="16"/>
                    <a:pt x="18" y="28"/>
                    <a:pt x="18" y="37"/>
                  </a:cubicBezTo>
                  <a:cubicBezTo>
                    <a:pt x="18" y="46"/>
                    <a:pt x="21" y="58"/>
                    <a:pt x="34" y="58"/>
                  </a:cubicBezTo>
                  <a:cubicBezTo>
                    <a:pt x="48" y="58"/>
                    <a:pt x="51" y="46"/>
                    <a:pt x="51" y="37"/>
                  </a:cubicBezTo>
                  <a:cubicBezTo>
                    <a:pt x="51" y="28"/>
                    <a:pt x="48" y="16"/>
                    <a:pt x="34" y="16"/>
                  </a:cubicBezTo>
                  <a:moveTo>
                    <a:pt x="34" y="73"/>
                  </a:moveTo>
                  <a:cubicBezTo>
                    <a:pt x="16" y="73"/>
                    <a:pt x="0" y="62"/>
                    <a:pt x="0" y="37"/>
                  </a:cubicBezTo>
                  <a:cubicBezTo>
                    <a:pt x="0" y="12"/>
                    <a:pt x="16" y="0"/>
                    <a:pt x="34" y="0"/>
                  </a:cubicBezTo>
                  <a:cubicBezTo>
                    <a:pt x="52" y="0"/>
                    <a:pt x="69" y="12"/>
                    <a:pt x="69" y="37"/>
                  </a:cubicBezTo>
                  <a:cubicBezTo>
                    <a:pt x="69" y="62"/>
                    <a:pt x="52" y="73"/>
                    <a:pt x="34"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6" name="Freeform 93">
              <a:extLst>
                <a:ext uri="{FF2B5EF4-FFF2-40B4-BE49-F238E27FC236}">
                  <a16:creationId xmlns:a16="http://schemas.microsoft.com/office/drawing/2014/main" id="{997E2D52-CEBD-3943-9BE6-FCB0B2F9122B}"/>
                </a:ext>
              </a:extLst>
            </p:cNvPr>
            <p:cNvSpPr>
              <a:spLocks/>
            </p:cNvSpPr>
            <p:nvPr/>
          </p:nvSpPr>
          <p:spPr bwMode="auto">
            <a:xfrm>
              <a:off x="-13406438" y="3157538"/>
              <a:ext cx="371475" cy="666750"/>
            </a:xfrm>
            <a:custGeom>
              <a:avLst/>
              <a:gdLst>
                <a:gd name="T0" fmla="*/ 0 w 39"/>
                <a:gd name="T1" fmla="*/ 1 h 70"/>
                <a:gd name="T2" fmla="*/ 18 w 39"/>
                <a:gd name="T3" fmla="*/ 1 h 70"/>
                <a:gd name="T4" fmla="*/ 18 w 39"/>
                <a:gd name="T5" fmla="*/ 9 h 70"/>
                <a:gd name="T6" fmla="*/ 37 w 39"/>
                <a:gd name="T7" fmla="*/ 0 h 70"/>
                <a:gd name="T8" fmla="*/ 39 w 39"/>
                <a:gd name="T9" fmla="*/ 0 h 70"/>
                <a:gd name="T10" fmla="*/ 39 w 39"/>
                <a:gd name="T11" fmla="*/ 17 h 70"/>
                <a:gd name="T12" fmla="*/ 38 w 39"/>
                <a:gd name="T13" fmla="*/ 17 h 70"/>
                <a:gd name="T14" fmla="*/ 19 w 39"/>
                <a:gd name="T15" fmla="*/ 24 h 70"/>
                <a:gd name="T16" fmla="*/ 19 w 39"/>
                <a:gd name="T17" fmla="*/ 70 h 70"/>
                <a:gd name="T18" fmla="*/ 0 w 39"/>
                <a:gd name="T19" fmla="*/ 70 h 70"/>
                <a:gd name="T20" fmla="*/ 0 w 39"/>
                <a:gd name="T21" fmla="*/ 1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70">
                  <a:moveTo>
                    <a:pt x="0" y="1"/>
                  </a:moveTo>
                  <a:cubicBezTo>
                    <a:pt x="18" y="1"/>
                    <a:pt x="18" y="1"/>
                    <a:pt x="18" y="1"/>
                  </a:cubicBezTo>
                  <a:cubicBezTo>
                    <a:pt x="18" y="9"/>
                    <a:pt x="18" y="9"/>
                    <a:pt x="18" y="9"/>
                  </a:cubicBezTo>
                  <a:cubicBezTo>
                    <a:pt x="21" y="5"/>
                    <a:pt x="29" y="0"/>
                    <a:pt x="37" y="0"/>
                  </a:cubicBezTo>
                  <a:cubicBezTo>
                    <a:pt x="38" y="0"/>
                    <a:pt x="38" y="0"/>
                    <a:pt x="39" y="0"/>
                  </a:cubicBezTo>
                  <a:cubicBezTo>
                    <a:pt x="39" y="17"/>
                    <a:pt x="39" y="17"/>
                    <a:pt x="39" y="17"/>
                  </a:cubicBezTo>
                  <a:cubicBezTo>
                    <a:pt x="38" y="17"/>
                    <a:pt x="38" y="17"/>
                    <a:pt x="38" y="17"/>
                  </a:cubicBezTo>
                  <a:cubicBezTo>
                    <a:pt x="30" y="17"/>
                    <a:pt x="22" y="18"/>
                    <a:pt x="19" y="24"/>
                  </a:cubicBezTo>
                  <a:cubicBezTo>
                    <a:pt x="19" y="70"/>
                    <a:pt x="19" y="70"/>
                    <a:pt x="19" y="70"/>
                  </a:cubicBezTo>
                  <a:cubicBezTo>
                    <a:pt x="0" y="70"/>
                    <a:pt x="0" y="70"/>
                    <a:pt x="0" y="70"/>
                  </a:cubicBezTo>
                  <a:lnTo>
                    <a:pt x="0"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7" name="Freeform 94">
              <a:extLst>
                <a:ext uri="{FF2B5EF4-FFF2-40B4-BE49-F238E27FC236}">
                  <a16:creationId xmlns:a16="http://schemas.microsoft.com/office/drawing/2014/main" id="{824E2225-B2E7-664B-8998-5A204DAE3B30}"/>
                </a:ext>
              </a:extLst>
            </p:cNvPr>
            <p:cNvSpPr>
              <a:spLocks noEditPoints="1"/>
            </p:cNvSpPr>
            <p:nvPr/>
          </p:nvSpPr>
          <p:spPr bwMode="auto">
            <a:xfrm>
              <a:off x="-11549063" y="3148013"/>
              <a:ext cx="620713" cy="933450"/>
            </a:xfrm>
            <a:custGeom>
              <a:avLst/>
              <a:gdLst>
                <a:gd name="T0" fmla="*/ 65 w 65"/>
                <a:gd name="T1" fmla="*/ 2 h 98"/>
                <a:gd name="T2" fmla="*/ 65 w 65"/>
                <a:gd name="T3" fmla="*/ 67 h 98"/>
                <a:gd name="T4" fmla="*/ 31 w 65"/>
                <a:gd name="T5" fmla="*/ 98 h 98"/>
                <a:gd name="T6" fmla="*/ 2 w 65"/>
                <a:gd name="T7" fmla="*/ 81 h 98"/>
                <a:gd name="T8" fmla="*/ 20 w 65"/>
                <a:gd name="T9" fmla="*/ 78 h 98"/>
                <a:gd name="T10" fmla="*/ 33 w 65"/>
                <a:gd name="T11" fmla="*/ 85 h 98"/>
                <a:gd name="T12" fmla="*/ 47 w 65"/>
                <a:gd name="T13" fmla="*/ 70 h 98"/>
                <a:gd name="T14" fmla="*/ 47 w 65"/>
                <a:gd name="T15" fmla="*/ 62 h 98"/>
                <a:gd name="T16" fmla="*/ 47 w 65"/>
                <a:gd name="T17" fmla="*/ 61 h 98"/>
                <a:gd name="T18" fmla="*/ 29 w 65"/>
                <a:gd name="T19" fmla="*/ 71 h 98"/>
                <a:gd name="T20" fmla="*/ 0 w 65"/>
                <a:gd name="T21" fmla="*/ 37 h 98"/>
                <a:gd name="T22" fmla="*/ 28 w 65"/>
                <a:gd name="T23" fmla="*/ 0 h 98"/>
                <a:gd name="T24" fmla="*/ 48 w 65"/>
                <a:gd name="T25" fmla="*/ 10 h 98"/>
                <a:gd name="T26" fmla="*/ 48 w 65"/>
                <a:gd name="T27" fmla="*/ 10 h 98"/>
                <a:gd name="T28" fmla="*/ 49 w 65"/>
                <a:gd name="T29" fmla="*/ 2 h 98"/>
                <a:gd name="T30" fmla="*/ 65 w 65"/>
                <a:gd name="T31" fmla="*/ 2 h 98"/>
                <a:gd name="T32" fmla="*/ 32 w 65"/>
                <a:gd name="T33" fmla="*/ 57 h 98"/>
                <a:gd name="T34" fmla="*/ 47 w 65"/>
                <a:gd name="T35" fmla="*/ 33 h 98"/>
                <a:gd name="T36" fmla="*/ 32 w 65"/>
                <a:gd name="T37" fmla="*/ 13 h 98"/>
                <a:gd name="T38" fmla="*/ 18 w 65"/>
                <a:gd name="T39" fmla="*/ 34 h 98"/>
                <a:gd name="T40" fmla="*/ 32 w 65"/>
                <a:gd name="T41" fmla="*/ 5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5" h="98">
                  <a:moveTo>
                    <a:pt x="65" y="2"/>
                  </a:moveTo>
                  <a:cubicBezTo>
                    <a:pt x="65" y="67"/>
                    <a:pt x="65" y="67"/>
                    <a:pt x="65" y="67"/>
                  </a:cubicBezTo>
                  <a:cubicBezTo>
                    <a:pt x="65" y="79"/>
                    <a:pt x="64" y="98"/>
                    <a:pt x="31" y="98"/>
                  </a:cubicBezTo>
                  <a:cubicBezTo>
                    <a:pt x="17" y="98"/>
                    <a:pt x="4" y="93"/>
                    <a:pt x="2" y="81"/>
                  </a:cubicBezTo>
                  <a:cubicBezTo>
                    <a:pt x="20" y="78"/>
                    <a:pt x="20" y="78"/>
                    <a:pt x="20" y="78"/>
                  </a:cubicBezTo>
                  <a:cubicBezTo>
                    <a:pt x="21" y="82"/>
                    <a:pt x="23" y="85"/>
                    <a:pt x="33" y="85"/>
                  </a:cubicBezTo>
                  <a:cubicBezTo>
                    <a:pt x="42" y="85"/>
                    <a:pt x="47" y="80"/>
                    <a:pt x="47" y="70"/>
                  </a:cubicBezTo>
                  <a:cubicBezTo>
                    <a:pt x="47" y="62"/>
                    <a:pt x="47" y="62"/>
                    <a:pt x="47" y="62"/>
                  </a:cubicBezTo>
                  <a:cubicBezTo>
                    <a:pt x="47" y="61"/>
                    <a:pt x="47" y="61"/>
                    <a:pt x="47" y="61"/>
                  </a:cubicBezTo>
                  <a:cubicBezTo>
                    <a:pt x="44" y="66"/>
                    <a:pt x="39" y="71"/>
                    <a:pt x="29" y="71"/>
                  </a:cubicBezTo>
                  <a:cubicBezTo>
                    <a:pt x="13" y="71"/>
                    <a:pt x="0" y="60"/>
                    <a:pt x="0" y="37"/>
                  </a:cubicBezTo>
                  <a:cubicBezTo>
                    <a:pt x="0" y="13"/>
                    <a:pt x="13" y="1"/>
                    <a:pt x="28" y="0"/>
                  </a:cubicBezTo>
                  <a:cubicBezTo>
                    <a:pt x="41" y="0"/>
                    <a:pt x="47" y="7"/>
                    <a:pt x="48" y="10"/>
                  </a:cubicBezTo>
                  <a:cubicBezTo>
                    <a:pt x="48" y="10"/>
                    <a:pt x="48" y="10"/>
                    <a:pt x="48" y="10"/>
                  </a:cubicBezTo>
                  <a:cubicBezTo>
                    <a:pt x="49" y="2"/>
                    <a:pt x="49" y="2"/>
                    <a:pt x="49" y="2"/>
                  </a:cubicBezTo>
                  <a:lnTo>
                    <a:pt x="65" y="2"/>
                  </a:lnTo>
                  <a:close/>
                  <a:moveTo>
                    <a:pt x="32" y="57"/>
                  </a:moveTo>
                  <a:cubicBezTo>
                    <a:pt x="46" y="56"/>
                    <a:pt x="47" y="42"/>
                    <a:pt x="47" y="33"/>
                  </a:cubicBezTo>
                  <a:cubicBezTo>
                    <a:pt x="47" y="22"/>
                    <a:pt x="42" y="13"/>
                    <a:pt x="32" y="13"/>
                  </a:cubicBezTo>
                  <a:cubicBezTo>
                    <a:pt x="25" y="13"/>
                    <a:pt x="18" y="18"/>
                    <a:pt x="18" y="34"/>
                  </a:cubicBezTo>
                  <a:cubicBezTo>
                    <a:pt x="18" y="42"/>
                    <a:pt x="19" y="57"/>
                    <a:pt x="32" y="5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8" name="Freeform 95">
              <a:extLst>
                <a:ext uri="{FF2B5EF4-FFF2-40B4-BE49-F238E27FC236}">
                  <a16:creationId xmlns:a16="http://schemas.microsoft.com/office/drawing/2014/main" id="{73AA130E-22A7-6F45-8BD0-B586AF400962}"/>
                </a:ext>
              </a:extLst>
            </p:cNvPr>
            <p:cNvSpPr>
              <a:spLocks noEditPoints="1"/>
            </p:cNvSpPr>
            <p:nvPr/>
          </p:nvSpPr>
          <p:spPr bwMode="auto">
            <a:xfrm>
              <a:off x="-10318750" y="2919413"/>
              <a:ext cx="457200" cy="219075"/>
            </a:xfrm>
            <a:custGeom>
              <a:avLst/>
              <a:gdLst>
                <a:gd name="T0" fmla="*/ 288 w 288"/>
                <a:gd name="T1" fmla="*/ 138 h 138"/>
                <a:gd name="T2" fmla="*/ 264 w 288"/>
                <a:gd name="T3" fmla="*/ 138 h 138"/>
                <a:gd name="T4" fmla="*/ 264 w 288"/>
                <a:gd name="T5" fmla="*/ 18 h 138"/>
                <a:gd name="T6" fmla="*/ 264 w 288"/>
                <a:gd name="T7" fmla="*/ 18 h 138"/>
                <a:gd name="T8" fmla="*/ 222 w 288"/>
                <a:gd name="T9" fmla="*/ 138 h 138"/>
                <a:gd name="T10" fmla="*/ 204 w 288"/>
                <a:gd name="T11" fmla="*/ 138 h 138"/>
                <a:gd name="T12" fmla="*/ 162 w 288"/>
                <a:gd name="T13" fmla="*/ 18 h 138"/>
                <a:gd name="T14" fmla="*/ 156 w 288"/>
                <a:gd name="T15" fmla="*/ 18 h 138"/>
                <a:gd name="T16" fmla="*/ 156 w 288"/>
                <a:gd name="T17" fmla="*/ 138 h 138"/>
                <a:gd name="T18" fmla="*/ 138 w 288"/>
                <a:gd name="T19" fmla="*/ 138 h 138"/>
                <a:gd name="T20" fmla="*/ 138 w 288"/>
                <a:gd name="T21" fmla="*/ 0 h 138"/>
                <a:gd name="T22" fmla="*/ 174 w 288"/>
                <a:gd name="T23" fmla="*/ 0 h 138"/>
                <a:gd name="T24" fmla="*/ 210 w 288"/>
                <a:gd name="T25" fmla="*/ 102 h 138"/>
                <a:gd name="T26" fmla="*/ 252 w 288"/>
                <a:gd name="T27" fmla="*/ 0 h 138"/>
                <a:gd name="T28" fmla="*/ 288 w 288"/>
                <a:gd name="T29" fmla="*/ 0 h 138"/>
                <a:gd name="T30" fmla="*/ 288 w 288"/>
                <a:gd name="T31" fmla="*/ 138 h 138"/>
                <a:gd name="T32" fmla="*/ 108 w 288"/>
                <a:gd name="T33" fmla="*/ 18 h 138"/>
                <a:gd name="T34" fmla="*/ 66 w 288"/>
                <a:gd name="T35" fmla="*/ 18 h 138"/>
                <a:gd name="T36" fmla="*/ 66 w 288"/>
                <a:gd name="T37" fmla="*/ 138 h 138"/>
                <a:gd name="T38" fmla="*/ 42 w 288"/>
                <a:gd name="T39" fmla="*/ 138 h 138"/>
                <a:gd name="T40" fmla="*/ 42 w 288"/>
                <a:gd name="T41" fmla="*/ 18 h 138"/>
                <a:gd name="T42" fmla="*/ 0 w 288"/>
                <a:gd name="T43" fmla="*/ 18 h 138"/>
                <a:gd name="T44" fmla="*/ 0 w 288"/>
                <a:gd name="T45" fmla="*/ 0 h 138"/>
                <a:gd name="T46" fmla="*/ 108 w 288"/>
                <a:gd name="T47" fmla="*/ 0 h 138"/>
                <a:gd name="T48" fmla="*/ 108 w 288"/>
                <a:gd name="T49" fmla="*/ 1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8" h="138">
                  <a:moveTo>
                    <a:pt x="288" y="138"/>
                  </a:moveTo>
                  <a:lnTo>
                    <a:pt x="264" y="138"/>
                  </a:lnTo>
                  <a:lnTo>
                    <a:pt x="264" y="18"/>
                  </a:lnTo>
                  <a:lnTo>
                    <a:pt x="264" y="18"/>
                  </a:lnTo>
                  <a:lnTo>
                    <a:pt x="222" y="138"/>
                  </a:lnTo>
                  <a:lnTo>
                    <a:pt x="204" y="138"/>
                  </a:lnTo>
                  <a:lnTo>
                    <a:pt x="162" y="18"/>
                  </a:lnTo>
                  <a:lnTo>
                    <a:pt x="156" y="18"/>
                  </a:lnTo>
                  <a:lnTo>
                    <a:pt x="156" y="138"/>
                  </a:lnTo>
                  <a:lnTo>
                    <a:pt x="138" y="138"/>
                  </a:lnTo>
                  <a:lnTo>
                    <a:pt x="138" y="0"/>
                  </a:lnTo>
                  <a:lnTo>
                    <a:pt x="174" y="0"/>
                  </a:lnTo>
                  <a:lnTo>
                    <a:pt x="210" y="102"/>
                  </a:lnTo>
                  <a:lnTo>
                    <a:pt x="252" y="0"/>
                  </a:lnTo>
                  <a:lnTo>
                    <a:pt x="288" y="0"/>
                  </a:lnTo>
                  <a:lnTo>
                    <a:pt x="288" y="138"/>
                  </a:lnTo>
                  <a:close/>
                  <a:moveTo>
                    <a:pt x="108" y="18"/>
                  </a:moveTo>
                  <a:lnTo>
                    <a:pt x="66" y="18"/>
                  </a:lnTo>
                  <a:lnTo>
                    <a:pt x="66" y="138"/>
                  </a:lnTo>
                  <a:lnTo>
                    <a:pt x="42" y="138"/>
                  </a:lnTo>
                  <a:lnTo>
                    <a:pt x="42" y="18"/>
                  </a:lnTo>
                  <a:lnTo>
                    <a:pt x="0" y="18"/>
                  </a:lnTo>
                  <a:lnTo>
                    <a:pt x="0" y="0"/>
                  </a:lnTo>
                  <a:lnTo>
                    <a:pt x="108" y="0"/>
                  </a:lnTo>
                  <a:lnTo>
                    <a:pt x="108" y="1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grpSp>
      <p:pic>
        <p:nvPicPr>
          <p:cNvPr id="19" name="Graphique 18">
            <a:extLst>
              <a:ext uri="{FF2B5EF4-FFF2-40B4-BE49-F238E27FC236}">
                <a16:creationId xmlns:a16="http://schemas.microsoft.com/office/drawing/2014/main" id="{F7CED753-FB97-3D48-A12A-001B251395C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850768" y="339621"/>
            <a:ext cx="1518507" cy="444426"/>
          </a:xfrm>
          <a:prstGeom prst="rect">
            <a:avLst/>
          </a:prstGeom>
        </p:spPr>
      </p:pic>
      <p:sp>
        <p:nvSpPr>
          <p:cNvPr id="44" name="Espace réservé du texte 2">
            <a:extLst>
              <a:ext uri="{FF2B5EF4-FFF2-40B4-BE49-F238E27FC236}">
                <a16:creationId xmlns:a16="http://schemas.microsoft.com/office/drawing/2014/main" id="{D3C41B7E-67DB-2142-920A-69D11657CF05}"/>
              </a:ext>
            </a:extLst>
          </p:cNvPr>
          <p:cNvSpPr>
            <a:spLocks noGrp="1"/>
          </p:cNvSpPr>
          <p:nvPr>
            <p:ph type="body" sz="quarter" idx="19" hasCustomPrompt="1"/>
          </p:nvPr>
        </p:nvSpPr>
        <p:spPr>
          <a:xfrm>
            <a:off x="1842562" y="3081028"/>
            <a:ext cx="6129338" cy="239371"/>
          </a:xfrm>
        </p:spPr>
        <p:txBody>
          <a:bodyPr anchor="t"/>
          <a:lstStyle>
            <a:lvl1pPr marL="0" indent="0">
              <a:buFontTx/>
              <a:buNone/>
              <a:defRPr sz="1200">
                <a:solidFill>
                  <a:schemeClr val="accent1"/>
                </a:solidFill>
              </a:defRPr>
            </a:lvl1pPr>
          </a:lstStyle>
          <a:p>
            <a:pPr lvl="0"/>
            <a:r>
              <a:rPr lang="fr-FR"/>
              <a:t>Click to change the styles of the </a:t>
            </a:r>
            <a:r>
              <a:rPr lang="fr-FR" err="1"/>
              <a:t>mask</a:t>
            </a:r>
            <a:r>
              <a:rPr lang="fr-FR"/>
              <a:t> </a:t>
            </a:r>
            <a:r>
              <a:rPr lang="fr-FR" err="1"/>
              <a:t>text</a:t>
            </a:r>
            <a:endParaRPr lang="fr-FR"/>
          </a:p>
        </p:txBody>
      </p:sp>
      <p:sp>
        <p:nvSpPr>
          <p:cNvPr id="4" name="Date Placeholder 3">
            <a:extLst>
              <a:ext uri="{FF2B5EF4-FFF2-40B4-BE49-F238E27FC236}">
                <a16:creationId xmlns:a16="http://schemas.microsoft.com/office/drawing/2014/main" id="{9A2A461E-5352-394B-84C4-0FF9E099F280}"/>
              </a:ext>
            </a:extLst>
          </p:cNvPr>
          <p:cNvSpPr>
            <a:spLocks noGrp="1"/>
          </p:cNvSpPr>
          <p:nvPr>
            <p:ph type="dt" sz="half" idx="20"/>
          </p:nvPr>
        </p:nvSpPr>
        <p:spPr>
          <a:xfrm>
            <a:off x="1842563" y="3310980"/>
            <a:ext cx="1496418" cy="272965"/>
          </a:xfrm>
        </p:spPr>
        <p:txBody>
          <a:bodyPr anchor="t"/>
          <a:lstStyle>
            <a:lvl1pPr algn="l">
              <a:defRPr sz="1200"/>
            </a:lvl1pPr>
          </a:lstStyle>
          <a:p>
            <a:pPr defTabSz="914126" fontAlgn="base">
              <a:lnSpc>
                <a:spcPct val="85000"/>
              </a:lnSpc>
              <a:spcBef>
                <a:spcPct val="0"/>
              </a:spcBef>
              <a:spcAft>
                <a:spcPts val="1200"/>
              </a:spcAft>
              <a:buClr>
                <a:srgbClr val="FFFFFF"/>
              </a:buClr>
            </a:pPr>
            <a:fld id="{2BFA2B4A-F95B-A24D-AB2F-1063D5E161C2}" type="datetime4">
              <a:rPr lang="en-US" smtClean="0"/>
              <a:pPr defTabSz="914126" fontAlgn="base">
                <a:lnSpc>
                  <a:spcPct val="85000"/>
                </a:lnSpc>
                <a:spcBef>
                  <a:spcPct val="0"/>
                </a:spcBef>
                <a:spcAft>
                  <a:spcPts val="1200"/>
                </a:spcAft>
                <a:buClr>
                  <a:srgbClr val="FFFFFF"/>
                </a:buClr>
              </a:pPr>
              <a:t>July 15, 2026</a:t>
            </a:fld>
            <a:endParaRPr lang="en-US"/>
          </a:p>
        </p:txBody>
      </p:sp>
    </p:spTree>
    <p:extLst>
      <p:ext uri="{BB962C8B-B14F-4D97-AF65-F5344CB8AC3E}">
        <p14:creationId xmlns:p14="http://schemas.microsoft.com/office/powerpoint/2010/main" val="4121133948"/>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pic>
        <p:nvPicPr>
          <p:cNvPr id="21" name="Image 20"/>
          <p:cNvPicPr>
            <a:picLocks noChangeAspect="1"/>
          </p:cNvPicPr>
          <p:nvPr userDrawn="1"/>
        </p:nvPicPr>
        <p:blipFill rotWithShape="1">
          <a:blip r:embed="rId2" cstate="print">
            <a:extLst>
              <a:ext uri="{28A0092B-C50C-407E-A947-70E740481C1C}">
                <a14:useLocalDpi xmlns:a14="http://schemas.microsoft.com/office/drawing/2010/main"/>
              </a:ext>
            </a:extLst>
          </a:blip>
          <a:srcRect t="20227"/>
          <a:stretch/>
        </p:blipFill>
        <p:spPr>
          <a:xfrm>
            <a:off x="34725" y="1040827"/>
            <a:ext cx="9144000" cy="4101879"/>
          </a:xfrm>
          <a:prstGeom prst="rect">
            <a:avLst/>
          </a:prstGeom>
        </p:spPr>
      </p:pic>
      <p:sp>
        <p:nvSpPr>
          <p:cNvPr id="38" name="Espace réservé du texte 6"/>
          <p:cNvSpPr>
            <a:spLocks noGrp="1"/>
          </p:cNvSpPr>
          <p:nvPr>
            <p:ph type="body" sz="quarter" idx="15" hasCustomPrompt="1"/>
          </p:nvPr>
        </p:nvSpPr>
        <p:spPr>
          <a:xfrm>
            <a:off x="808192" y="1185961"/>
            <a:ext cx="6298665" cy="3233519"/>
          </a:xfrm>
        </p:spPr>
        <p:txBody>
          <a:bodyPr lIns="0" rIns="0" anchor="t"/>
          <a:lstStyle>
            <a:lvl1pPr marL="171399" marR="0" indent="-171399" algn="l" defTabSz="914126" rtl="0" eaLnBrk="1" fontAlgn="base" latinLnBrk="0" hangingPunct="1">
              <a:lnSpc>
                <a:spcPct val="100000"/>
              </a:lnSpc>
              <a:spcBef>
                <a:spcPts val="600"/>
              </a:spcBef>
              <a:spcAft>
                <a:spcPts val="60"/>
              </a:spcAft>
              <a:buClr>
                <a:schemeClr val="bg2"/>
              </a:buClr>
              <a:buSzPct val="100000"/>
              <a:buFont typeface="Arial" panose="020B0604020202020204" pitchFamily="34" charset="0"/>
              <a:buChar char="•"/>
              <a:tabLst/>
              <a:defRPr lang="fr-FR" sz="2799" b="1" i="0" kern="1200" baseline="0" dirty="0" smtClean="0">
                <a:solidFill>
                  <a:schemeClr val="tx1"/>
                </a:solidFill>
                <a:latin typeface="Helvetica" pitchFamily="2" charset="0"/>
                <a:ea typeface="+mn-ea"/>
                <a:cs typeface="Arial" panose="020B0604020202020204" pitchFamily="34" charset="0"/>
              </a:defRPr>
            </a:lvl1pPr>
            <a:lvl2pPr marL="285664" marR="0" indent="-228531" algn="l" defTabSz="685594" rtl="0" eaLnBrk="1" fontAlgn="auto" latinLnBrk="0" hangingPunct="1">
              <a:lnSpc>
                <a:spcPct val="90000"/>
              </a:lnSpc>
              <a:spcBef>
                <a:spcPts val="0"/>
              </a:spcBef>
              <a:spcAft>
                <a:spcPts val="0"/>
              </a:spcAft>
              <a:buClrTx/>
              <a:buSzPct val="45000"/>
              <a:buFontTx/>
              <a:buBlip>
                <a:blip r:embed="rId3"/>
              </a:buBlip>
              <a:tabLst/>
              <a:defRPr sz="1400" b="1" i="0">
                <a:solidFill>
                  <a:schemeClr val="accent2">
                    <a:lumMod val="50000"/>
                  </a:schemeClr>
                </a:solidFill>
                <a:latin typeface="Helvetica" pitchFamily="2" charset="0"/>
                <a:cs typeface="Arial" panose="020B0604020202020204" pitchFamily="34" charset="0"/>
              </a:defRPr>
            </a:lvl2pPr>
            <a:lvl3pPr marL="958562" indent="0">
              <a:buFont typeface="Helvetica 45 Light" panose="020B0403020202020204" pitchFamily="34" charset="0"/>
              <a:buNone/>
              <a:defRPr sz="1400">
                <a:solidFill>
                  <a:schemeClr val="tx1"/>
                </a:solidFill>
                <a:latin typeface="Helvetica 45 Light" panose="020B0403020202020204" pitchFamily="34" charset="0"/>
              </a:defRPr>
            </a:lvl3pPr>
          </a:lstStyle>
          <a:p>
            <a:pPr lvl="0"/>
            <a:r>
              <a:rPr lang="en-US" noProof="0"/>
              <a:t>Title</a:t>
            </a:r>
          </a:p>
          <a:p>
            <a:pPr lvl="1"/>
            <a:r>
              <a:rPr lang="en-US" noProof="0"/>
              <a:t>Subtitle</a:t>
            </a:r>
          </a:p>
          <a:p>
            <a:pPr lvl="1"/>
            <a:r>
              <a:rPr lang="en-US" noProof="0"/>
              <a:t>Subtitle</a:t>
            </a:r>
          </a:p>
          <a:p>
            <a:pPr lvl="0"/>
            <a:r>
              <a:rPr lang="en-US" noProof="0"/>
              <a:t>Title</a:t>
            </a:r>
          </a:p>
          <a:p>
            <a:pPr lvl="1"/>
            <a:r>
              <a:rPr lang="en-US" noProof="0"/>
              <a:t>Subtitle </a:t>
            </a:r>
          </a:p>
          <a:p>
            <a:pPr lvl="1"/>
            <a:r>
              <a:rPr lang="en-US" noProof="0"/>
              <a:t>Subtitle</a:t>
            </a:r>
          </a:p>
          <a:p>
            <a:pPr lvl="0"/>
            <a:r>
              <a:rPr lang="en-US" noProof="0"/>
              <a:t>Title</a:t>
            </a:r>
          </a:p>
          <a:p>
            <a:pPr lvl="1"/>
            <a:r>
              <a:rPr lang="en-US" noProof="0"/>
              <a:t>Subtitle</a:t>
            </a:r>
          </a:p>
          <a:p>
            <a:pPr lvl="1"/>
            <a:r>
              <a:rPr lang="en-US" noProof="0"/>
              <a:t>Subtitle</a:t>
            </a:r>
          </a:p>
        </p:txBody>
      </p:sp>
      <p:sp>
        <p:nvSpPr>
          <p:cNvPr id="45" name="Titre 1"/>
          <p:cNvSpPr>
            <a:spLocks noGrp="1"/>
          </p:cNvSpPr>
          <p:nvPr>
            <p:ph type="ctrTitle" hasCustomPrompt="1"/>
          </p:nvPr>
        </p:nvSpPr>
        <p:spPr>
          <a:xfrm>
            <a:off x="185084" y="354069"/>
            <a:ext cx="6298665" cy="470816"/>
          </a:xfrm>
        </p:spPr>
        <p:txBody>
          <a:bodyPr/>
          <a:lstStyle>
            <a:lvl1pPr marL="169812" indent="0" algn="l">
              <a:defRPr lang="fr-FR" altLang="en-US" sz="3199" b="1" i="0" kern="1200" baseline="0" noProof="0" dirty="0">
                <a:solidFill>
                  <a:srgbClr val="FF7800"/>
                </a:solidFill>
                <a:latin typeface="Helvetica" pitchFamily="2" charset="0"/>
                <a:ea typeface="ＭＳ Ｐゴシック" pitchFamily="34" charset="-128"/>
                <a:cs typeface="Arial" panose="020B0604020202020204" pitchFamily="34" charset="0"/>
              </a:defRPr>
            </a:lvl1pPr>
          </a:lstStyle>
          <a:p>
            <a:r>
              <a:rPr lang="en-US" noProof="0"/>
              <a:t>Agenda</a:t>
            </a:r>
          </a:p>
        </p:txBody>
      </p:sp>
      <p:sp>
        <p:nvSpPr>
          <p:cNvPr id="4" name="Espace réservé du numéro de diapositive 3">
            <a:extLst>
              <a:ext uri="{FF2B5EF4-FFF2-40B4-BE49-F238E27FC236}">
                <a16:creationId xmlns:a16="http://schemas.microsoft.com/office/drawing/2014/main" id="{6202FCD4-7790-6A43-BD74-C88ED7B0EF51}"/>
              </a:ext>
            </a:extLst>
          </p:cNvPr>
          <p:cNvSpPr>
            <a:spLocks noGrp="1"/>
          </p:cNvSpPr>
          <p:nvPr>
            <p:ph type="sldNum" sz="quarter" idx="18"/>
          </p:nvPr>
        </p:nvSpPr>
        <p:spPr/>
        <p:txBody>
          <a:bodyPr/>
          <a:lstStyle>
            <a:lvl1pPr>
              <a:defRPr b="1" i="0"/>
            </a:lvl1p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
        <p:nvSpPr>
          <p:cNvPr id="19" name="Ellipse 18">
            <a:extLst>
              <a:ext uri="{FF2B5EF4-FFF2-40B4-BE49-F238E27FC236}">
                <a16:creationId xmlns:a16="http://schemas.microsoft.com/office/drawing/2014/main" id="{474A422D-E8DA-1147-88C4-421DE12676AA}"/>
              </a:ext>
            </a:extLst>
          </p:cNvPr>
          <p:cNvSpPr>
            <a:spLocks noChangeAspect="1"/>
          </p:cNvSpPr>
          <p:nvPr userDrawn="1"/>
        </p:nvSpPr>
        <p:spPr>
          <a:xfrm>
            <a:off x="835119" y="1003029"/>
            <a:ext cx="79200" cy="79176"/>
          </a:xfrm>
          <a:prstGeom prst="ellips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799" b="1" i="0">
              <a:latin typeface="Helvetica" pitchFamily="2" charset="0"/>
            </a:endParaRPr>
          </a:p>
        </p:txBody>
      </p:sp>
      <p:sp>
        <p:nvSpPr>
          <p:cNvPr id="8" name="Date Placeholder 2">
            <a:extLst>
              <a:ext uri="{FF2B5EF4-FFF2-40B4-BE49-F238E27FC236}">
                <a16:creationId xmlns:a16="http://schemas.microsoft.com/office/drawing/2014/main" id="{92F63364-7D62-3849-B343-EAE3264AE5B5}"/>
              </a:ext>
            </a:extLst>
          </p:cNvPr>
          <p:cNvSpPr>
            <a:spLocks noGrp="1"/>
          </p:cNvSpPr>
          <p:nvPr>
            <p:ph type="dt" sz="half" idx="11"/>
          </p:nvPr>
        </p:nvSpPr>
        <p:spPr>
          <a:xfrm>
            <a:off x="7344687" y="4565513"/>
            <a:ext cx="1496418" cy="272965"/>
          </a:xfrm>
        </p:spPr>
        <p:txBody>
          <a:bodyPr/>
          <a:lstStyle>
            <a:lvl1pPr>
              <a:defRPr/>
            </a:lvl1pPr>
          </a:lstStyle>
          <a:p>
            <a:pPr defTabSz="914126" fontAlgn="base">
              <a:lnSpc>
                <a:spcPct val="85000"/>
              </a:lnSpc>
              <a:spcBef>
                <a:spcPct val="0"/>
              </a:spcBef>
              <a:spcAft>
                <a:spcPts val="1200"/>
              </a:spcAft>
              <a:buClr>
                <a:srgbClr val="FFFFFF"/>
              </a:buClr>
            </a:pPr>
            <a:fld id="{919C4B19-F70D-5946-9810-5B9EACB724F2}" type="datetime4">
              <a:rPr lang="en-US" smtClean="0"/>
              <a:pPr defTabSz="914126" fontAlgn="base">
                <a:lnSpc>
                  <a:spcPct val="85000"/>
                </a:lnSpc>
                <a:spcBef>
                  <a:spcPct val="0"/>
                </a:spcBef>
                <a:spcAft>
                  <a:spcPts val="1200"/>
                </a:spcAft>
                <a:buClr>
                  <a:srgbClr val="FFFFFF"/>
                </a:buClr>
              </a:pPr>
              <a:t>July 15, 2026</a:t>
            </a:fld>
            <a:endParaRPr lang="en-US"/>
          </a:p>
        </p:txBody>
      </p:sp>
    </p:spTree>
    <p:extLst>
      <p:ext uri="{BB962C8B-B14F-4D97-AF65-F5344CB8AC3E}">
        <p14:creationId xmlns:p14="http://schemas.microsoft.com/office/powerpoint/2010/main" val="405845029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arty sl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Espace réservé du texte 8"/>
          <p:cNvSpPr>
            <a:spLocks noGrp="1"/>
          </p:cNvSpPr>
          <p:nvPr>
            <p:ph type="body" sz="quarter" idx="13" hasCustomPrompt="1"/>
          </p:nvPr>
        </p:nvSpPr>
        <p:spPr>
          <a:xfrm>
            <a:off x="336487" y="301533"/>
            <a:ext cx="1040382" cy="620521"/>
          </a:xfrm>
        </p:spPr>
        <p:txBody>
          <a:bodyPr/>
          <a:lstStyle>
            <a:lvl1pPr marL="0" indent="0">
              <a:buFontTx/>
              <a:buNone/>
              <a:defRPr sz="5398" b="1" i="0">
                <a:solidFill>
                  <a:srgbClr val="FF7900"/>
                </a:solidFill>
              </a:defRPr>
            </a:lvl1pPr>
            <a:lvl2pPr>
              <a:buFontTx/>
              <a:buNone/>
              <a:defRPr>
                <a:solidFill>
                  <a:srgbClr val="FF7900"/>
                </a:solidFill>
              </a:defRPr>
            </a:lvl2pPr>
            <a:lvl3pPr marL="685594" indent="0">
              <a:buFontTx/>
              <a:buNone/>
              <a:defRPr>
                <a:solidFill>
                  <a:srgbClr val="FF7900"/>
                </a:solidFill>
              </a:defRPr>
            </a:lvl3pPr>
            <a:lvl4pPr marL="1028391" indent="0">
              <a:buFontTx/>
              <a:buNone/>
              <a:defRPr>
                <a:solidFill>
                  <a:srgbClr val="FF7900"/>
                </a:solidFill>
              </a:defRPr>
            </a:lvl4pPr>
            <a:lvl5pPr marL="1371189" indent="0">
              <a:buFontTx/>
              <a:buNone/>
              <a:defRPr>
                <a:solidFill>
                  <a:srgbClr val="FF7900"/>
                </a:solidFill>
              </a:defRPr>
            </a:lvl5pPr>
          </a:lstStyle>
          <a:p>
            <a:pPr lvl="0"/>
            <a:r>
              <a:rPr lang="en-US" noProof="0"/>
              <a:t>N°.</a:t>
            </a:r>
          </a:p>
        </p:txBody>
      </p:sp>
      <p:sp>
        <p:nvSpPr>
          <p:cNvPr id="2" name="Titre 1"/>
          <p:cNvSpPr>
            <a:spLocks noGrp="1"/>
          </p:cNvSpPr>
          <p:nvPr>
            <p:ph type="title" hasCustomPrompt="1"/>
          </p:nvPr>
        </p:nvSpPr>
        <p:spPr>
          <a:xfrm>
            <a:off x="1021269" y="301532"/>
            <a:ext cx="5556518" cy="621137"/>
          </a:xfrm>
        </p:spPr>
        <p:txBody>
          <a:bodyPr/>
          <a:lstStyle>
            <a:lvl1pPr>
              <a:defRPr sz="5398" b="1" i="0" baseline="0">
                <a:solidFill>
                  <a:schemeClr val="bg1"/>
                </a:solidFill>
              </a:defRPr>
            </a:lvl1pPr>
          </a:lstStyle>
          <a:p>
            <a:r>
              <a:rPr lang="en-US" noProof="0"/>
              <a:t>Change the style of the title</a:t>
            </a:r>
          </a:p>
        </p:txBody>
      </p:sp>
      <p:sp>
        <p:nvSpPr>
          <p:cNvPr id="3" name="Date Placeholder 2">
            <a:extLst>
              <a:ext uri="{FF2B5EF4-FFF2-40B4-BE49-F238E27FC236}">
                <a16:creationId xmlns:a16="http://schemas.microsoft.com/office/drawing/2014/main" id="{F3CFC1CD-207C-584E-B09F-8FC1AC021222}"/>
              </a:ext>
            </a:extLst>
          </p:cNvPr>
          <p:cNvSpPr>
            <a:spLocks noGrp="1"/>
          </p:cNvSpPr>
          <p:nvPr>
            <p:ph type="dt" sz="half" idx="14"/>
          </p:nvPr>
        </p:nvSpPr>
        <p:spPr/>
        <p:txBody>
          <a:bodyPr/>
          <a:lstStyle>
            <a:lvl1pPr>
              <a:defRPr/>
            </a:lvl1pPr>
          </a:lstStyle>
          <a:p>
            <a:pPr defTabSz="914126" fontAlgn="base">
              <a:lnSpc>
                <a:spcPct val="85000"/>
              </a:lnSpc>
              <a:spcBef>
                <a:spcPct val="0"/>
              </a:spcBef>
              <a:spcAft>
                <a:spcPts val="1200"/>
              </a:spcAft>
              <a:buClr>
                <a:srgbClr val="FFFFFF"/>
              </a:buClr>
            </a:pPr>
            <a:fld id="{1EA1F0FB-7EA6-424F-BC7A-28DAAA952111}"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7" name="Slide Number Placeholder 6">
            <a:extLst>
              <a:ext uri="{FF2B5EF4-FFF2-40B4-BE49-F238E27FC236}">
                <a16:creationId xmlns:a16="http://schemas.microsoft.com/office/drawing/2014/main" id="{7153724F-C3B4-8848-8C98-D8244A7D85EA}"/>
              </a:ext>
            </a:extLst>
          </p:cNvPr>
          <p:cNvSpPr>
            <a:spLocks noGrp="1"/>
          </p:cNvSpPr>
          <p:nvPr>
            <p:ph type="sldNum" sz="quarter" idx="16"/>
          </p:nvPr>
        </p:nvSpPr>
        <p:spPr/>
        <p:txBody>
          <a:bodyPr/>
          <a:lstStyle>
            <a:lvl1pPr>
              <a:defRPr>
                <a:solidFill>
                  <a:schemeClr val="bg1"/>
                </a:solidFill>
              </a:defRPr>
            </a:lvl1p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Tree>
    <p:extLst>
      <p:ext uri="{BB962C8B-B14F-4D97-AF65-F5344CB8AC3E}">
        <p14:creationId xmlns:p14="http://schemas.microsoft.com/office/powerpoint/2010/main" val="240526671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auto">
          <a:xfrm>
            <a:off x="360957" y="365012"/>
            <a:ext cx="8507914" cy="62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defRPr sz="1999" b="1" i="0">
                <a:solidFill>
                  <a:schemeClr val="bg2"/>
                </a:solidFill>
                <a:latin typeface="Helvetica" pitchFamily="2" charset="0"/>
                <a:cs typeface="Arial" panose="020B0604020202020204" pitchFamily="34" charset="0"/>
              </a:defRPr>
            </a:lvl1pPr>
          </a:lstStyle>
          <a:p>
            <a:pPr lvl="0" defTabSz="514196" fontAlgn="base">
              <a:spcAft>
                <a:spcPts val="0"/>
              </a:spcAft>
            </a:pPr>
            <a:r>
              <a:rPr lang="en-US" altLang="en-US" noProof="0"/>
              <a:t>Click here to enter the main title</a:t>
            </a:r>
          </a:p>
        </p:txBody>
      </p:sp>
      <p:sp>
        <p:nvSpPr>
          <p:cNvPr id="6" name="Date Placeholder 5">
            <a:extLst>
              <a:ext uri="{FF2B5EF4-FFF2-40B4-BE49-F238E27FC236}">
                <a16:creationId xmlns:a16="http://schemas.microsoft.com/office/drawing/2014/main" id="{F6B73DFB-AC67-AD47-8001-579ECDAAE4F7}"/>
              </a:ext>
            </a:extLst>
          </p:cNvPr>
          <p:cNvSpPr>
            <a:spLocks noGrp="1"/>
          </p:cNvSpPr>
          <p:nvPr>
            <p:ph type="dt" sz="half" idx="11"/>
          </p:nvPr>
        </p:nvSpPr>
        <p:spPr/>
        <p:txBody>
          <a:bodyPr/>
          <a:lstStyle>
            <a:lvl1pPr>
              <a:defRPr/>
            </a:lvl1pPr>
          </a:lstStyle>
          <a:p>
            <a:pPr defTabSz="914126" fontAlgn="base">
              <a:lnSpc>
                <a:spcPct val="85000"/>
              </a:lnSpc>
              <a:spcBef>
                <a:spcPct val="0"/>
              </a:spcBef>
              <a:spcAft>
                <a:spcPts val="1200"/>
              </a:spcAft>
              <a:buClr>
                <a:srgbClr val="FFFFFF"/>
              </a:buClr>
            </a:pPr>
            <a:fld id="{7BD085D7-0413-2C43-8926-D4AED801148B}"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8" name="Slide Number Placeholder 7">
            <a:extLst>
              <a:ext uri="{FF2B5EF4-FFF2-40B4-BE49-F238E27FC236}">
                <a16:creationId xmlns:a16="http://schemas.microsoft.com/office/drawing/2014/main" id="{A6892CBD-5458-9C4E-8AFB-675E60EFF24E}"/>
              </a:ext>
            </a:extLst>
          </p:cNvPr>
          <p:cNvSpPr>
            <a:spLocks noGrp="1"/>
          </p:cNvSpPr>
          <p:nvPr>
            <p:ph type="sldNum" sz="quarter" idx="13"/>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
        <p:nvSpPr>
          <p:cNvPr id="12" name="Content Placeholder 2">
            <a:extLst>
              <a:ext uri="{FF2B5EF4-FFF2-40B4-BE49-F238E27FC236}">
                <a16:creationId xmlns:a16="http://schemas.microsoft.com/office/drawing/2014/main" id="{A71785EA-C3D9-4C4D-8DF0-F77FCC1AF5CA}"/>
              </a:ext>
            </a:extLst>
          </p:cNvPr>
          <p:cNvSpPr>
            <a:spLocks noGrp="1"/>
          </p:cNvSpPr>
          <p:nvPr>
            <p:ph idx="14" hasCustomPrompt="1"/>
          </p:nvPr>
        </p:nvSpPr>
        <p:spPr>
          <a:xfrm>
            <a:off x="372097" y="1118462"/>
            <a:ext cx="8470899" cy="3164498"/>
          </a:xfrm>
        </p:spPr>
        <p:txBody>
          <a:bodyPr/>
          <a:lstStyle>
            <a:lvl1pPr marL="171399" indent="-171399">
              <a:lnSpc>
                <a:spcPct val="90000"/>
              </a:lnSpc>
              <a:spcAft>
                <a:spcPts val="800"/>
              </a:spcAft>
              <a:buClr>
                <a:schemeClr val="bg2"/>
              </a:buClr>
              <a:buFont typeface="Wingdings" pitchFamily="2" charset="2"/>
              <a:buChar char="§"/>
              <a:defRPr sz="1400">
                <a:solidFill>
                  <a:schemeClr val="tx1"/>
                </a:solidFill>
                <a:latin typeface="Helvetica 75 Bold" panose="020B0804020202020204" pitchFamily="34" charset="0"/>
              </a:defRPr>
            </a:lvl1pPr>
            <a:lvl2pPr>
              <a:lnSpc>
                <a:spcPct val="90000"/>
              </a:lnSpc>
              <a:spcAft>
                <a:spcPts val="800"/>
              </a:spcAft>
              <a:defRPr sz="1400">
                <a:latin typeface="Helvetica 75 Bold" panose="020B0804020202020204" pitchFamily="34" charset="0"/>
              </a:defRPr>
            </a:lvl2pPr>
            <a:lvl3pPr marL="363429" indent="0">
              <a:lnSpc>
                <a:spcPct val="90000"/>
              </a:lnSpc>
              <a:spcAft>
                <a:spcPts val="800"/>
              </a:spcAft>
              <a:buNone/>
              <a:tabLst/>
              <a:defRPr sz="1400">
                <a:solidFill>
                  <a:schemeClr val="accent1"/>
                </a:solidFill>
                <a:latin typeface="Helvetica 75 Bold" panose="020B0804020202020204" pitchFamily="34" charset="0"/>
              </a:defRPr>
            </a:lvl3pPr>
            <a:lvl4pPr>
              <a:lnSpc>
                <a:spcPct val="90000"/>
              </a:lnSpc>
              <a:spcAft>
                <a:spcPts val="800"/>
              </a:spcAft>
              <a:defRPr sz="1400">
                <a:latin typeface="Helvetica 75 Bold" panose="020B0804020202020204" pitchFamily="34" charset="0"/>
              </a:defRPr>
            </a:lvl4pPr>
            <a:lvl5pPr>
              <a:lnSpc>
                <a:spcPct val="90000"/>
              </a:lnSpc>
              <a:spcAft>
                <a:spcPts val="800"/>
              </a:spcAft>
              <a:defRPr sz="1400">
                <a:latin typeface="Helvetica 75 Bold" panose="020B0804020202020204"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869217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ntro client slide ">
    <p:bg>
      <p:bgPr>
        <a:solidFill>
          <a:schemeClr val="tx1"/>
        </a:solidFill>
        <a:effectLst/>
      </p:bgPr>
    </p:bg>
    <p:spTree>
      <p:nvGrpSpPr>
        <p:cNvPr id="1" name=""/>
        <p:cNvGrpSpPr/>
        <p:nvPr/>
      </p:nvGrpSpPr>
      <p:grpSpPr>
        <a:xfrm>
          <a:off x="0" y="0"/>
          <a:ext cx="0" cy="0"/>
          <a:chOff x="0" y="0"/>
          <a:chExt cx="0" cy="0"/>
        </a:xfrm>
      </p:grpSpPr>
      <p:sp>
        <p:nvSpPr>
          <p:cNvPr id="6" name="Espace réservé pour une image  9"/>
          <p:cNvSpPr>
            <a:spLocks noGrp="1"/>
          </p:cNvSpPr>
          <p:nvPr>
            <p:ph type="pic" sz="quarter" idx="13"/>
          </p:nvPr>
        </p:nvSpPr>
        <p:spPr>
          <a:xfrm>
            <a:off x="0" y="794"/>
            <a:ext cx="4572000" cy="5142706"/>
          </a:xfrm>
        </p:spPr>
        <p:txBody>
          <a:bodyPr/>
          <a:lstStyle>
            <a:lvl1pPr marL="0" indent="0">
              <a:buFontTx/>
              <a:buNone/>
              <a:defRPr sz="1999" b="1" i="0"/>
            </a:lvl1pPr>
          </a:lstStyle>
          <a:p>
            <a:r>
              <a:rPr lang="en-GB" noProof="0"/>
              <a:t>Click icon to add picture</a:t>
            </a:r>
            <a:endParaRPr lang="en-US" noProof="0"/>
          </a:p>
        </p:txBody>
      </p:sp>
      <p:sp>
        <p:nvSpPr>
          <p:cNvPr id="8" name="Titre 1"/>
          <p:cNvSpPr>
            <a:spLocks noGrp="1"/>
          </p:cNvSpPr>
          <p:nvPr>
            <p:ph type="title" hasCustomPrompt="1"/>
          </p:nvPr>
        </p:nvSpPr>
        <p:spPr>
          <a:xfrm>
            <a:off x="4816433" y="302343"/>
            <a:ext cx="3774620" cy="2259269"/>
          </a:xfrm>
        </p:spPr>
        <p:txBody>
          <a:bodyPr/>
          <a:lstStyle>
            <a:lvl1pPr>
              <a:defRPr sz="5398" b="1" i="0" baseline="0">
                <a:solidFill>
                  <a:schemeClr val="bg1"/>
                </a:solidFill>
              </a:defRPr>
            </a:lvl1pPr>
          </a:lstStyle>
          <a:p>
            <a:r>
              <a:rPr lang="en-US" noProof="0"/>
              <a:t>Customer case (to be completed)</a:t>
            </a:r>
          </a:p>
        </p:txBody>
      </p:sp>
    </p:spTree>
    <p:extLst>
      <p:ext uri="{BB962C8B-B14F-4D97-AF65-F5344CB8AC3E}">
        <p14:creationId xmlns:p14="http://schemas.microsoft.com/office/powerpoint/2010/main" val="106514224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ase Customer Problem">
    <p:bg>
      <p:bgPr>
        <a:solidFill>
          <a:schemeClr val="tx1"/>
        </a:solidFill>
        <a:effectLst/>
      </p:bgPr>
    </p:bg>
    <p:spTree>
      <p:nvGrpSpPr>
        <p:cNvPr id="1" name=""/>
        <p:cNvGrpSpPr/>
        <p:nvPr/>
      </p:nvGrpSpPr>
      <p:grpSpPr>
        <a:xfrm>
          <a:off x="0" y="0"/>
          <a:ext cx="0" cy="0"/>
          <a:chOff x="0" y="0"/>
          <a:chExt cx="0" cy="0"/>
        </a:xfrm>
      </p:grpSpPr>
      <p:pic>
        <p:nvPicPr>
          <p:cNvPr id="7" name="Image 6"/>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0800000">
            <a:off x="23850" y="-12696"/>
            <a:ext cx="2297929" cy="4034815"/>
          </a:xfrm>
          <a:prstGeom prst="rect">
            <a:avLst/>
          </a:prstGeom>
        </p:spPr>
      </p:pic>
      <p:sp>
        <p:nvSpPr>
          <p:cNvPr id="13" name="Espace réservé du texte 12"/>
          <p:cNvSpPr>
            <a:spLocks noGrp="1"/>
          </p:cNvSpPr>
          <p:nvPr>
            <p:ph type="body" sz="quarter" idx="13" hasCustomPrompt="1"/>
          </p:nvPr>
        </p:nvSpPr>
        <p:spPr>
          <a:xfrm>
            <a:off x="3120147" y="739588"/>
            <a:ext cx="5359138" cy="3664406"/>
          </a:xfrm>
        </p:spPr>
        <p:txBody>
          <a:bodyPr/>
          <a:lstStyle>
            <a:lvl1pPr marL="177747" indent="-177747" algn="l">
              <a:buClr>
                <a:schemeClr val="tx1"/>
              </a:buClr>
              <a:buFont typeface="Arial" panose="020B0604020202020204" pitchFamily="34" charset="0"/>
              <a:buChar char="•"/>
              <a:tabLst/>
              <a:defRPr sz="1600" b="1" i="0" baseline="0">
                <a:solidFill>
                  <a:schemeClr val="bg1"/>
                </a:solidFill>
              </a:defRPr>
            </a:lvl1pPr>
            <a:lvl2pPr marL="304709" indent="-126962" algn="l">
              <a:buClr>
                <a:schemeClr val="tx2"/>
              </a:buClr>
              <a:buFont typeface="Wingdings" pitchFamily="2" charset="2"/>
              <a:buChar char="§"/>
              <a:tabLst/>
              <a:defRPr sz="1200" b="1" i="0">
                <a:solidFill>
                  <a:schemeClr val="accent1"/>
                </a:solidFill>
              </a:defRPr>
            </a:lvl2pPr>
            <a:lvl3pPr marL="685594" indent="0" algn="l">
              <a:buFontTx/>
              <a:buNone/>
              <a:defRPr sz="1200" b="1" i="0">
                <a:solidFill>
                  <a:schemeClr val="accent1"/>
                </a:solidFill>
              </a:defRPr>
            </a:lvl3pPr>
            <a:lvl4pPr marL="1028391" indent="0" algn="l">
              <a:buFontTx/>
              <a:buNone/>
              <a:defRPr>
                <a:solidFill>
                  <a:schemeClr val="bg1"/>
                </a:solidFill>
              </a:defRPr>
            </a:lvl4pPr>
            <a:lvl5pPr marL="1371189" indent="0" algn="l">
              <a:buFontTx/>
              <a:buNone/>
              <a:defRPr>
                <a:solidFill>
                  <a:schemeClr val="bg1"/>
                </a:solidFill>
              </a:defRPr>
            </a:lvl5pPr>
          </a:lstStyle>
          <a:p>
            <a:pPr lvl="0"/>
            <a:r>
              <a:rPr lang="en-US" noProof="0"/>
              <a:t>Identify the text styles of the mask</a:t>
            </a:r>
          </a:p>
          <a:p>
            <a:pPr lvl="1"/>
            <a:r>
              <a:rPr lang="en-US" noProof="0"/>
              <a:t>Second level</a:t>
            </a:r>
          </a:p>
        </p:txBody>
      </p:sp>
      <p:sp>
        <p:nvSpPr>
          <p:cNvPr id="6" name="ZoneTexte 5">
            <a:extLst>
              <a:ext uri="{FF2B5EF4-FFF2-40B4-BE49-F238E27FC236}">
                <a16:creationId xmlns:a16="http://schemas.microsoft.com/office/drawing/2014/main" id="{5B25F34D-CB8C-7D4F-9445-3D5D4282DE4C}"/>
              </a:ext>
            </a:extLst>
          </p:cNvPr>
          <p:cNvSpPr txBox="1"/>
          <p:nvPr userDrawn="1"/>
        </p:nvSpPr>
        <p:spPr>
          <a:xfrm>
            <a:off x="514700" y="2514543"/>
            <a:ext cx="2014189" cy="1091885"/>
          </a:xfrm>
          <a:prstGeom prst="rect">
            <a:avLst/>
          </a:prstGeom>
          <a:noFill/>
        </p:spPr>
        <p:txBody>
          <a:bodyPr wrap="square" rtlCol="0">
            <a:spAutoFit/>
          </a:bodyPr>
          <a:lstStyle/>
          <a:p>
            <a:pPr>
              <a:lnSpc>
                <a:spcPct val="90000"/>
              </a:lnSpc>
            </a:pPr>
            <a:r>
              <a:rPr lang="fr-FR" sz="3599" b="1" i="0">
                <a:solidFill>
                  <a:schemeClr val="bg1"/>
                </a:solidFill>
                <a:latin typeface="Helvetica" pitchFamily="2" charset="0"/>
              </a:rPr>
              <a:t>Proble</a:t>
            </a:r>
            <a:br>
              <a:rPr lang="fr-FR" sz="3599" b="1" i="0">
                <a:solidFill>
                  <a:schemeClr val="bg1"/>
                </a:solidFill>
                <a:latin typeface="Helvetica" pitchFamily="2" charset="0"/>
              </a:rPr>
            </a:br>
            <a:r>
              <a:rPr lang="fr-FR" sz="3599" b="1" i="0">
                <a:solidFill>
                  <a:schemeClr val="bg1"/>
                </a:solidFill>
                <a:latin typeface="Helvetica" pitchFamily="2" charset="0"/>
              </a:rPr>
              <a:t>matic</a:t>
            </a:r>
          </a:p>
        </p:txBody>
      </p:sp>
      <p:sp>
        <p:nvSpPr>
          <p:cNvPr id="2" name="Date Placeholder 1">
            <a:extLst>
              <a:ext uri="{FF2B5EF4-FFF2-40B4-BE49-F238E27FC236}">
                <a16:creationId xmlns:a16="http://schemas.microsoft.com/office/drawing/2014/main" id="{3A0EC424-9848-A14F-BE8D-E29A31C3381C}"/>
              </a:ext>
            </a:extLst>
          </p:cNvPr>
          <p:cNvSpPr>
            <a:spLocks noGrp="1"/>
          </p:cNvSpPr>
          <p:nvPr>
            <p:ph type="dt" sz="half" idx="14"/>
          </p:nvPr>
        </p:nvSpPr>
        <p:spPr/>
        <p:txBody>
          <a:bodyPr/>
          <a:lstStyle>
            <a:lvl1pPr>
              <a:defRPr/>
            </a:lvl1pPr>
          </a:lstStyle>
          <a:p>
            <a:pPr defTabSz="914126" fontAlgn="base">
              <a:lnSpc>
                <a:spcPct val="85000"/>
              </a:lnSpc>
              <a:spcBef>
                <a:spcPct val="0"/>
              </a:spcBef>
              <a:spcAft>
                <a:spcPts val="1200"/>
              </a:spcAft>
              <a:buClr>
                <a:srgbClr val="FFFFFF"/>
              </a:buClr>
            </a:pPr>
            <a:fld id="{601C9224-AE1D-8943-A2FA-F2EB47A4E340}"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8" name="Slide Number Placeholder 7">
            <a:extLst>
              <a:ext uri="{FF2B5EF4-FFF2-40B4-BE49-F238E27FC236}">
                <a16:creationId xmlns:a16="http://schemas.microsoft.com/office/drawing/2014/main" id="{075D02A7-2CDB-F64F-AFC3-24F073C2DF48}"/>
              </a:ext>
            </a:extLst>
          </p:cNvPr>
          <p:cNvSpPr>
            <a:spLocks noGrp="1"/>
          </p:cNvSpPr>
          <p:nvPr>
            <p:ph type="sldNum" sz="quarter" idx="16"/>
          </p:nvPr>
        </p:nvSpPr>
        <p:spPr/>
        <p:txBody>
          <a:bodyPr/>
          <a:lstStyle>
            <a:lvl1pPr>
              <a:defRPr>
                <a:solidFill>
                  <a:schemeClr val="bg1"/>
                </a:solidFill>
              </a:defRPr>
            </a:lvl1p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Tree>
    <p:extLst>
      <p:ext uri="{BB962C8B-B14F-4D97-AF65-F5344CB8AC3E}">
        <p14:creationId xmlns:p14="http://schemas.microsoft.com/office/powerpoint/2010/main" val="2082226334"/>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ustomer Response Case">
    <p:bg>
      <p:bgPr>
        <a:solidFill>
          <a:schemeClr val="tx1"/>
        </a:solidFill>
        <a:effectLst/>
      </p:bgPr>
    </p:bg>
    <p:spTree>
      <p:nvGrpSpPr>
        <p:cNvPr id="1" name=""/>
        <p:cNvGrpSpPr/>
        <p:nvPr/>
      </p:nvGrpSpPr>
      <p:grpSpPr>
        <a:xfrm>
          <a:off x="0" y="0"/>
          <a:ext cx="0" cy="0"/>
          <a:chOff x="0" y="0"/>
          <a:chExt cx="0" cy="0"/>
        </a:xfrm>
      </p:grpSpPr>
      <p:pic>
        <p:nvPicPr>
          <p:cNvPr id="9" name="Imag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2161644"/>
            <a:ext cx="2719346" cy="2964722"/>
          </a:xfrm>
          <a:prstGeom prst="rect">
            <a:avLst/>
          </a:prstGeom>
        </p:spPr>
      </p:pic>
      <p:sp>
        <p:nvSpPr>
          <p:cNvPr id="12" name="Espace réservé du texte 12">
            <a:extLst>
              <a:ext uri="{FF2B5EF4-FFF2-40B4-BE49-F238E27FC236}">
                <a16:creationId xmlns:a16="http://schemas.microsoft.com/office/drawing/2014/main" id="{2CFBD7B3-451A-474F-9AEA-3038FD23EDB4}"/>
              </a:ext>
            </a:extLst>
          </p:cNvPr>
          <p:cNvSpPr>
            <a:spLocks noGrp="1"/>
          </p:cNvSpPr>
          <p:nvPr>
            <p:ph type="body" sz="quarter" idx="13" hasCustomPrompt="1"/>
          </p:nvPr>
        </p:nvSpPr>
        <p:spPr>
          <a:xfrm>
            <a:off x="3120147" y="739588"/>
            <a:ext cx="5359138" cy="3664406"/>
          </a:xfrm>
        </p:spPr>
        <p:txBody>
          <a:bodyPr/>
          <a:lstStyle>
            <a:lvl1pPr marL="177747" indent="-177747" algn="l">
              <a:buClr>
                <a:schemeClr val="tx1"/>
              </a:buClr>
              <a:buFont typeface="Arial" panose="020B0604020202020204" pitchFamily="34" charset="0"/>
              <a:buChar char="•"/>
              <a:tabLst/>
              <a:defRPr sz="1600" b="1" i="0" baseline="0">
                <a:solidFill>
                  <a:schemeClr val="bg1"/>
                </a:solidFill>
              </a:defRPr>
            </a:lvl1pPr>
            <a:lvl2pPr marL="304709" indent="-126962" algn="l">
              <a:buClr>
                <a:schemeClr val="tx2"/>
              </a:buClr>
              <a:buFont typeface="Wingdings" pitchFamily="2" charset="2"/>
              <a:buChar char="§"/>
              <a:tabLst/>
              <a:defRPr sz="1200" b="1" i="0">
                <a:solidFill>
                  <a:schemeClr val="accent1"/>
                </a:solidFill>
              </a:defRPr>
            </a:lvl2pPr>
            <a:lvl3pPr marL="685594" indent="0" algn="l">
              <a:buFontTx/>
              <a:buNone/>
              <a:defRPr sz="1200" b="1" i="0">
                <a:solidFill>
                  <a:schemeClr val="accent1"/>
                </a:solidFill>
              </a:defRPr>
            </a:lvl3pPr>
            <a:lvl4pPr marL="1028391" indent="0" algn="l">
              <a:buFontTx/>
              <a:buNone/>
              <a:defRPr>
                <a:solidFill>
                  <a:schemeClr val="bg1"/>
                </a:solidFill>
              </a:defRPr>
            </a:lvl4pPr>
            <a:lvl5pPr marL="1371189" indent="0" algn="l">
              <a:buFontTx/>
              <a:buNone/>
              <a:defRPr>
                <a:solidFill>
                  <a:schemeClr val="bg1"/>
                </a:solidFill>
              </a:defRPr>
            </a:lvl5pPr>
          </a:lstStyle>
          <a:p>
            <a:pPr lvl="0"/>
            <a:r>
              <a:rPr lang="en-US" noProof="0"/>
              <a:t>Identify the text styles of the mask</a:t>
            </a:r>
          </a:p>
          <a:p>
            <a:pPr lvl="1"/>
            <a:r>
              <a:rPr lang="en-US" noProof="0"/>
              <a:t>Second level</a:t>
            </a:r>
          </a:p>
        </p:txBody>
      </p:sp>
      <p:sp>
        <p:nvSpPr>
          <p:cNvPr id="14" name="ZoneTexte 13">
            <a:extLst>
              <a:ext uri="{FF2B5EF4-FFF2-40B4-BE49-F238E27FC236}">
                <a16:creationId xmlns:a16="http://schemas.microsoft.com/office/drawing/2014/main" id="{5FEBE4AC-DB83-8E4C-A3B1-16DE335BD5AB}"/>
              </a:ext>
            </a:extLst>
          </p:cNvPr>
          <p:cNvSpPr txBox="1"/>
          <p:nvPr userDrawn="1"/>
        </p:nvSpPr>
        <p:spPr>
          <a:xfrm>
            <a:off x="528664" y="870762"/>
            <a:ext cx="1774845" cy="1091885"/>
          </a:xfrm>
          <a:prstGeom prst="rect">
            <a:avLst/>
          </a:prstGeom>
          <a:noFill/>
        </p:spPr>
        <p:txBody>
          <a:bodyPr wrap="none" rtlCol="0">
            <a:spAutoFit/>
          </a:bodyPr>
          <a:lstStyle/>
          <a:p>
            <a:pPr>
              <a:lnSpc>
                <a:spcPct val="90000"/>
              </a:lnSpc>
            </a:pPr>
            <a:r>
              <a:rPr lang="fr-FR" sz="3599" b="1" i="0">
                <a:solidFill>
                  <a:schemeClr val="bg1"/>
                </a:solidFill>
                <a:latin typeface="Helvetica" pitchFamily="2" charset="0"/>
              </a:rPr>
              <a:t>Our</a:t>
            </a:r>
            <a:br>
              <a:rPr lang="fr-FR" sz="3599" b="1" i="0">
                <a:solidFill>
                  <a:schemeClr val="bg1"/>
                </a:solidFill>
                <a:latin typeface="Helvetica" pitchFamily="2" charset="0"/>
              </a:rPr>
            </a:br>
            <a:r>
              <a:rPr lang="fr-FR" sz="3599" b="1" i="0">
                <a:solidFill>
                  <a:schemeClr val="bg1"/>
                </a:solidFill>
                <a:latin typeface="Helvetica" pitchFamily="2" charset="0"/>
              </a:rPr>
              <a:t>answer</a:t>
            </a:r>
          </a:p>
        </p:txBody>
      </p:sp>
      <p:sp>
        <p:nvSpPr>
          <p:cNvPr id="2" name="Date Placeholder 1">
            <a:extLst>
              <a:ext uri="{FF2B5EF4-FFF2-40B4-BE49-F238E27FC236}">
                <a16:creationId xmlns:a16="http://schemas.microsoft.com/office/drawing/2014/main" id="{37E95A69-D4B6-F14E-813D-473295684F6D}"/>
              </a:ext>
            </a:extLst>
          </p:cNvPr>
          <p:cNvSpPr>
            <a:spLocks noGrp="1"/>
          </p:cNvSpPr>
          <p:nvPr>
            <p:ph type="dt" sz="half" idx="14"/>
          </p:nvPr>
        </p:nvSpPr>
        <p:spPr/>
        <p:txBody>
          <a:bodyPr/>
          <a:lstStyle>
            <a:lvl1pPr>
              <a:defRPr/>
            </a:lvl1pPr>
          </a:lstStyle>
          <a:p>
            <a:pPr defTabSz="914126" fontAlgn="base">
              <a:lnSpc>
                <a:spcPct val="85000"/>
              </a:lnSpc>
              <a:spcBef>
                <a:spcPct val="0"/>
              </a:spcBef>
              <a:spcAft>
                <a:spcPts val="1200"/>
              </a:spcAft>
              <a:buClr>
                <a:srgbClr val="FFFFFF"/>
              </a:buClr>
            </a:pPr>
            <a:fld id="{C23B4CD9-32EC-6343-AD71-3552651C79A6}"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6" name="Slide Number Placeholder 5">
            <a:extLst>
              <a:ext uri="{FF2B5EF4-FFF2-40B4-BE49-F238E27FC236}">
                <a16:creationId xmlns:a16="http://schemas.microsoft.com/office/drawing/2014/main" id="{4E7AFF25-7E40-854D-9788-C6219970B39E}"/>
              </a:ext>
            </a:extLst>
          </p:cNvPr>
          <p:cNvSpPr>
            <a:spLocks noGrp="1"/>
          </p:cNvSpPr>
          <p:nvPr>
            <p:ph type="sldNum" sz="quarter" idx="16"/>
          </p:nvPr>
        </p:nvSpPr>
        <p:spPr/>
        <p:txBody>
          <a:bodyPr/>
          <a:lstStyle>
            <a:lvl1pPr>
              <a:defRPr>
                <a:solidFill>
                  <a:schemeClr val="bg1"/>
                </a:solidFill>
              </a:defRPr>
            </a:lvl1p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Tree>
    <p:extLst>
      <p:ext uri="{BB962C8B-B14F-4D97-AF65-F5344CB8AC3E}">
        <p14:creationId xmlns:p14="http://schemas.microsoft.com/office/powerpoint/2010/main" val="779093947"/>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End slide">
    <p:bg>
      <p:bgRef idx="1001">
        <a:schemeClr val="bg1"/>
      </p:bgRef>
    </p:bg>
    <p:spTree>
      <p:nvGrpSpPr>
        <p:cNvPr id="1" name=""/>
        <p:cNvGrpSpPr/>
        <p:nvPr/>
      </p:nvGrpSpPr>
      <p:grpSpPr>
        <a:xfrm>
          <a:off x="0" y="0"/>
          <a:ext cx="0" cy="0"/>
          <a:chOff x="0" y="0"/>
          <a:chExt cx="0" cy="0"/>
        </a:xfrm>
      </p:grpSpPr>
      <p:pic>
        <p:nvPicPr>
          <p:cNvPr id="16" name="Image 15">
            <a:hlinkClick r:id="rId2"/>
            <a:extLst>
              <a:ext uri="{FF2B5EF4-FFF2-40B4-BE49-F238E27FC236}">
                <a16:creationId xmlns:a16="http://schemas.microsoft.com/office/drawing/2014/main" id="{207481BC-DDAB-F944-B9EB-EF420D380540}"/>
              </a:ext>
            </a:extLst>
          </p:cNvPr>
          <p:cNvPicPr>
            <a:picLocks noChangeAspect="1"/>
          </p:cNvPicPr>
          <p:nvPr userDrawn="1"/>
        </p:nvPicPr>
        <p:blipFill>
          <a:blip r:embed="rId3">
            <a:grayscl/>
          </a:blip>
          <a:stretch>
            <a:fillRect/>
          </a:stretch>
        </p:blipFill>
        <p:spPr>
          <a:xfrm>
            <a:off x="1853881" y="3704690"/>
            <a:ext cx="274344" cy="272526"/>
          </a:xfrm>
          <a:prstGeom prst="rect">
            <a:avLst/>
          </a:prstGeom>
        </p:spPr>
      </p:pic>
      <p:pic>
        <p:nvPicPr>
          <p:cNvPr id="17" name="Image 16">
            <a:hlinkClick r:id="rId4"/>
            <a:extLst>
              <a:ext uri="{FF2B5EF4-FFF2-40B4-BE49-F238E27FC236}">
                <a16:creationId xmlns:a16="http://schemas.microsoft.com/office/drawing/2014/main" id="{FE2E4B7A-02A6-934F-BCBD-89ECA99DD2A3}"/>
              </a:ext>
            </a:extLst>
          </p:cNvPr>
          <p:cNvPicPr>
            <a:picLocks noChangeAspect="1"/>
          </p:cNvPicPr>
          <p:nvPr userDrawn="1"/>
        </p:nvPicPr>
        <p:blipFill>
          <a:blip r:embed="rId5">
            <a:duotone>
              <a:schemeClr val="accent1">
                <a:shade val="45000"/>
                <a:satMod val="135000"/>
              </a:schemeClr>
              <a:prstClr val="white"/>
            </a:duotone>
          </a:blip>
          <a:stretch>
            <a:fillRect/>
          </a:stretch>
        </p:blipFill>
        <p:spPr>
          <a:xfrm>
            <a:off x="2499935" y="3702957"/>
            <a:ext cx="274344" cy="274259"/>
          </a:xfrm>
          <a:prstGeom prst="rect">
            <a:avLst/>
          </a:prstGeom>
        </p:spPr>
      </p:pic>
      <p:pic>
        <p:nvPicPr>
          <p:cNvPr id="19" name="Image 18">
            <a:hlinkClick r:id="rId6"/>
            <a:extLst>
              <a:ext uri="{FF2B5EF4-FFF2-40B4-BE49-F238E27FC236}">
                <a16:creationId xmlns:a16="http://schemas.microsoft.com/office/drawing/2014/main" id="{151951BD-AC58-8D46-A960-910C9BAD1830}"/>
              </a:ext>
            </a:extLst>
          </p:cNvPr>
          <p:cNvPicPr>
            <a:picLocks noChangeAspect="1"/>
          </p:cNvPicPr>
          <p:nvPr userDrawn="1"/>
        </p:nvPicPr>
        <p:blipFill>
          <a:blip r:embed="rId7">
            <a:duotone>
              <a:schemeClr val="accent2">
                <a:shade val="45000"/>
                <a:satMod val="135000"/>
              </a:schemeClr>
              <a:prstClr val="white"/>
            </a:duotone>
          </a:blip>
          <a:stretch>
            <a:fillRect/>
          </a:stretch>
        </p:blipFill>
        <p:spPr>
          <a:xfrm>
            <a:off x="2176908" y="3702957"/>
            <a:ext cx="274344" cy="274259"/>
          </a:xfrm>
          <a:prstGeom prst="rect">
            <a:avLst/>
          </a:prstGeom>
        </p:spPr>
      </p:pic>
      <p:pic>
        <p:nvPicPr>
          <p:cNvPr id="25" name="Image 24"/>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0" y="794"/>
            <a:ext cx="9144000" cy="5141912"/>
          </a:xfrm>
          <a:prstGeom prst="rect">
            <a:avLst/>
          </a:prstGeom>
        </p:spPr>
      </p:pic>
      <p:pic>
        <p:nvPicPr>
          <p:cNvPr id="40" name="Image 39"/>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rot="10800000">
            <a:off x="0" y="1588"/>
            <a:ext cx="1535502" cy="2971896"/>
          </a:xfrm>
          <a:prstGeom prst="rect">
            <a:avLst/>
          </a:prstGeom>
        </p:spPr>
      </p:pic>
      <p:sp>
        <p:nvSpPr>
          <p:cNvPr id="13" name="Titre 1"/>
          <p:cNvSpPr>
            <a:spLocks noGrp="1"/>
          </p:cNvSpPr>
          <p:nvPr>
            <p:ph type="ctrTitle" hasCustomPrompt="1"/>
          </p:nvPr>
        </p:nvSpPr>
        <p:spPr>
          <a:xfrm>
            <a:off x="1858964" y="1785109"/>
            <a:ext cx="5163814" cy="53014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fr-FR" sz="3599" b="1" i="0" baseline="0" dirty="0">
                <a:solidFill>
                  <a:srgbClr val="FF7800"/>
                </a:solidFill>
                <a:latin typeface="Helvetica" pitchFamily="2" charset="0"/>
                <a:cs typeface="Arial" panose="020B0604020202020204" pitchFamily="34" charset="0"/>
              </a:defRPr>
            </a:lvl1pPr>
          </a:lstStyle>
          <a:p>
            <a:pPr marL="0" lvl="0" indent="0">
              <a:spcBef>
                <a:spcPts val="750"/>
              </a:spcBef>
              <a:buFont typeface="Arial"/>
            </a:pPr>
            <a:r>
              <a:rPr lang="en-US" noProof="0"/>
              <a:t>Thank you!
</a:t>
            </a:r>
          </a:p>
        </p:txBody>
      </p:sp>
      <p:sp>
        <p:nvSpPr>
          <p:cNvPr id="37" name="Sous-titre 2"/>
          <p:cNvSpPr>
            <a:spLocks noGrp="1"/>
          </p:cNvSpPr>
          <p:nvPr>
            <p:ph type="body" sz="quarter" idx="18" hasCustomPrompt="1"/>
          </p:nvPr>
        </p:nvSpPr>
        <p:spPr>
          <a:xfrm>
            <a:off x="1858964" y="2408231"/>
            <a:ext cx="5163814" cy="835700"/>
          </a:xfrm>
        </p:spPr>
        <p:txBody>
          <a:bodyPr anchor="t">
            <a:noAutofit/>
          </a:bodyPr>
          <a:lstStyle>
            <a:lvl1pPr marL="0" marR="0" indent="0" algn="l" defTabSz="685594" rtl="0" eaLnBrk="1" fontAlgn="auto" latinLnBrk="0" hangingPunct="1">
              <a:lnSpc>
                <a:spcPct val="100000"/>
              </a:lnSpc>
              <a:spcBef>
                <a:spcPts val="100"/>
              </a:spcBef>
              <a:spcAft>
                <a:spcPts val="0"/>
              </a:spcAft>
              <a:buClrTx/>
              <a:buSzTx/>
              <a:buFont typeface="Arial"/>
              <a:buNone/>
              <a:tabLst/>
              <a:defRPr lang="fr-FR" altLang="en-US" sz="1200" b="1" i="0" kern="1200" baseline="0" dirty="0" smtClean="0">
                <a:solidFill>
                  <a:schemeClr val="tx1"/>
                </a:solidFill>
                <a:latin typeface="Helvetica" pitchFamily="2" charset="0"/>
                <a:ea typeface="+mn-ea"/>
                <a:cs typeface="Arial" panose="020B0604020202020204" pitchFamily="34" charset="0"/>
              </a:defRPr>
            </a:lvl1pPr>
          </a:lstStyle>
          <a:p>
            <a:pPr marL="0" marR="0" lvl="0" indent="0" algn="l" defTabSz="685594" rtl="0" eaLnBrk="1" fontAlgn="auto" latinLnBrk="0" hangingPunct="1">
              <a:lnSpc>
                <a:spcPct val="100000"/>
              </a:lnSpc>
              <a:spcBef>
                <a:spcPts val="750"/>
              </a:spcBef>
              <a:spcAft>
                <a:spcPts val="0"/>
              </a:spcAft>
              <a:buClrTx/>
              <a:buSzTx/>
              <a:buFont typeface="Arial"/>
              <a:buNone/>
              <a:tabLst/>
              <a:defRPr/>
            </a:pPr>
            <a:r>
              <a:rPr lang="en-US" noProof="0"/>
              <a:t>Contact</a:t>
            </a:r>
          </a:p>
        </p:txBody>
      </p:sp>
      <p:sp>
        <p:nvSpPr>
          <p:cNvPr id="18" name="ZoneTexte 17"/>
          <p:cNvSpPr txBox="1"/>
          <p:nvPr/>
        </p:nvSpPr>
        <p:spPr>
          <a:xfrm>
            <a:off x="1858964" y="3336910"/>
            <a:ext cx="3052762" cy="276914"/>
          </a:xfrm>
          <a:prstGeom prst="rect">
            <a:avLst/>
          </a:prstGeom>
          <a:noFill/>
        </p:spPr>
        <p:txBody>
          <a:bodyPr wrap="square" lIns="0" rtlCol="0">
            <a:spAutoFit/>
          </a:bodyPr>
          <a:lstStyle/>
          <a:p>
            <a:r>
              <a:rPr lang="en-US" sz="1200" b="1" i="0" u="sng" noProof="0">
                <a:solidFill>
                  <a:schemeClr val="accent1"/>
                </a:solidFill>
                <a:latin typeface="Helvetica" pitchFamily="2" charset="0"/>
                <a:cs typeface="Arial" panose="020B0604020202020204" pitchFamily="34" charset="0"/>
                <a:hlinkClick r:id="rId10">
                  <a:extLst>
                    <a:ext uri="{A12FA001-AC4F-418D-AE19-62706E023703}">
                      <ahyp:hlinkClr xmlns:ahyp="http://schemas.microsoft.com/office/drawing/2018/hyperlinkcolor" val="tx"/>
                    </a:ext>
                  </a:extLst>
                </a:hlinkClick>
              </a:rPr>
              <a:t>www.orangecyberdefense.com</a:t>
            </a:r>
            <a:endParaRPr lang="en-US" sz="1200" b="1" i="0" u="sng" noProof="0">
              <a:solidFill>
                <a:schemeClr val="accent1"/>
              </a:solidFill>
              <a:latin typeface="Helvetica" pitchFamily="2" charset="0"/>
              <a:cs typeface="Arial" panose="020B0604020202020204" pitchFamily="34" charset="0"/>
            </a:endParaRPr>
          </a:p>
        </p:txBody>
      </p:sp>
      <p:pic>
        <p:nvPicPr>
          <p:cNvPr id="15" name="Graphique 14">
            <a:extLst>
              <a:ext uri="{FF2B5EF4-FFF2-40B4-BE49-F238E27FC236}">
                <a16:creationId xmlns:a16="http://schemas.microsoft.com/office/drawing/2014/main" id="{02317729-DFC7-F949-B8FE-A85BBD1B259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11"/>
              </a:ext>
            </a:extLst>
          </a:blip>
          <a:srcRect/>
          <a:stretch/>
        </p:blipFill>
        <p:spPr>
          <a:xfrm>
            <a:off x="1850768" y="339621"/>
            <a:ext cx="1518507" cy="444426"/>
          </a:xfrm>
          <a:prstGeom prst="rect">
            <a:avLst/>
          </a:prstGeom>
        </p:spPr>
      </p:pic>
      <p:sp>
        <p:nvSpPr>
          <p:cNvPr id="14" name="Espace réservé de la date 1">
            <a:extLst>
              <a:ext uri="{FF2B5EF4-FFF2-40B4-BE49-F238E27FC236}">
                <a16:creationId xmlns:a16="http://schemas.microsoft.com/office/drawing/2014/main" id="{42961E54-3683-0E4A-A1D9-8FC0421F7317}"/>
              </a:ext>
            </a:extLst>
          </p:cNvPr>
          <p:cNvSpPr txBox="1">
            <a:spLocks/>
          </p:cNvSpPr>
          <p:nvPr userDrawn="1"/>
        </p:nvSpPr>
        <p:spPr>
          <a:xfrm>
            <a:off x="1858964" y="3019468"/>
            <a:ext cx="1496418" cy="272965"/>
          </a:xfrm>
          <a:prstGeom prst="rect">
            <a:avLst/>
          </a:prstGeom>
        </p:spPr>
        <p:txBody>
          <a:bodyPr wrap="square" lIns="0" tIns="0" rIns="0" bIns="0" anchor="b">
            <a:noAutofit/>
          </a:bodyPr>
          <a:lstStyle>
            <a:defPPr>
              <a:defRPr lang="fr-FR"/>
            </a:defPPr>
            <a:lvl1pPr marL="0" algn="l" defTabSz="685800" rtl="0" eaLnBrk="1" latinLnBrk="0" hangingPunct="1">
              <a:defRPr kumimoji="0" lang="fr-FR" sz="1200" b="1" i="0" u="none" strike="noStrike" kern="1200" cap="none" spc="0" normalizeH="0" baseline="0">
                <a:ln>
                  <a:noFill/>
                </a:ln>
                <a:solidFill>
                  <a:schemeClr val="accent1"/>
                </a:solidFill>
                <a:effectLst/>
                <a:uLnTx/>
                <a:uFillTx/>
                <a:latin typeface="Helvetica" pitchFamily="2"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126" fontAlgn="base">
              <a:lnSpc>
                <a:spcPct val="85000"/>
              </a:lnSpc>
              <a:spcBef>
                <a:spcPct val="0"/>
              </a:spcBef>
              <a:spcAft>
                <a:spcPts val="1200"/>
              </a:spcAft>
              <a:buClr>
                <a:srgbClr val="FFFFFF"/>
              </a:buClr>
              <a:buFont typeface="Helvetica 75" panose="020B0804020202020204" pitchFamily="34" charset="0"/>
              <a:buNone/>
            </a:pPr>
            <a:fld id="{E2588651-5FFB-F945-9493-7BF08DA95125}" type="datetime4">
              <a:rPr lang="en-US" sz="1200" smtClean="0"/>
              <a:pPr defTabSz="914126" fontAlgn="base">
                <a:lnSpc>
                  <a:spcPct val="85000"/>
                </a:lnSpc>
                <a:spcBef>
                  <a:spcPct val="0"/>
                </a:spcBef>
                <a:spcAft>
                  <a:spcPts val="1200"/>
                </a:spcAft>
                <a:buClr>
                  <a:srgbClr val="FFFFFF"/>
                </a:buClr>
                <a:buFont typeface="Helvetica 75" panose="020B0804020202020204" pitchFamily="34" charset="0"/>
                <a:buNone/>
              </a:pPr>
              <a:t>July 15, 2026</a:t>
            </a:fld>
            <a:endParaRPr lang="fr-FR" sz="1200"/>
          </a:p>
        </p:txBody>
      </p:sp>
      <p:sp>
        <p:nvSpPr>
          <p:cNvPr id="5" name="Date Placeholder 4">
            <a:extLst>
              <a:ext uri="{FF2B5EF4-FFF2-40B4-BE49-F238E27FC236}">
                <a16:creationId xmlns:a16="http://schemas.microsoft.com/office/drawing/2014/main" id="{31E6C5F3-762A-1341-AA97-6A1BE33E8438}"/>
              </a:ext>
            </a:extLst>
          </p:cNvPr>
          <p:cNvSpPr>
            <a:spLocks noGrp="1"/>
          </p:cNvSpPr>
          <p:nvPr>
            <p:ph type="dt" sz="half" idx="19"/>
          </p:nvPr>
        </p:nvSpPr>
        <p:spPr/>
        <p:txBody>
          <a:bodyPr/>
          <a:lstStyle>
            <a:lvl1pPr>
              <a:defRPr/>
            </a:lvl1pPr>
          </a:lstStyle>
          <a:p>
            <a:pPr defTabSz="914126" fontAlgn="base">
              <a:lnSpc>
                <a:spcPct val="85000"/>
              </a:lnSpc>
              <a:spcBef>
                <a:spcPct val="0"/>
              </a:spcBef>
              <a:spcAft>
                <a:spcPts val="1200"/>
              </a:spcAft>
              <a:buClr>
                <a:srgbClr val="FFFFFF"/>
              </a:buClr>
            </a:pPr>
            <a:fld id="{1E3A05B6-C7BF-4D4C-B2A9-187F2BEBB477}"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7" name="Slide Number Placeholder 6">
            <a:extLst>
              <a:ext uri="{FF2B5EF4-FFF2-40B4-BE49-F238E27FC236}">
                <a16:creationId xmlns:a16="http://schemas.microsoft.com/office/drawing/2014/main" id="{DCEE72BE-F694-7847-AF76-98B5CAB6ECAC}"/>
              </a:ext>
            </a:extLst>
          </p:cNvPr>
          <p:cNvSpPr>
            <a:spLocks noGrp="1"/>
          </p:cNvSpPr>
          <p:nvPr>
            <p:ph type="sldNum" sz="quarter" idx="21"/>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Tree>
    <p:extLst>
      <p:ext uri="{BB962C8B-B14F-4D97-AF65-F5344CB8AC3E}">
        <p14:creationId xmlns:p14="http://schemas.microsoft.com/office/powerpoint/2010/main" val="4098404183"/>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Logo">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315755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slide ">
    <p:bg>
      <p:bgPr>
        <a:solidFill>
          <a:schemeClr val="bg1"/>
        </a:solidFill>
        <a:effectLst/>
      </p:bgPr>
    </p:bg>
    <p:spTree>
      <p:nvGrpSpPr>
        <p:cNvPr id="1" name=""/>
        <p:cNvGrpSpPr/>
        <p:nvPr/>
      </p:nvGrpSpPr>
      <p:grpSpPr>
        <a:xfrm>
          <a:off x="0" y="0"/>
          <a:ext cx="0" cy="0"/>
          <a:chOff x="0" y="0"/>
          <a:chExt cx="0" cy="0"/>
        </a:xfrm>
      </p:grpSpPr>
      <p:pic>
        <p:nvPicPr>
          <p:cNvPr id="21" name="Image 20"/>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794"/>
            <a:ext cx="9144000" cy="5141912"/>
          </a:xfrm>
          <a:prstGeom prst="rect">
            <a:avLst/>
          </a:prstGeom>
        </p:spPr>
      </p:pic>
      <p:pic>
        <p:nvPicPr>
          <p:cNvPr id="22" name="Image 21"/>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rot="10800000">
            <a:off x="0" y="1588"/>
            <a:ext cx="1535502" cy="2971896"/>
          </a:xfrm>
          <a:prstGeom prst="rect">
            <a:avLst/>
          </a:prstGeom>
        </p:spPr>
      </p:pic>
      <p:pic>
        <p:nvPicPr>
          <p:cNvPr id="10" name="Graphique 9">
            <a:extLst>
              <a:ext uri="{FF2B5EF4-FFF2-40B4-BE49-F238E27FC236}">
                <a16:creationId xmlns:a16="http://schemas.microsoft.com/office/drawing/2014/main" id="{470A3A36-6DDC-AB40-A714-3EBA42C683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850768" y="339621"/>
            <a:ext cx="1518508" cy="444426"/>
          </a:xfrm>
          <a:prstGeom prst="rect">
            <a:avLst/>
          </a:prstGeom>
        </p:spPr>
      </p:pic>
      <p:sp>
        <p:nvSpPr>
          <p:cNvPr id="11" name="Titre 1">
            <a:extLst>
              <a:ext uri="{FF2B5EF4-FFF2-40B4-BE49-F238E27FC236}">
                <a16:creationId xmlns:a16="http://schemas.microsoft.com/office/drawing/2014/main" id="{D0995EE7-F3E1-4848-B218-4006199602AC}"/>
              </a:ext>
            </a:extLst>
          </p:cNvPr>
          <p:cNvSpPr>
            <a:spLocks noGrp="1"/>
          </p:cNvSpPr>
          <p:nvPr>
            <p:ph type="ctrTitle" hasCustomPrompt="1"/>
          </p:nvPr>
        </p:nvSpPr>
        <p:spPr>
          <a:xfrm>
            <a:off x="1842563" y="1485853"/>
            <a:ext cx="6758512" cy="1195559"/>
          </a:xfrm>
        </p:spPr>
        <p:txBody>
          <a:bodyPr anchor="t"/>
          <a:lstStyle>
            <a:lvl1pPr algn="l">
              <a:defRPr lang="fr-FR" sz="3999" b="1" i="0" kern="1200" dirty="0">
                <a:solidFill>
                  <a:schemeClr val="tx2"/>
                </a:solidFill>
                <a:latin typeface="Helvetica" pitchFamily="2" charset="0"/>
                <a:ea typeface="+mn-ea"/>
                <a:cs typeface="Arial" panose="020B0604020202020204" pitchFamily="34" charset="0"/>
              </a:defRPr>
            </a:lvl1pPr>
          </a:lstStyle>
          <a:p>
            <a:r>
              <a:rPr lang="en-US" noProof="0"/>
              <a:t>Change the title</a:t>
            </a:r>
          </a:p>
        </p:txBody>
      </p:sp>
      <p:sp>
        <p:nvSpPr>
          <p:cNvPr id="12" name="Espace réservé du texte 9">
            <a:extLst>
              <a:ext uri="{FF2B5EF4-FFF2-40B4-BE49-F238E27FC236}">
                <a16:creationId xmlns:a16="http://schemas.microsoft.com/office/drawing/2014/main" id="{2FB9D9E8-82DE-EF4D-9954-B29D90DCA636}"/>
              </a:ext>
            </a:extLst>
          </p:cNvPr>
          <p:cNvSpPr>
            <a:spLocks noGrp="1"/>
          </p:cNvSpPr>
          <p:nvPr>
            <p:ph type="body" sz="quarter" idx="18" hasCustomPrompt="1"/>
          </p:nvPr>
        </p:nvSpPr>
        <p:spPr>
          <a:xfrm>
            <a:off x="1840396" y="2470694"/>
            <a:ext cx="5703405" cy="449743"/>
          </a:xfrm>
        </p:spPr>
        <p:txBody>
          <a:bodyPr anchor="b">
            <a:noAutofit/>
          </a:bodyPr>
          <a:lstStyle>
            <a:lvl1pPr marL="0" marR="0" indent="0" algn="l" defTabSz="685594" rtl="0" eaLnBrk="1" fontAlgn="auto" latinLnBrk="0" hangingPunct="1">
              <a:lnSpc>
                <a:spcPct val="100000"/>
              </a:lnSpc>
              <a:spcBef>
                <a:spcPts val="750"/>
              </a:spcBef>
              <a:spcAft>
                <a:spcPts val="0"/>
              </a:spcAft>
              <a:buClrTx/>
              <a:buSzTx/>
              <a:buFont typeface="Arial"/>
              <a:buNone/>
              <a:tabLst/>
              <a:defRPr lang="fr-FR" altLang="en-US" sz="1799" b="1" i="0" kern="1200" baseline="0">
                <a:solidFill>
                  <a:schemeClr val="tx1"/>
                </a:solidFill>
                <a:latin typeface="Helvetica" pitchFamily="2" charset="0"/>
                <a:ea typeface="+mn-ea"/>
                <a:cs typeface="Arial" panose="020B0604020202020204" pitchFamily="34" charset="0"/>
              </a:defRPr>
            </a:lvl1pPr>
          </a:lstStyle>
          <a:p>
            <a:pPr marL="0" marR="0" lvl="0" indent="0" algn="l" defTabSz="685594" rtl="0" eaLnBrk="1" fontAlgn="auto" latinLnBrk="0" hangingPunct="1">
              <a:lnSpc>
                <a:spcPct val="100000"/>
              </a:lnSpc>
              <a:spcBef>
                <a:spcPts val="750"/>
              </a:spcBef>
              <a:spcAft>
                <a:spcPts val="0"/>
              </a:spcAft>
              <a:buClrTx/>
              <a:buSzTx/>
              <a:buFont typeface="Arial"/>
              <a:buNone/>
              <a:tabLst/>
              <a:defRPr/>
            </a:pPr>
            <a:r>
              <a:rPr lang="en-US" noProof="0"/>
              <a:t>Edit subtitle</a:t>
            </a:r>
          </a:p>
        </p:txBody>
      </p:sp>
      <p:grpSp>
        <p:nvGrpSpPr>
          <p:cNvPr id="15" name="Group 70">
            <a:extLst>
              <a:ext uri="{FF2B5EF4-FFF2-40B4-BE49-F238E27FC236}">
                <a16:creationId xmlns:a16="http://schemas.microsoft.com/office/drawing/2014/main" id="{79BDB8C1-1C66-4A4B-B82A-1CE3ADE1A8C0}"/>
              </a:ext>
            </a:extLst>
          </p:cNvPr>
          <p:cNvGrpSpPr/>
          <p:nvPr userDrawn="1"/>
        </p:nvGrpSpPr>
        <p:grpSpPr>
          <a:xfrm>
            <a:off x="352425" y="4129400"/>
            <a:ext cx="672984" cy="672551"/>
            <a:chOff x="-14435138" y="-519113"/>
            <a:chExt cx="4754563" cy="4752976"/>
          </a:xfrm>
        </p:grpSpPr>
        <p:sp>
          <p:nvSpPr>
            <p:cNvPr id="16" name="Rectangle 15">
              <a:extLst>
                <a:ext uri="{FF2B5EF4-FFF2-40B4-BE49-F238E27FC236}">
                  <a16:creationId xmlns:a16="http://schemas.microsoft.com/office/drawing/2014/main" id="{EF68E753-1768-E24C-ACE1-C1C9E1CC7AC8}"/>
                </a:ext>
              </a:extLst>
            </p:cNvPr>
            <p:cNvSpPr>
              <a:spLocks noChangeArrowheads="1"/>
            </p:cNvSpPr>
            <p:nvPr/>
          </p:nvSpPr>
          <p:spPr bwMode="auto">
            <a:xfrm>
              <a:off x="-14435138" y="-519113"/>
              <a:ext cx="4754563" cy="4752976"/>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7" name="Freeform 89">
              <a:extLst>
                <a:ext uri="{FF2B5EF4-FFF2-40B4-BE49-F238E27FC236}">
                  <a16:creationId xmlns:a16="http://schemas.microsoft.com/office/drawing/2014/main" id="{68F92747-0A19-4746-9684-B0DC23CD1A36}"/>
                </a:ext>
              </a:extLst>
            </p:cNvPr>
            <p:cNvSpPr>
              <a:spLocks noEditPoints="1"/>
            </p:cNvSpPr>
            <p:nvPr/>
          </p:nvSpPr>
          <p:spPr bwMode="auto">
            <a:xfrm>
              <a:off x="-12987338" y="3157538"/>
              <a:ext cx="590550" cy="676275"/>
            </a:xfrm>
            <a:custGeom>
              <a:avLst/>
              <a:gdLst>
                <a:gd name="T0" fmla="*/ 18 w 62"/>
                <a:gd name="T1" fmla="*/ 50 h 71"/>
                <a:gd name="T2" fmla="*/ 26 w 62"/>
                <a:gd name="T3" fmla="*/ 59 h 71"/>
                <a:gd name="T4" fmla="*/ 43 w 62"/>
                <a:gd name="T5" fmla="*/ 51 h 71"/>
                <a:gd name="T6" fmla="*/ 43 w 62"/>
                <a:gd name="T7" fmla="*/ 35 h 71"/>
                <a:gd name="T8" fmla="*/ 18 w 62"/>
                <a:gd name="T9" fmla="*/ 50 h 71"/>
                <a:gd name="T10" fmla="*/ 44 w 62"/>
                <a:gd name="T11" fmla="*/ 64 h 71"/>
                <a:gd name="T12" fmla="*/ 21 w 62"/>
                <a:gd name="T13" fmla="*/ 71 h 71"/>
                <a:gd name="T14" fmla="*/ 0 w 62"/>
                <a:gd name="T15" fmla="*/ 51 h 71"/>
                <a:gd name="T16" fmla="*/ 44 w 62"/>
                <a:gd name="T17" fmla="*/ 24 h 71"/>
                <a:gd name="T18" fmla="*/ 44 w 62"/>
                <a:gd name="T19" fmla="*/ 20 h 71"/>
                <a:gd name="T20" fmla="*/ 33 w 62"/>
                <a:gd name="T21" fmla="*/ 12 h 71"/>
                <a:gd name="T22" fmla="*/ 16 w 62"/>
                <a:gd name="T23" fmla="*/ 20 h 71"/>
                <a:gd name="T24" fmla="*/ 4 w 62"/>
                <a:gd name="T25" fmla="*/ 13 h 71"/>
                <a:gd name="T26" fmla="*/ 33 w 62"/>
                <a:gd name="T27" fmla="*/ 0 h 71"/>
                <a:gd name="T28" fmla="*/ 62 w 62"/>
                <a:gd name="T29" fmla="*/ 20 h 71"/>
                <a:gd name="T30" fmla="*/ 62 w 62"/>
                <a:gd name="T31" fmla="*/ 70 h 71"/>
                <a:gd name="T32" fmla="*/ 45 w 62"/>
                <a:gd name="T33" fmla="*/ 70 h 71"/>
                <a:gd name="T34" fmla="*/ 44 w 62"/>
                <a:gd name="T35" fmla="*/ 64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 h="71">
                  <a:moveTo>
                    <a:pt x="18" y="50"/>
                  </a:moveTo>
                  <a:cubicBezTo>
                    <a:pt x="18" y="54"/>
                    <a:pt x="21" y="59"/>
                    <a:pt x="26" y="59"/>
                  </a:cubicBezTo>
                  <a:cubicBezTo>
                    <a:pt x="32" y="59"/>
                    <a:pt x="38" y="56"/>
                    <a:pt x="43" y="51"/>
                  </a:cubicBezTo>
                  <a:cubicBezTo>
                    <a:pt x="43" y="35"/>
                    <a:pt x="43" y="35"/>
                    <a:pt x="43" y="35"/>
                  </a:cubicBezTo>
                  <a:cubicBezTo>
                    <a:pt x="26" y="37"/>
                    <a:pt x="18" y="42"/>
                    <a:pt x="18" y="50"/>
                  </a:cubicBezTo>
                  <a:moveTo>
                    <a:pt x="44" y="64"/>
                  </a:moveTo>
                  <a:cubicBezTo>
                    <a:pt x="37" y="69"/>
                    <a:pt x="29" y="71"/>
                    <a:pt x="21" y="71"/>
                  </a:cubicBezTo>
                  <a:cubicBezTo>
                    <a:pt x="8" y="71"/>
                    <a:pt x="0" y="63"/>
                    <a:pt x="0" y="51"/>
                  </a:cubicBezTo>
                  <a:cubicBezTo>
                    <a:pt x="0" y="36"/>
                    <a:pt x="14" y="27"/>
                    <a:pt x="44" y="24"/>
                  </a:cubicBezTo>
                  <a:cubicBezTo>
                    <a:pt x="44" y="20"/>
                    <a:pt x="44" y="20"/>
                    <a:pt x="44" y="20"/>
                  </a:cubicBezTo>
                  <a:cubicBezTo>
                    <a:pt x="44" y="15"/>
                    <a:pt x="40" y="12"/>
                    <a:pt x="33" y="12"/>
                  </a:cubicBezTo>
                  <a:cubicBezTo>
                    <a:pt x="26" y="12"/>
                    <a:pt x="20" y="15"/>
                    <a:pt x="16" y="20"/>
                  </a:cubicBezTo>
                  <a:cubicBezTo>
                    <a:pt x="4" y="13"/>
                    <a:pt x="4" y="13"/>
                    <a:pt x="4" y="13"/>
                  </a:cubicBezTo>
                  <a:cubicBezTo>
                    <a:pt x="10" y="4"/>
                    <a:pt x="20" y="0"/>
                    <a:pt x="33" y="0"/>
                  </a:cubicBezTo>
                  <a:cubicBezTo>
                    <a:pt x="51" y="0"/>
                    <a:pt x="62" y="7"/>
                    <a:pt x="62" y="20"/>
                  </a:cubicBezTo>
                  <a:cubicBezTo>
                    <a:pt x="62" y="20"/>
                    <a:pt x="61" y="70"/>
                    <a:pt x="62" y="70"/>
                  </a:cubicBezTo>
                  <a:cubicBezTo>
                    <a:pt x="45" y="70"/>
                    <a:pt x="45" y="70"/>
                    <a:pt x="45" y="70"/>
                  </a:cubicBezTo>
                  <a:lnTo>
                    <a:pt x="44" y="6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8" name="Freeform 90">
              <a:extLst>
                <a:ext uri="{FF2B5EF4-FFF2-40B4-BE49-F238E27FC236}">
                  <a16:creationId xmlns:a16="http://schemas.microsoft.com/office/drawing/2014/main" id="{07C7FCFB-547E-0F44-8658-BB3366A3CACC}"/>
                </a:ext>
              </a:extLst>
            </p:cNvPr>
            <p:cNvSpPr>
              <a:spLocks/>
            </p:cNvSpPr>
            <p:nvPr/>
          </p:nvSpPr>
          <p:spPr bwMode="auto">
            <a:xfrm>
              <a:off x="-12263438" y="3148013"/>
              <a:ext cx="590550" cy="676275"/>
            </a:xfrm>
            <a:custGeom>
              <a:avLst/>
              <a:gdLst>
                <a:gd name="T0" fmla="*/ 0 w 62"/>
                <a:gd name="T1" fmla="*/ 4 h 71"/>
                <a:gd name="T2" fmla="*/ 15 w 62"/>
                <a:gd name="T3" fmla="*/ 2 h 71"/>
                <a:gd name="T4" fmla="*/ 17 w 62"/>
                <a:gd name="T5" fmla="*/ 10 h 71"/>
                <a:gd name="T6" fmla="*/ 41 w 62"/>
                <a:gd name="T7" fmla="*/ 0 h 71"/>
                <a:gd name="T8" fmla="*/ 62 w 62"/>
                <a:gd name="T9" fmla="*/ 23 h 71"/>
                <a:gd name="T10" fmla="*/ 62 w 62"/>
                <a:gd name="T11" fmla="*/ 71 h 71"/>
                <a:gd name="T12" fmla="*/ 44 w 62"/>
                <a:gd name="T13" fmla="*/ 71 h 71"/>
                <a:gd name="T14" fmla="*/ 44 w 62"/>
                <a:gd name="T15" fmla="*/ 26 h 71"/>
                <a:gd name="T16" fmla="*/ 35 w 62"/>
                <a:gd name="T17" fmla="*/ 14 h 71"/>
                <a:gd name="T18" fmla="*/ 18 w 62"/>
                <a:gd name="T19" fmla="*/ 22 h 71"/>
                <a:gd name="T20" fmla="*/ 18 w 62"/>
                <a:gd name="T21" fmla="*/ 71 h 71"/>
                <a:gd name="T22" fmla="*/ 0 w 62"/>
                <a:gd name="T23" fmla="*/ 71 h 71"/>
                <a:gd name="T24" fmla="*/ 0 w 62"/>
                <a:gd name="T25" fmla="*/ 4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71">
                  <a:moveTo>
                    <a:pt x="0" y="4"/>
                  </a:moveTo>
                  <a:cubicBezTo>
                    <a:pt x="15" y="2"/>
                    <a:pt x="15" y="2"/>
                    <a:pt x="15" y="2"/>
                  </a:cubicBezTo>
                  <a:cubicBezTo>
                    <a:pt x="17" y="10"/>
                    <a:pt x="17" y="10"/>
                    <a:pt x="17" y="10"/>
                  </a:cubicBezTo>
                  <a:cubicBezTo>
                    <a:pt x="25" y="4"/>
                    <a:pt x="32" y="0"/>
                    <a:pt x="41" y="0"/>
                  </a:cubicBezTo>
                  <a:cubicBezTo>
                    <a:pt x="55" y="0"/>
                    <a:pt x="62" y="8"/>
                    <a:pt x="62" y="23"/>
                  </a:cubicBezTo>
                  <a:cubicBezTo>
                    <a:pt x="62" y="71"/>
                    <a:pt x="62" y="71"/>
                    <a:pt x="62" y="71"/>
                  </a:cubicBezTo>
                  <a:cubicBezTo>
                    <a:pt x="44" y="71"/>
                    <a:pt x="44" y="71"/>
                    <a:pt x="44" y="71"/>
                  </a:cubicBezTo>
                  <a:cubicBezTo>
                    <a:pt x="44" y="26"/>
                    <a:pt x="44" y="26"/>
                    <a:pt x="44" y="26"/>
                  </a:cubicBezTo>
                  <a:cubicBezTo>
                    <a:pt x="44" y="18"/>
                    <a:pt x="42" y="14"/>
                    <a:pt x="35" y="14"/>
                  </a:cubicBezTo>
                  <a:cubicBezTo>
                    <a:pt x="30" y="14"/>
                    <a:pt x="24" y="16"/>
                    <a:pt x="18" y="22"/>
                  </a:cubicBezTo>
                  <a:cubicBezTo>
                    <a:pt x="18" y="71"/>
                    <a:pt x="18" y="71"/>
                    <a:pt x="18" y="71"/>
                  </a:cubicBezTo>
                  <a:cubicBezTo>
                    <a:pt x="0" y="71"/>
                    <a:pt x="0" y="71"/>
                    <a:pt x="0" y="71"/>
                  </a:cubicBez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9" name="Freeform 91">
              <a:extLst>
                <a:ext uri="{FF2B5EF4-FFF2-40B4-BE49-F238E27FC236}">
                  <a16:creationId xmlns:a16="http://schemas.microsoft.com/office/drawing/2014/main" id="{C137F728-E0BD-3A4E-8188-9A41B55E2044}"/>
                </a:ext>
              </a:extLst>
            </p:cNvPr>
            <p:cNvSpPr>
              <a:spLocks noEditPoints="1"/>
            </p:cNvSpPr>
            <p:nvPr/>
          </p:nvSpPr>
          <p:spPr bwMode="auto">
            <a:xfrm>
              <a:off x="-10823575" y="3148013"/>
              <a:ext cx="609600" cy="695325"/>
            </a:xfrm>
            <a:custGeom>
              <a:avLst/>
              <a:gdLst>
                <a:gd name="T0" fmla="*/ 46 w 64"/>
                <a:gd name="T1" fmla="*/ 28 h 73"/>
                <a:gd name="T2" fmla="*/ 32 w 64"/>
                <a:gd name="T3" fmla="*/ 13 h 73"/>
                <a:gd name="T4" fmla="*/ 18 w 64"/>
                <a:gd name="T5" fmla="*/ 28 h 73"/>
                <a:gd name="T6" fmla="*/ 46 w 64"/>
                <a:gd name="T7" fmla="*/ 28 h 73"/>
                <a:gd name="T8" fmla="*/ 32 w 64"/>
                <a:gd name="T9" fmla="*/ 73 h 73"/>
                <a:gd name="T10" fmla="*/ 0 w 64"/>
                <a:gd name="T11" fmla="*/ 37 h 73"/>
                <a:gd name="T12" fmla="*/ 32 w 64"/>
                <a:gd name="T13" fmla="*/ 0 h 73"/>
                <a:gd name="T14" fmla="*/ 64 w 64"/>
                <a:gd name="T15" fmla="*/ 36 h 73"/>
                <a:gd name="T16" fmla="*/ 64 w 64"/>
                <a:gd name="T17" fmla="*/ 39 h 73"/>
                <a:gd name="T18" fmla="*/ 17 w 64"/>
                <a:gd name="T19" fmla="*/ 39 h 73"/>
                <a:gd name="T20" fmla="*/ 34 w 64"/>
                <a:gd name="T21" fmla="*/ 59 h 73"/>
                <a:gd name="T22" fmla="*/ 50 w 64"/>
                <a:gd name="T23" fmla="*/ 50 h 73"/>
                <a:gd name="T24" fmla="*/ 63 w 64"/>
                <a:gd name="T25" fmla="*/ 58 h 73"/>
                <a:gd name="T26" fmla="*/ 32 w 64"/>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73">
                  <a:moveTo>
                    <a:pt x="46" y="28"/>
                  </a:moveTo>
                  <a:cubicBezTo>
                    <a:pt x="46" y="18"/>
                    <a:pt x="41" y="13"/>
                    <a:pt x="32" y="13"/>
                  </a:cubicBezTo>
                  <a:cubicBezTo>
                    <a:pt x="24" y="13"/>
                    <a:pt x="19" y="18"/>
                    <a:pt x="18" y="28"/>
                  </a:cubicBezTo>
                  <a:lnTo>
                    <a:pt x="46" y="28"/>
                  </a:lnTo>
                  <a:close/>
                  <a:moveTo>
                    <a:pt x="32" y="73"/>
                  </a:moveTo>
                  <a:cubicBezTo>
                    <a:pt x="12" y="73"/>
                    <a:pt x="0" y="60"/>
                    <a:pt x="0" y="37"/>
                  </a:cubicBezTo>
                  <a:cubicBezTo>
                    <a:pt x="0" y="14"/>
                    <a:pt x="12" y="0"/>
                    <a:pt x="32" y="0"/>
                  </a:cubicBezTo>
                  <a:cubicBezTo>
                    <a:pt x="52" y="0"/>
                    <a:pt x="64" y="13"/>
                    <a:pt x="64" y="36"/>
                  </a:cubicBezTo>
                  <a:cubicBezTo>
                    <a:pt x="64" y="37"/>
                    <a:pt x="64" y="38"/>
                    <a:pt x="64" y="39"/>
                  </a:cubicBezTo>
                  <a:cubicBezTo>
                    <a:pt x="17" y="39"/>
                    <a:pt x="17" y="39"/>
                    <a:pt x="17" y="39"/>
                  </a:cubicBezTo>
                  <a:cubicBezTo>
                    <a:pt x="18" y="53"/>
                    <a:pt x="23" y="59"/>
                    <a:pt x="34" y="59"/>
                  </a:cubicBezTo>
                  <a:cubicBezTo>
                    <a:pt x="41" y="59"/>
                    <a:pt x="45" y="56"/>
                    <a:pt x="50" y="50"/>
                  </a:cubicBezTo>
                  <a:cubicBezTo>
                    <a:pt x="63" y="58"/>
                    <a:pt x="63" y="58"/>
                    <a:pt x="63" y="58"/>
                  </a:cubicBezTo>
                  <a:cubicBezTo>
                    <a:pt x="57" y="68"/>
                    <a:pt x="46" y="73"/>
                    <a:pt x="32"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20" name="Freeform 92">
              <a:extLst>
                <a:ext uri="{FF2B5EF4-FFF2-40B4-BE49-F238E27FC236}">
                  <a16:creationId xmlns:a16="http://schemas.microsoft.com/office/drawing/2014/main" id="{636C3415-05F0-4A4A-9332-20F659BF4476}"/>
                </a:ext>
              </a:extLst>
            </p:cNvPr>
            <p:cNvSpPr>
              <a:spLocks noEditPoints="1"/>
            </p:cNvSpPr>
            <p:nvPr/>
          </p:nvSpPr>
          <p:spPr bwMode="auto">
            <a:xfrm>
              <a:off x="-14177963" y="3148013"/>
              <a:ext cx="657225" cy="695325"/>
            </a:xfrm>
            <a:custGeom>
              <a:avLst/>
              <a:gdLst>
                <a:gd name="T0" fmla="*/ 34 w 69"/>
                <a:gd name="T1" fmla="*/ 16 h 73"/>
                <a:gd name="T2" fmla="*/ 18 w 69"/>
                <a:gd name="T3" fmla="*/ 37 h 73"/>
                <a:gd name="T4" fmla="*/ 34 w 69"/>
                <a:gd name="T5" fmla="*/ 58 h 73"/>
                <a:gd name="T6" fmla="*/ 51 w 69"/>
                <a:gd name="T7" fmla="*/ 37 h 73"/>
                <a:gd name="T8" fmla="*/ 34 w 69"/>
                <a:gd name="T9" fmla="*/ 16 h 73"/>
                <a:gd name="T10" fmla="*/ 34 w 69"/>
                <a:gd name="T11" fmla="*/ 73 h 73"/>
                <a:gd name="T12" fmla="*/ 0 w 69"/>
                <a:gd name="T13" fmla="*/ 37 h 73"/>
                <a:gd name="T14" fmla="*/ 34 w 69"/>
                <a:gd name="T15" fmla="*/ 0 h 73"/>
                <a:gd name="T16" fmla="*/ 69 w 69"/>
                <a:gd name="T17" fmla="*/ 37 h 73"/>
                <a:gd name="T18" fmla="*/ 34 w 69"/>
                <a:gd name="T19"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73">
                  <a:moveTo>
                    <a:pt x="34" y="16"/>
                  </a:moveTo>
                  <a:cubicBezTo>
                    <a:pt x="21" y="16"/>
                    <a:pt x="18" y="28"/>
                    <a:pt x="18" y="37"/>
                  </a:cubicBezTo>
                  <a:cubicBezTo>
                    <a:pt x="18" y="46"/>
                    <a:pt x="21" y="58"/>
                    <a:pt x="34" y="58"/>
                  </a:cubicBezTo>
                  <a:cubicBezTo>
                    <a:pt x="48" y="58"/>
                    <a:pt x="51" y="46"/>
                    <a:pt x="51" y="37"/>
                  </a:cubicBezTo>
                  <a:cubicBezTo>
                    <a:pt x="51" y="28"/>
                    <a:pt x="48" y="16"/>
                    <a:pt x="34" y="16"/>
                  </a:cubicBezTo>
                  <a:moveTo>
                    <a:pt x="34" y="73"/>
                  </a:moveTo>
                  <a:cubicBezTo>
                    <a:pt x="16" y="73"/>
                    <a:pt x="0" y="62"/>
                    <a:pt x="0" y="37"/>
                  </a:cubicBezTo>
                  <a:cubicBezTo>
                    <a:pt x="0" y="12"/>
                    <a:pt x="16" y="0"/>
                    <a:pt x="34" y="0"/>
                  </a:cubicBezTo>
                  <a:cubicBezTo>
                    <a:pt x="52" y="0"/>
                    <a:pt x="69" y="12"/>
                    <a:pt x="69" y="37"/>
                  </a:cubicBezTo>
                  <a:cubicBezTo>
                    <a:pt x="69" y="62"/>
                    <a:pt x="52" y="73"/>
                    <a:pt x="34"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26" name="Freeform 93">
              <a:extLst>
                <a:ext uri="{FF2B5EF4-FFF2-40B4-BE49-F238E27FC236}">
                  <a16:creationId xmlns:a16="http://schemas.microsoft.com/office/drawing/2014/main" id="{E908F189-E0DB-1B4A-B9D5-885E3B7238E3}"/>
                </a:ext>
              </a:extLst>
            </p:cNvPr>
            <p:cNvSpPr>
              <a:spLocks/>
            </p:cNvSpPr>
            <p:nvPr/>
          </p:nvSpPr>
          <p:spPr bwMode="auto">
            <a:xfrm>
              <a:off x="-13406438" y="3157538"/>
              <a:ext cx="371475" cy="666750"/>
            </a:xfrm>
            <a:custGeom>
              <a:avLst/>
              <a:gdLst>
                <a:gd name="T0" fmla="*/ 0 w 39"/>
                <a:gd name="T1" fmla="*/ 1 h 70"/>
                <a:gd name="T2" fmla="*/ 18 w 39"/>
                <a:gd name="T3" fmla="*/ 1 h 70"/>
                <a:gd name="T4" fmla="*/ 18 w 39"/>
                <a:gd name="T5" fmla="*/ 9 h 70"/>
                <a:gd name="T6" fmla="*/ 37 w 39"/>
                <a:gd name="T7" fmla="*/ 0 h 70"/>
                <a:gd name="T8" fmla="*/ 39 w 39"/>
                <a:gd name="T9" fmla="*/ 0 h 70"/>
                <a:gd name="T10" fmla="*/ 39 w 39"/>
                <a:gd name="T11" fmla="*/ 17 h 70"/>
                <a:gd name="T12" fmla="*/ 38 w 39"/>
                <a:gd name="T13" fmla="*/ 17 h 70"/>
                <a:gd name="T14" fmla="*/ 19 w 39"/>
                <a:gd name="T15" fmla="*/ 24 h 70"/>
                <a:gd name="T16" fmla="*/ 19 w 39"/>
                <a:gd name="T17" fmla="*/ 70 h 70"/>
                <a:gd name="T18" fmla="*/ 0 w 39"/>
                <a:gd name="T19" fmla="*/ 70 h 70"/>
                <a:gd name="T20" fmla="*/ 0 w 39"/>
                <a:gd name="T21" fmla="*/ 1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70">
                  <a:moveTo>
                    <a:pt x="0" y="1"/>
                  </a:moveTo>
                  <a:cubicBezTo>
                    <a:pt x="18" y="1"/>
                    <a:pt x="18" y="1"/>
                    <a:pt x="18" y="1"/>
                  </a:cubicBezTo>
                  <a:cubicBezTo>
                    <a:pt x="18" y="9"/>
                    <a:pt x="18" y="9"/>
                    <a:pt x="18" y="9"/>
                  </a:cubicBezTo>
                  <a:cubicBezTo>
                    <a:pt x="21" y="5"/>
                    <a:pt x="29" y="0"/>
                    <a:pt x="37" y="0"/>
                  </a:cubicBezTo>
                  <a:cubicBezTo>
                    <a:pt x="38" y="0"/>
                    <a:pt x="38" y="0"/>
                    <a:pt x="39" y="0"/>
                  </a:cubicBezTo>
                  <a:cubicBezTo>
                    <a:pt x="39" y="17"/>
                    <a:pt x="39" y="17"/>
                    <a:pt x="39" y="17"/>
                  </a:cubicBezTo>
                  <a:cubicBezTo>
                    <a:pt x="38" y="17"/>
                    <a:pt x="38" y="17"/>
                    <a:pt x="38" y="17"/>
                  </a:cubicBezTo>
                  <a:cubicBezTo>
                    <a:pt x="30" y="17"/>
                    <a:pt x="22" y="18"/>
                    <a:pt x="19" y="24"/>
                  </a:cubicBezTo>
                  <a:cubicBezTo>
                    <a:pt x="19" y="70"/>
                    <a:pt x="19" y="70"/>
                    <a:pt x="19" y="70"/>
                  </a:cubicBezTo>
                  <a:cubicBezTo>
                    <a:pt x="0" y="70"/>
                    <a:pt x="0" y="70"/>
                    <a:pt x="0" y="70"/>
                  </a:cubicBezTo>
                  <a:lnTo>
                    <a:pt x="0"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27" name="Freeform 94">
              <a:extLst>
                <a:ext uri="{FF2B5EF4-FFF2-40B4-BE49-F238E27FC236}">
                  <a16:creationId xmlns:a16="http://schemas.microsoft.com/office/drawing/2014/main" id="{78871AC2-581A-624D-A236-621EAC4817AF}"/>
                </a:ext>
              </a:extLst>
            </p:cNvPr>
            <p:cNvSpPr>
              <a:spLocks noEditPoints="1"/>
            </p:cNvSpPr>
            <p:nvPr/>
          </p:nvSpPr>
          <p:spPr bwMode="auto">
            <a:xfrm>
              <a:off x="-11549063" y="3148013"/>
              <a:ext cx="620713" cy="933450"/>
            </a:xfrm>
            <a:custGeom>
              <a:avLst/>
              <a:gdLst>
                <a:gd name="T0" fmla="*/ 65 w 65"/>
                <a:gd name="T1" fmla="*/ 2 h 98"/>
                <a:gd name="T2" fmla="*/ 65 w 65"/>
                <a:gd name="T3" fmla="*/ 67 h 98"/>
                <a:gd name="T4" fmla="*/ 31 w 65"/>
                <a:gd name="T5" fmla="*/ 98 h 98"/>
                <a:gd name="T6" fmla="*/ 2 w 65"/>
                <a:gd name="T7" fmla="*/ 81 h 98"/>
                <a:gd name="T8" fmla="*/ 20 w 65"/>
                <a:gd name="T9" fmla="*/ 78 h 98"/>
                <a:gd name="T10" fmla="*/ 33 w 65"/>
                <a:gd name="T11" fmla="*/ 85 h 98"/>
                <a:gd name="T12" fmla="*/ 47 w 65"/>
                <a:gd name="T13" fmla="*/ 70 h 98"/>
                <a:gd name="T14" fmla="*/ 47 w 65"/>
                <a:gd name="T15" fmla="*/ 62 h 98"/>
                <a:gd name="T16" fmla="*/ 47 w 65"/>
                <a:gd name="T17" fmla="*/ 61 h 98"/>
                <a:gd name="T18" fmla="*/ 29 w 65"/>
                <a:gd name="T19" fmla="*/ 71 h 98"/>
                <a:gd name="T20" fmla="*/ 0 w 65"/>
                <a:gd name="T21" fmla="*/ 37 h 98"/>
                <a:gd name="T22" fmla="*/ 28 w 65"/>
                <a:gd name="T23" fmla="*/ 0 h 98"/>
                <a:gd name="T24" fmla="*/ 48 w 65"/>
                <a:gd name="T25" fmla="*/ 10 h 98"/>
                <a:gd name="T26" fmla="*/ 48 w 65"/>
                <a:gd name="T27" fmla="*/ 10 h 98"/>
                <a:gd name="T28" fmla="*/ 49 w 65"/>
                <a:gd name="T29" fmla="*/ 2 h 98"/>
                <a:gd name="T30" fmla="*/ 65 w 65"/>
                <a:gd name="T31" fmla="*/ 2 h 98"/>
                <a:gd name="T32" fmla="*/ 32 w 65"/>
                <a:gd name="T33" fmla="*/ 57 h 98"/>
                <a:gd name="T34" fmla="*/ 47 w 65"/>
                <a:gd name="T35" fmla="*/ 33 h 98"/>
                <a:gd name="T36" fmla="*/ 32 w 65"/>
                <a:gd name="T37" fmla="*/ 13 h 98"/>
                <a:gd name="T38" fmla="*/ 18 w 65"/>
                <a:gd name="T39" fmla="*/ 34 h 98"/>
                <a:gd name="T40" fmla="*/ 32 w 65"/>
                <a:gd name="T41" fmla="*/ 5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5" h="98">
                  <a:moveTo>
                    <a:pt x="65" y="2"/>
                  </a:moveTo>
                  <a:cubicBezTo>
                    <a:pt x="65" y="67"/>
                    <a:pt x="65" y="67"/>
                    <a:pt x="65" y="67"/>
                  </a:cubicBezTo>
                  <a:cubicBezTo>
                    <a:pt x="65" y="79"/>
                    <a:pt x="64" y="98"/>
                    <a:pt x="31" y="98"/>
                  </a:cubicBezTo>
                  <a:cubicBezTo>
                    <a:pt x="17" y="98"/>
                    <a:pt x="4" y="93"/>
                    <a:pt x="2" y="81"/>
                  </a:cubicBezTo>
                  <a:cubicBezTo>
                    <a:pt x="20" y="78"/>
                    <a:pt x="20" y="78"/>
                    <a:pt x="20" y="78"/>
                  </a:cubicBezTo>
                  <a:cubicBezTo>
                    <a:pt x="21" y="82"/>
                    <a:pt x="23" y="85"/>
                    <a:pt x="33" y="85"/>
                  </a:cubicBezTo>
                  <a:cubicBezTo>
                    <a:pt x="42" y="85"/>
                    <a:pt x="47" y="80"/>
                    <a:pt x="47" y="70"/>
                  </a:cubicBezTo>
                  <a:cubicBezTo>
                    <a:pt x="47" y="62"/>
                    <a:pt x="47" y="62"/>
                    <a:pt x="47" y="62"/>
                  </a:cubicBezTo>
                  <a:cubicBezTo>
                    <a:pt x="47" y="61"/>
                    <a:pt x="47" y="61"/>
                    <a:pt x="47" y="61"/>
                  </a:cubicBezTo>
                  <a:cubicBezTo>
                    <a:pt x="44" y="66"/>
                    <a:pt x="39" y="71"/>
                    <a:pt x="29" y="71"/>
                  </a:cubicBezTo>
                  <a:cubicBezTo>
                    <a:pt x="13" y="71"/>
                    <a:pt x="0" y="60"/>
                    <a:pt x="0" y="37"/>
                  </a:cubicBezTo>
                  <a:cubicBezTo>
                    <a:pt x="0" y="13"/>
                    <a:pt x="13" y="1"/>
                    <a:pt x="28" y="0"/>
                  </a:cubicBezTo>
                  <a:cubicBezTo>
                    <a:pt x="41" y="0"/>
                    <a:pt x="47" y="7"/>
                    <a:pt x="48" y="10"/>
                  </a:cubicBezTo>
                  <a:cubicBezTo>
                    <a:pt x="48" y="10"/>
                    <a:pt x="48" y="10"/>
                    <a:pt x="48" y="10"/>
                  </a:cubicBezTo>
                  <a:cubicBezTo>
                    <a:pt x="49" y="2"/>
                    <a:pt x="49" y="2"/>
                    <a:pt x="49" y="2"/>
                  </a:cubicBezTo>
                  <a:lnTo>
                    <a:pt x="65" y="2"/>
                  </a:lnTo>
                  <a:close/>
                  <a:moveTo>
                    <a:pt x="32" y="57"/>
                  </a:moveTo>
                  <a:cubicBezTo>
                    <a:pt x="46" y="56"/>
                    <a:pt x="47" y="42"/>
                    <a:pt x="47" y="33"/>
                  </a:cubicBezTo>
                  <a:cubicBezTo>
                    <a:pt x="47" y="22"/>
                    <a:pt x="42" y="13"/>
                    <a:pt x="32" y="13"/>
                  </a:cubicBezTo>
                  <a:cubicBezTo>
                    <a:pt x="25" y="13"/>
                    <a:pt x="18" y="18"/>
                    <a:pt x="18" y="34"/>
                  </a:cubicBezTo>
                  <a:cubicBezTo>
                    <a:pt x="18" y="42"/>
                    <a:pt x="19" y="57"/>
                    <a:pt x="32" y="5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28" name="Freeform 95">
              <a:extLst>
                <a:ext uri="{FF2B5EF4-FFF2-40B4-BE49-F238E27FC236}">
                  <a16:creationId xmlns:a16="http://schemas.microsoft.com/office/drawing/2014/main" id="{72B3F7FD-70EB-8147-8F6A-FB7BD859850A}"/>
                </a:ext>
              </a:extLst>
            </p:cNvPr>
            <p:cNvSpPr>
              <a:spLocks noEditPoints="1"/>
            </p:cNvSpPr>
            <p:nvPr/>
          </p:nvSpPr>
          <p:spPr bwMode="auto">
            <a:xfrm>
              <a:off x="-10318750" y="2919413"/>
              <a:ext cx="457200" cy="219075"/>
            </a:xfrm>
            <a:custGeom>
              <a:avLst/>
              <a:gdLst>
                <a:gd name="T0" fmla="*/ 288 w 288"/>
                <a:gd name="T1" fmla="*/ 138 h 138"/>
                <a:gd name="T2" fmla="*/ 264 w 288"/>
                <a:gd name="T3" fmla="*/ 138 h 138"/>
                <a:gd name="T4" fmla="*/ 264 w 288"/>
                <a:gd name="T5" fmla="*/ 18 h 138"/>
                <a:gd name="T6" fmla="*/ 264 w 288"/>
                <a:gd name="T7" fmla="*/ 18 h 138"/>
                <a:gd name="T8" fmla="*/ 222 w 288"/>
                <a:gd name="T9" fmla="*/ 138 h 138"/>
                <a:gd name="T10" fmla="*/ 204 w 288"/>
                <a:gd name="T11" fmla="*/ 138 h 138"/>
                <a:gd name="T12" fmla="*/ 162 w 288"/>
                <a:gd name="T13" fmla="*/ 18 h 138"/>
                <a:gd name="T14" fmla="*/ 156 w 288"/>
                <a:gd name="T15" fmla="*/ 18 h 138"/>
                <a:gd name="T16" fmla="*/ 156 w 288"/>
                <a:gd name="T17" fmla="*/ 138 h 138"/>
                <a:gd name="T18" fmla="*/ 138 w 288"/>
                <a:gd name="T19" fmla="*/ 138 h 138"/>
                <a:gd name="T20" fmla="*/ 138 w 288"/>
                <a:gd name="T21" fmla="*/ 0 h 138"/>
                <a:gd name="T22" fmla="*/ 174 w 288"/>
                <a:gd name="T23" fmla="*/ 0 h 138"/>
                <a:gd name="T24" fmla="*/ 210 w 288"/>
                <a:gd name="T25" fmla="*/ 102 h 138"/>
                <a:gd name="T26" fmla="*/ 252 w 288"/>
                <a:gd name="T27" fmla="*/ 0 h 138"/>
                <a:gd name="T28" fmla="*/ 288 w 288"/>
                <a:gd name="T29" fmla="*/ 0 h 138"/>
                <a:gd name="T30" fmla="*/ 288 w 288"/>
                <a:gd name="T31" fmla="*/ 138 h 138"/>
                <a:gd name="T32" fmla="*/ 108 w 288"/>
                <a:gd name="T33" fmla="*/ 18 h 138"/>
                <a:gd name="T34" fmla="*/ 66 w 288"/>
                <a:gd name="T35" fmla="*/ 18 h 138"/>
                <a:gd name="T36" fmla="*/ 66 w 288"/>
                <a:gd name="T37" fmla="*/ 138 h 138"/>
                <a:gd name="T38" fmla="*/ 42 w 288"/>
                <a:gd name="T39" fmla="*/ 138 h 138"/>
                <a:gd name="T40" fmla="*/ 42 w 288"/>
                <a:gd name="T41" fmla="*/ 18 h 138"/>
                <a:gd name="T42" fmla="*/ 0 w 288"/>
                <a:gd name="T43" fmla="*/ 18 h 138"/>
                <a:gd name="T44" fmla="*/ 0 w 288"/>
                <a:gd name="T45" fmla="*/ 0 h 138"/>
                <a:gd name="T46" fmla="*/ 108 w 288"/>
                <a:gd name="T47" fmla="*/ 0 h 138"/>
                <a:gd name="T48" fmla="*/ 108 w 288"/>
                <a:gd name="T49" fmla="*/ 1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8" h="138">
                  <a:moveTo>
                    <a:pt x="288" y="138"/>
                  </a:moveTo>
                  <a:lnTo>
                    <a:pt x="264" y="138"/>
                  </a:lnTo>
                  <a:lnTo>
                    <a:pt x="264" y="18"/>
                  </a:lnTo>
                  <a:lnTo>
                    <a:pt x="264" y="18"/>
                  </a:lnTo>
                  <a:lnTo>
                    <a:pt x="222" y="138"/>
                  </a:lnTo>
                  <a:lnTo>
                    <a:pt x="204" y="138"/>
                  </a:lnTo>
                  <a:lnTo>
                    <a:pt x="162" y="18"/>
                  </a:lnTo>
                  <a:lnTo>
                    <a:pt x="156" y="18"/>
                  </a:lnTo>
                  <a:lnTo>
                    <a:pt x="156" y="138"/>
                  </a:lnTo>
                  <a:lnTo>
                    <a:pt x="138" y="138"/>
                  </a:lnTo>
                  <a:lnTo>
                    <a:pt x="138" y="0"/>
                  </a:lnTo>
                  <a:lnTo>
                    <a:pt x="174" y="0"/>
                  </a:lnTo>
                  <a:lnTo>
                    <a:pt x="210" y="102"/>
                  </a:lnTo>
                  <a:lnTo>
                    <a:pt x="252" y="0"/>
                  </a:lnTo>
                  <a:lnTo>
                    <a:pt x="288" y="0"/>
                  </a:lnTo>
                  <a:lnTo>
                    <a:pt x="288" y="138"/>
                  </a:lnTo>
                  <a:close/>
                  <a:moveTo>
                    <a:pt x="108" y="18"/>
                  </a:moveTo>
                  <a:lnTo>
                    <a:pt x="66" y="18"/>
                  </a:lnTo>
                  <a:lnTo>
                    <a:pt x="66" y="138"/>
                  </a:lnTo>
                  <a:lnTo>
                    <a:pt x="42" y="138"/>
                  </a:lnTo>
                  <a:lnTo>
                    <a:pt x="42" y="18"/>
                  </a:lnTo>
                  <a:lnTo>
                    <a:pt x="0" y="18"/>
                  </a:lnTo>
                  <a:lnTo>
                    <a:pt x="0" y="0"/>
                  </a:lnTo>
                  <a:lnTo>
                    <a:pt x="108" y="0"/>
                  </a:lnTo>
                  <a:lnTo>
                    <a:pt x="108" y="1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grpSp>
      <p:sp>
        <p:nvSpPr>
          <p:cNvPr id="3" name="Espace réservé du texte 2">
            <a:extLst>
              <a:ext uri="{FF2B5EF4-FFF2-40B4-BE49-F238E27FC236}">
                <a16:creationId xmlns:a16="http://schemas.microsoft.com/office/drawing/2014/main" id="{5946D253-65C1-4F4C-861F-0167B62D4A62}"/>
              </a:ext>
            </a:extLst>
          </p:cNvPr>
          <p:cNvSpPr>
            <a:spLocks noGrp="1"/>
          </p:cNvSpPr>
          <p:nvPr>
            <p:ph type="body" sz="quarter" idx="19" hasCustomPrompt="1"/>
          </p:nvPr>
        </p:nvSpPr>
        <p:spPr>
          <a:xfrm>
            <a:off x="1842562" y="3081028"/>
            <a:ext cx="6129338" cy="239371"/>
          </a:xfrm>
        </p:spPr>
        <p:txBody>
          <a:bodyPr anchor="t"/>
          <a:lstStyle>
            <a:lvl1pPr marL="0" indent="0">
              <a:buFontTx/>
              <a:buNone/>
              <a:defRPr sz="1200">
                <a:solidFill>
                  <a:schemeClr val="accent1"/>
                </a:solidFill>
              </a:defRPr>
            </a:lvl1pPr>
          </a:lstStyle>
          <a:p>
            <a:pPr lvl="0"/>
            <a:r>
              <a:rPr lang="fr-FR"/>
              <a:t>Click to change the styles of the </a:t>
            </a:r>
            <a:r>
              <a:rPr lang="fr-FR" err="1"/>
              <a:t>mask</a:t>
            </a:r>
            <a:r>
              <a:rPr lang="fr-FR"/>
              <a:t> </a:t>
            </a:r>
            <a:r>
              <a:rPr lang="fr-FR" err="1"/>
              <a:t>text</a:t>
            </a:r>
            <a:endParaRPr lang="fr-FR"/>
          </a:p>
        </p:txBody>
      </p:sp>
      <p:sp>
        <p:nvSpPr>
          <p:cNvPr id="23" name="Date Placeholder 3">
            <a:extLst>
              <a:ext uri="{FF2B5EF4-FFF2-40B4-BE49-F238E27FC236}">
                <a16:creationId xmlns:a16="http://schemas.microsoft.com/office/drawing/2014/main" id="{5B3A01CF-C87C-6D4B-90E4-588BF08D8B77}"/>
              </a:ext>
            </a:extLst>
          </p:cNvPr>
          <p:cNvSpPr>
            <a:spLocks noGrp="1"/>
          </p:cNvSpPr>
          <p:nvPr>
            <p:ph type="dt" sz="half" idx="20"/>
          </p:nvPr>
        </p:nvSpPr>
        <p:spPr>
          <a:xfrm>
            <a:off x="1842563" y="3310980"/>
            <a:ext cx="1496418" cy="272965"/>
          </a:xfrm>
        </p:spPr>
        <p:txBody>
          <a:bodyPr anchor="t"/>
          <a:lstStyle>
            <a:lvl1pPr algn="l">
              <a:defRPr sz="1200"/>
            </a:lvl1pPr>
          </a:lstStyle>
          <a:p>
            <a:pPr defTabSz="914126" fontAlgn="base">
              <a:lnSpc>
                <a:spcPct val="85000"/>
              </a:lnSpc>
              <a:spcBef>
                <a:spcPct val="0"/>
              </a:spcBef>
              <a:spcAft>
                <a:spcPts val="1200"/>
              </a:spcAft>
              <a:buClr>
                <a:srgbClr val="FFFFFF"/>
              </a:buClr>
            </a:pPr>
            <a:fld id="{C95863DF-E787-7C42-B189-DF5BCEFB28FC}" type="datetime4">
              <a:rPr lang="en-US" smtClean="0"/>
              <a:pPr defTabSz="914126" fontAlgn="base">
                <a:lnSpc>
                  <a:spcPct val="85000"/>
                </a:lnSpc>
                <a:spcBef>
                  <a:spcPct val="0"/>
                </a:spcBef>
                <a:spcAft>
                  <a:spcPts val="1200"/>
                </a:spcAft>
                <a:buClr>
                  <a:srgbClr val="FFFFFF"/>
                </a:buClr>
              </a:pPr>
              <a:t>July 15, 2026</a:t>
            </a:fld>
            <a:endParaRPr lang="en-US"/>
          </a:p>
        </p:txBody>
      </p:sp>
    </p:spTree>
    <p:extLst>
      <p:ext uri="{BB962C8B-B14F-4D97-AF65-F5344CB8AC3E}">
        <p14:creationId xmlns:p14="http://schemas.microsoft.com/office/powerpoint/2010/main" val="423698521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Agenda ">
    <p:bg>
      <p:bgPr>
        <a:solidFill>
          <a:schemeClr val="tx1"/>
        </a:solidFill>
        <a:effectLst/>
      </p:bgPr>
    </p:bg>
    <p:spTree>
      <p:nvGrpSpPr>
        <p:cNvPr id="1" name=""/>
        <p:cNvGrpSpPr/>
        <p:nvPr/>
      </p:nvGrpSpPr>
      <p:grpSpPr>
        <a:xfrm>
          <a:off x="0" y="0"/>
          <a:ext cx="0" cy="0"/>
          <a:chOff x="0" y="0"/>
          <a:chExt cx="0" cy="0"/>
        </a:xfrm>
      </p:grpSpPr>
      <p:pic>
        <p:nvPicPr>
          <p:cNvPr id="21" name="Image 20"/>
          <p:cNvPicPr>
            <a:picLocks noChangeAspect="1"/>
          </p:cNvPicPr>
          <p:nvPr userDrawn="1"/>
        </p:nvPicPr>
        <p:blipFill rotWithShape="1">
          <a:blip r:embed="rId2" cstate="print">
            <a:extLst>
              <a:ext uri="{28A0092B-C50C-407E-A947-70E740481C1C}">
                <a14:useLocalDpi xmlns:a14="http://schemas.microsoft.com/office/drawing/2010/main"/>
              </a:ext>
            </a:extLst>
          </a:blip>
          <a:srcRect t="20227"/>
          <a:stretch/>
        </p:blipFill>
        <p:spPr>
          <a:xfrm>
            <a:off x="34725" y="1040827"/>
            <a:ext cx="9144000" cy="4101879"/>
          </a:xfrm>
          <a:prstGeom prst="rect">
            <a:avLst/>
          </a:prstGeom>
        </p:spPr>
      </p:pic>
      <p:sp>
        <p:nvSpPr>
          <p:cNvPr id="38" name="Espace réservé du texte 6"/>
          <p:cNvSpPr>
            <a:spLocks noGrp="1"/>
          </p:cNvSpPr>
          <p:nvPr>
            <p:ph type="body" sz="quarter" idx="15" hasCustomPrompt="1"/>
          </p:nvPr>
        </p:nvSpPr>
        <p:spPr>
          <a:xfrm>
            <a:off x="808192" y="1167718"/>
            <a:ext cx="6298665" cy="3233519"/>
          </a:xfrm>
        </p:spPr>
        <p:txBody>
          <a:bodyPr lIns="0" rIns="0" anchor="t"/>
          <a:lstStyle>
            <a:lvl1pPr marL="171399" marR="0" indent="-171399" algn="l" defTabSz="914126" rtl="0" eaLnBrk="1" fontAlgn="base" latinLnBrk="0" hangingPunct="1">
              <a:lnSpc>
                <a:spcPct val="100000"/>
              </a:lnSpc>
              <a:spcBef>
                <a:spcPts val="600"/>
              </a:spcBef>
              <a:spcAft>
                <a:spcPts val="60"/>
              </a:spcAft>
              <a:buClr>
                <a:schemeClr val="bg2"/>
              </a:buClr>
              <a:buSzPct val="100000"/>
              <a:buFont typeface="Arial" panose="020B0604020202020204" pitchFamily="34" charset="0"/>
              <a:buChar char="•"/>
              <a:tabLst/>
              <a:defRPr lang="fr-FR" sz="2799" b="1" i="0" kern="1200" baseline="0" dirty="0" smtClean="0">
                <a:solidFill>
                  <a:schemeClr val="bg1"/>
                </a:solidFill>
                <a:latin typeface="Helvetica" pitchFamily="2" charset="0"/>
                <a:ea typeface="+mn-ea"/>
                <a:cs typeface="Arial" panose="020B0604020202020204" pitchFamily="34" charset="0"/>
              </a:defRPr>
            </a:lvl1pPr>
            <a:lvl2pPr marL="285664" marR="0" indent="-228531" algn="l" defTabSz="685594" rtl="0" eaLnBrk="1" fontAlgn="auto" latinLnBrk="0" hangingPunct="1">
              <a:lnSpc>
                <a:spcPct val="90000"/>
              </a:lnSpc>
              <a:spcBef>
                <a:spcPts val="0"/>
              </a:spcBef>
              <a:spcAft>
                <a:spcPts val="0"/>
              </a:spcAft>
              <a:buClrTx/>
              <a:buSzPct val="45000"/>
              <a:buFontTx/>
              <a:buBlip>
                <a:blip r:embed="rId3"/>
              </a:buBlip>
              <a:tabLst/>
              <a:defRPr sz="1400" b="1" i="0">
                <a:solidFill>
                  <a:schemeClr val="accent2">
                    <a:lumMod val="50000"/>
                  </a:schemeClr>
                </a:solidFill>
                <a:latin typeface="Helvetica" pitchFamily="2" charset="0"/>
                <a:cs typeface="Arial" panose="020B0604020202020204" pitchFamily="34" charset="0"/>
              </a:defRPr>
            </a:lvl2pPr>
            <a:lvl3pPr marL="958562" indent="0">
              <a:buFont typeface="Helvetica 45 Light" panose="020B0403020202020204" pitchFamily="34" charset="0"/>
              <a:buNone/>
              <a:defRPr sz="1400">
                <a:solidFill>
                  <a:schemeClr val="tx1"/>
                </a:solidFill>
                <a:latin typeface="Helvetica 45 Light" panose="020B0403020202020204" pitchFamily="34" charset="0"/>
              </a:defRPr>
            </a:lvl3pPr>
          </a:lstStyle>
          <a:p>
            <a:pPr lvl="0"/>
            <a:r>
              <a:rPr lang="en-US" noProof="0"/>
              <a:t>Title</a:t>
            </a:r>
          </a:p>
          <a:p>
            <a:pPr lvl="1"/>
            <a:r>
              <a:rPr lang="en-US" noProof="0"/>
              <a:t>Subtitle</a:t>
            </a:r>
          </a:p>
          <a:p>
            <a:pPr lvl="1"/>
            <a:r>
              <a:rPr lang="en-US" noProof="0"/>
              <a:t>Subtitle</a:t>
            </a:r>
          </a:p>
          <a:p>
            <a:pPr lvl="0"/>
            <a:r>
              <a:rPr lang="en-US" noProof="0"/>
              <a:t>Title</a:t>
            </a:r>
          </a:p>
          <a:p>
            <a:pPr lvl="1"/>
            <a:r>
              <a:rPr lang="en-US" noProof="0"/>
              <a:t>Subtitle </a:t>
            </a:r>
          </a:p>
          <a:p>
            <a:pPr lvl="1"/>
            <a:r>
              <a:rPr lang="en-US" noProof="0"/>
              <a:t>Subtitle</a:t>
            </a:r>
          </a:p>
          <a:p>
            <a:pPr lvl="0"/>
            <a:r>
              <a:rPr lang="en-US" noProof="0"/>
              <a:t>Title</a:t>
            </a:r>
          </a:p>
          <a:p>
            <a:pPr lvl="1"/>
            <a:r>
              <a:rPr lang="en-US" noProof="0"/>
              <a:t>Subtitle</a:t>
            </a:r>
          </a:p>
          <a:p>
            <a:pPr lvl="1"/>
            <a:r>
              <a:rPr lang="en-US" noProof="0"/>
              <a:t>Subtitle</a:t>
            </a:r>
          </a:p>
        </p:txBody>
      </p:sp>
      <p:sp>
        <p:nvSpPr>
          <p:cNvPr id="45" name="Titre 1"/>
          <p:cNvSpPr>
            <a:spLocks noGrp="1"/>
          </p:cNvSpPr>
          <p:nvPr>
            <p:ph type="ctrTitle" hasCustomPrompt="1"/>
          </p:nvPr>
        </p:nvSpPr>
        <p:spPr>
          <a:xfrm>
            <a:off x="185084" y="354069"/>
            <a:ext cx="6298665" cy="470816"/>
          </a:xfrm>
        </p:spPr>
        <p:txBody>
          <a:bodyPr/>
          <a:lstStyle>
            <a:lvl1pPr marL="169812" indent="0" algn="l">
              <a:defRPr lang="fr-FR" altLang="en-US" sz="3199" b="1" i="0" kern="1200" baseline="0" noProof="0" dirty="0">
                <a:solidFill>
                  <a:srgbClr val="FF7800"/>
                </a:solidFill>
                <a:latin typeface="Helvetica" pitchFamily="2" charset="0"/>
                <a:ea typeface="ＭＳ Ｐゴシック" pitchFamily="34" charset="-128"/>
                <a:cs typeface="Arial" panose="020B0604020202020204" pitchFamily="34" charset="0"/>
              </a:defRPr>
            </a:lvl1pPr>
          </a:lstStyle>
          <a:p>
            <a:r>
              <a:rPr lang="en-US" noProof="0"/>
              <a:t>Agenda</a:t>
            </a:r>
          </a:p>
        </p:txBody>
      </p:sp>
      <p:sp>
        <p:nvSpPr>
          <p:cNvPr id="19" name="Ellipse 18">
            <a:extLst>
              <a:ext uri="{FF2B5EF4-FFF2-40B4-BE49-F238E27FC236}">
                <a16:creationId xmlns:a16="http://schemas.microsoft.com/office/drawing/2014/main" id="{474A422D-E8DA-1147-88C4-421DE12676AA}"/>
              </a:ext>
            </a:extLst>
          </p:cNvPr>
          <p:cNvSpPr>
            <a:spLocks noChangeAspect="1"/>
          </p:cNvSpPr>
          <p:nvPr userDrawn="1"/>
        </p:nvSpPr>
        <p:spPr>
          <a:xfrm>
            <a:off x="835119" y="1003029"/>
            <a:ext cx="79200" cy="79176"/>
          </a:xfrm>
          <a:prstGeom prst="ellips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799" b="1" i="0">
              <a:latin typeface="Helvetica" pitchFamily="2" charset="0"/>
            </a:endParaRPr>
          </a:p>
        </p:txBody>
      </p:sp>
      <p:sp>
        <p:nvSpPr>
          <p:cNvPr id="3" name="Date Placeholder 2">
            <a:extLst>
              <a:ext uri="{FF2B5EF4-FFF2-40B4-BE49-F238E27FC236}">
                <a16:creationId xmlns:a16="http://schemas.microsoft.com/office/drawing/2014/main" id="{325A688C-3CA6-1140-A7F9-685BE415E4EE}"/>
              </a:ext>
            </a:extLst>
          </p:cNvPr>
          <p:cNvSpPr>
            <a:spLocks noGrp="1"/>
          </p:cNvSpPr>
          <p:nvPr>
            <p:ph type="dt" sz="half" idx="16"/>
          </p:nvPr>
        </p:nvSpPr>
        <p:spPr/>
        <p:txBody>
          <a:bodyPr/>
          <a:lstStyle>
            <a:lvl1pPr>
              <a:defRPr/>
            </a:lvl1pPr>
          </a:lstStyle>
          <a:p>
            <a:pPr defTabSz="914126" fontAlgn="base">
              <a:lnSpc>
                <a:spcPct val="85000"/>
              </a:lnSpc>
              <a:spcBef>
                <a:spcPct val="0"/>
              </a:spcBef>
              <a:spcAft>
                <a:spcPts val="1200"/>
              </a:spcAft>
              <a:buClr>
                <a:srgbClr val="FFFFFF"/>
              </a:buClr>
            </a:pPr>
            <a:fld id="{3D47A8C9-C0AC-784A-924A-60131DEA957B}"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6" name="Slide Number Placeholder 5">
            <a:extLst>
              <a:ext uri="{FF2B5EF4-FFF2-40B4-BE49-F238E27FC236}">
                <a16:creationId xmlns:a16="http://schemas.microsoft.com/office/drawing/2014/main" id="{B2FE2E95-2FD4-4F48-A1FE-EB0E66BD0F93}"/>
              </a:ext>
            </a:extLst>
          </p:cNvPr>
          <p:cNvSpPr>
            <a:spLocks noGrp="1"/>
          </p:cNvSpPr>
          <p:nvPr>
            <p:ph type="sldNum" sz="quarter" idx="18"/>
          </p:nvPr>
        </p:nvSpPr>
        <p:spPr/>
        <p:txBody>
          <a:bodyPr/>
          <a:lstStyle>
            <a:lvl1pPr>
              <a:defRPr>
                <a:solidFill>
                  <a:schemeClr val="bg1"/>
                </a:solidFill>
              </a:defRPr>
            </a:lvl1p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Tree>
    <p:extLst>
      <p:ext uri="{BB962C8B-B14F-4D97-AF65-F5344CB8AC3E}">
        <p14:creationId xmlns:p14="http://schemas.microsoft.com/office/powerpoint/2010/main" val="36046579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Party sl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Espace réservé du texte 8">
            <a:extLst>
              <a:ext uri="{FF2B5EF4-FFF2-40B4-BE49-F238E27FC236}">
                <a16:creationId xmlns:a16="http://schemas.microsoft.com/office/drawing/2014/main" id="{54B59CC9-B2DC-594F-ADA8-CD431D912AAC}"/>
              </a:ext>
            </a:extLst>
          </p:cNvPr>
          <p:cNvSpPr>
            <a:spLocks noGrp="1"/>
          </p:cNvSpPr>
          <p:nvPr>
            <p:ph type="body" sz="quarter" idx="13" hasCustomPrompt="1"/>
          </p:nvPr>
        </p:nvSpPr>
        <p:spPr>
          <a:xfrm>
            <a:off x="336487" y="301533"/>
            <a:ext cx="1040382" cy="620521"/>
          </a:xfrm>
        </p:spPr>
        <p:txBody>
          <a:bodyPr/>
          <a:lstStyle>
            <a:lvl1pPr marL="0" indent="0">
              <a:buFontTx/>
              <a:buNone/>
              <a:defRPr sz="5398" b="1" i="0">
                <a:solidFill>
                  <a:srgbClr val="FF7900"/>
                </a:solidFill>
              </a:defRPr>
            </a:lvl1pPr>
            <a:lvl2pPr>
              <a:buFontTx/>
              <a:buNone/>
              <a:defRPr>
                <a:solidFill>
                  <a:srgbClr val="FF7900"/>
                </a:solidFill>
              </a:defRPr>
            </a:lvl2pPr>
            <a:lvl3pPr marL="685594" indent="0">
              <a:buFontTx/>
              <a:buNone/>
              <a:defRPr>
                <a:solidFill>
                  <a:srgbClr val="FF7900"/>
                </a:solidFill>
              </a:defRPr>
            </a:lvl3pPr>
            <a:lvl4pPr marL="1028391" indent="0">
              <a:buFontTx/>
              <a:buNone/>
              <a:defRPr>
                <a:solidFill>
                  <a:srgbClr val="FF7900"/>
                </a:solidFill>
              </a:defRPr>
            </a:lvl4pPr>
            <a:lvl5pPr marL="1371189" indent="0">
              <a:buFontTx/>
              <a:buNone/>
              <a:defRPr>
                <a:solidFill>
                  <a:srgbClr val="FF7900"/>
                </a:solidFill>
              </a:defRPr>
            </a:lvl5pPr>
          </a:lstStyle>
          <a:p>
            <a:pPr lvl="0"/>
            <a:r>
              <a:rPr lang="en-US" noProof="0"/>
              <a:t>N°.</a:t>
            </a:r>
          </a:p>
        </p:txBody>
      </p:sp>
      <p:sp>
        <p:nvSpPr>
          <p:cNvPr id="12" name="Titre 1">
            <a:extLst>
              <a:ext uri="{FF2B5EF4-FFF2-40B4-BE49-F238E27FC236}">
                <a16:creationId xmlns:a16="http://schemas.microsoft.com/office/drawing/2014/main" id="{188B9A7B-8B35-6A41-962A-D1D794A73740}"/>
              </a:ext>
            </a:extLst>
          </p:cNvPr>
          <p:cNvSpPr>
            <a:spLocks noGrp="1"/>
          </p:cNvSpPr>
          <p:nvPr>
            <p:ph type="title" hasCustomPrompt="1"/>
          </p:nvPr>
        </p:nvSpPr>
        <p:spPr>
          <a:xfrm>
            <a:off x="1021269" y="301532"/>
            <a:ext cx="5556518" cy="621137"/>
          </a:xfrm>
        </p:spPr>
        <p:txBody>
          <a:bodyPr/>
          <a:lstStyle>
            <a:lvl1pPr>
              <a:defRPr sz="5398" b="1" i="0" baseline="0">
                <a:solidFill>
                  <a:schemeClr val="tx1"/>
                </a:solidFill>
              </a:defRPr>
            </a:lvl1pPr>
          </a:lstStyle>
          <a:p>
            <a:r>
              <a:rPr lang="en-US" noProof="0"/>
              <a:t>Change the style of the title</a:t>
            </a:r>
          </a:p>
        </p:txBody>
      </p:sp>
      <p:sp>
        <p:nvSpPr>
          <p:cNvPr id="5" name="Date Placeholder 4">
            <a:extLst>
              <a:ext uri="{FF2B5EF4-FFF2-40B4-BE49-F238E27FC236}">
                <a16:creationId xmlns:a16="http://schemas.microsoft.com/office/drawing/2014/main" id="{BF9C68D1-5262-C144-9659-A1F79C045BE0}"/>
              </a:ext>
            </a:extLst>
          </p:cNvPr>
          <p:cNvSpPr>
            <a:spLocks noGrp="1"/>
          </p:cNvSpPr>
          <p:nvPr>
            <p:ph type="dt" sz="half" idx="14"/>
          </p:nvPr>
        </p:nvSpPr>
        <p:spPr/>
        <p:txBody>
          <a:bodyPr/>
          <a:lstStyle>
            <a:lvl1pPr>
              <a:defRPr/>
            </a:lvl1pPr>
          </a:lstStyle>
          <a:p>
            <a:pPr defTabSz="914126" fontAlgn="base">
              <a:lnSpc>
                <a:spcPct val="85000"/>
              </a:lnSpc>
              <a:spcBef>
                <a:spcPct val="0"/>
              </a:spcBef>
              <a:spcAft>
                <a:spcPts val="1200"/>
              </a:spcAft>
              <a:buClr>
                <a:srgbClr val="FFFFFF"/>
              </a:buClr>
            </a:pPr>
            <a:fld id="{B00DCE7F-13CC-D142-B970-24E8487AF23C}"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7" name="Slide Number Placeholder 6">
            <a:extLst>
              <a:ext uri="{FF2B5EF4-FFF2-40B4-BE49-F238E27FC236}">
                <a16:creationId xmlns:a16="http://schemas.microsoft.com/office/drawing/2014/main" id="{A1AA60CF-BA18-4F49-9059-B2B580D00BF7}"/>
              </a:ext>
            </a:extLst>
          </p:cNvPr>
          <p:cNvSpPr>
            <a:spLocks noGrp="1"/>
          </p:cNvSpPr>
          <p:nvPr>
            <p:ph type="sldNum" sz="quarter" idx="16"/>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Tree>
    <p:extLst>
      <p:ext uri="{BB962C8B-B14F-4D97-AF65-F5344CB8AC3E}">
        <p14:creationId xmlns:p14="http://schemas.microsoft.com/office/powerpoint/2010/main" val="26586925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18BBCE-0AC5-AA4E-A42F-083237E4BA5A}"/>
              </a:ext>
            </a:extLst>
          </p:cNvPr>
          <p:cNvSpPr>
            <a:spLocks noGrp="1"/>
          </p:cNvSpPr>
          <p:nvPr>
            <p:ph type="title" hasCustomPrompt="1"/>
          </p:nvPr>
        </p:nvSpPr>
        <p:spPr/>
        <p:txBody>
          <a:bodyPr/>
          <a:lstStyle>
            <a:lvl1pPr>
              <a:defRPr/>
            </a:lvl1pPr>
          </a:lstStyle>
          <a:p>
            <a:r>
              <a:rPr lang="fr-FR"/>
              <a:t>Change the </a:t>
            </a:r>
            <a:r>
              <a:rPr lang="fr-FR" err="1"/>
              <a:t>title</a:t>
            </a:r>
            <a:endParaRPr lang="fr-FR"/>
          </a:p>
        </p:txBody>
      </p:sp>
      <p:sp>
        <p:nvSpPr>
          <p:cNvPr id="3" name="Date Placeholder 2">
            <a:extLst>
              <a:ext uri="{FF2B5EF4-FFF2-40B4-BE49-F238E27FC236}">
                <a16:creationId xmlns:a16="http://schemas.microsoft.com/office/drawing/2014/main" id="{1768827C-70C4-8244-B3FA-330ACB6191AC}"/>
              </a:ext>
            </a:extLst>
          </p:cNvPr>
          <p:cNvSpPr>
            <a:spLocks noGrp="1"/>
          </p:cNvSpPr>
          <p:nvPr>
            <p:ph type="dt" sz="half" idx="11"/>
          </p:nvPr>
        </p:nvSpPr>
        <p:spPr/>
        <p:txBody>
          <a:bodyPr/>
          <a:lstStyle>
            <a:lvl1pPr>
              <a:defRPr/>
            </a:lvl1pPr>
          </a:lstStyle>
          <a:p>
            <a:pPr defTabSz="914126" fontAlgn="base">
              <a:lnSpc>
                <a:spcPct val="85000"/>
              </a:lnSpc>
              <a:spcBef>
                <a:spcPct val="0"/>
              </a:spcBef>
              <a:spcAft>
                <a:spcPts val="1200"/>
              </a:spcAft>
              <a:buClr>
                <a:srgbClr val="FFFFFF"/>
              </a:buClr>
            </a:pPr>
            <a:fld id="{919C4B19-F70D-5946-9810-5B9EACB724F2}"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5" name="Slide Number Placeholder 4">
            <a:extLst>
              <a:ext uri="{FF2B5EF4-FFF2-40B4-BE49-F238E27FC236}">
                <a16:creationId xmlns:a16="http://schemas.microsoft.com/office/drawing/2014/main" id="{CAA899D0-A24C-BB47-876A-59DF41B4D93F}"/>
              </a:ext>
            </a:extLst>
          </p:cNvPr>
          <p:cNvSpPr>
            <a:spLocks noGrp="1"/>
          </p:cNvSpPr>
          <p:nvPr>
            <p:ph type="sldNum" sz="quarter" idx="13"/>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
        <p:nvSpPr>
          <p:cNvPr id="6" name="Espace réservé du texte 26">
            <a:extLst>
              <a:ext uri="{FF2B5EF4-FFF2-40B4-BE49-F238E27FC236}">
                <a16:creationId xmlns:a16="http://schemas.microsoft.com/office/drawing/2014/main" id="{4A12D15D-5D40-3A42-B500-6B95AB0CF1E0}"/>
              </a:ext>
            </a:extLst>
          </p:cNvPr>
          <p:cNvSpPr>
            <a:spLocks noGrp="1"/>
          </p:cNvSpPr>
          <p:nvPr>
            <p:ph type="body" sz="quarter" idx="10" hasCustomPrompt="1"/>
          </p:nvPr>
        </p:nvSpPr>
        <p:spPr>
          <a:xfrm>
            <a:off x="358775" y="1104559"/>
            <a:ext cx="8470900" cy="3513640"/>
          </a:xfrm>
        </p:spPr>
        <p:txBody>
          <a:bodyPr/>
          <a:lstStyle>
            <a:lvl1pPr marL="172986" marR="0" indent="-172986" algn="l" defTabSz="514196" rtl="0" eaLnBrk="1" fontAlgn="base" latinLnBrk="0" hangingPunct="1">
              <a:lnSpc>
                <a:spcPct val="90000"/>
              </a:lnSpc>
              <a:spcBef>
                <a:spcPct val="0"/>
              </a:spcBef>
              <a:spcAft>
                <a:spcPts val="800"/>
              </a:spcAft>
              <a:buClr>
                <a:srgbClr val="FF6600"/>
              </a:buClr>
              <a:buSzTx/>
              <a:buFont typeface="Wingdings" panose="05000000000000000000" pitchFamily="2" charset="2"/>
              <a:buChar char="§"/>
              <a:tabLst/>
              <a:defRPr/>
            </a:lvl1pPr>
            <a:lvl2pPr marL="345971" marR="0" indent="-172986" algn="l" defTabSz="514196" rtl="0" eaLnBrk="1" fontAlgn="base" latinLnBrk="0" hangingPunct="1">
              <a:lnSpc>
                <a:spcPct val="90000"/>
              </a:lnSpc>
              <a:spcBef>
                <a:spcPct val="0"/>
              </a:spcBef>
              <a:spcAft>
                <a:spcPts val="800"/>
              </a:spcAft>
              <a:buClrTx/>
              <a:buSzTx/>
              <a:buFont typeface="Helvetica 75 Bold" panose="020B0804020202020204" pitchFamily="34" charset="0"/>
              <a:buChar char="−"/>
              <a:tabLst/>
              <a:defRPr/>
            </a:lvl2pPr>
            <a:lvl3pPr marL="514196" marR="0" indent="-172986" algn="l" defTabSz="514196" rtl="0" eaLnBrk="1" fontAlgn="base" latinLnBrk="0" hangingPunct="1">
              <a:lnSpc>
                <a:spcPct val="90000"/>
              </a:lnSpc>
              <a:spcBef>
                <a:spcPct val="0"/>
              </a:spcBef>
              <a:spcAft>
                <a:spcPts val="800"/>
              </a:spcAft>
              <a:buClrTx/>
              <a:buSzTx/>
              <a:buFont typeface="Helvetica 75 Bold" panose="020B0804020202020204" pitchFamily="34" charset="0"/>
              <a:buChar char="−"/>
              <a:tabLst/>
              <a:defRPr kumimoji="0" lang="fr-FR" altLang="en-US" sz="1400" b="1" i="0" u="none" strike="noStrike" kern="1200" cap="none" spc="0" normalizeH="0" baseline="0">
                <a:ln>
                  <a:noFill/>
                </a:ln>
                <a:solidFill>
                  <a:srgbClr val="000000"/>
                </a:solidFill>
                <a:effectLst/>
                <a:uLnTx/>
                <a:uFillTx/>
                <a:latin typeface="Helvetica" pitchFamily="2" charset="0"/>
                <a:ea typeface="ＭＳ Ｐゴシック" pitchFamily="34" charset="-128"/>
                <a:cs typeface="Arial" panose="020B0604020202020204" pitchFamily="34" charset="0"/>
              </a:defRPr>
            </a:lvl3pPr>
            <a:lvl4pPr marL="798272" indent="-285664">
              <a:defRPr kumimoji="0" lang="fr-FR" altLang="en-US" sz="1400" b="1" i="0" u="none" strike="noStrike" kern="1200" cap="none" spc="0" normalizeH="0" baseline="0" dirty="0" smtClean="0">
                <a:ln>
                  <a:noFill/>
                </a:ln>
                <a:solidFill>
                  <a:srgbClr val="000000"/>
                </a:solidFill>
                <a:effectLst/>
                <a:uLnTx/>
                <a:uFillTx/>
                <a:latin typeface="Helvetica" pitchFamily="2" charset="0"/>
                <a:ea typeface="ＭＳ Ｐゴシック" pitchFamily="34" charset="-128"/>
                <a:cs typeface="Arial" panose="020B0604020202020204" pitchFamily="34" charset="0"/>
              </a:defRPr>
            </a:lvl4pPr>
          </a:lstStyle>
          <a:p>
            <a:pPr marL="172986" marR="0" lvl="0" indent="-172986" algn="l" defTabSz="514196" rtl="0" eaLnBrk="1" fontAlgn="base" latinLnBrk="0" hangingPunct="1">
              <a:lnSpc>
                <a:spcPct val="90000"/>
              </a:lnSpc>
              <a:spcBef>
                <a:spcPct val="0"/>
              </a:spcBef>
              <a:spcAft>
                <a:spcPts val="800"/>
              </a:spcAft>
              <a:buClr>
                <a:srgbClr val="FF6600"/>
              </a:buClr>
              <a:buSzTx/>
              <a:buFont typeface="Wingdings" panose="05000000000000000000" pitchFamily="2" charset="2"/>
              <a:buChar char="§"/>
              <a:tabLst/>
              <a:defRPr/>
            </a:pPr>
            <a:r>
              <a:rPr kumimoji="0" lang="en-US" altLang="en-US" sz="1400" b="1" i="0" u="none" strike="noStrike" kern="1200" cap="none" spc="0" normalizeH="0" baseline="0" noProof="0">
                <a:ln>
                  <a:noFill/>
                </a:ln>
                <a:solidFill>
                  <a:srgbClr val="000000"/>
                </a:solidFill>
                <a:effectLst/>
                <a:uLnTx/>
                <a:uFillTx/>
                <a:latin typeface="Helvetica" pitchFamily="2" charset="0"/>
                <a:cs typeface="Arial" panose="020B0604020202020204" pitchFamily="34" charset="0"/>
              </a:rPr>
              <a:t>Edit the mask text</a:t>
            </a:r>
          </a:p>
          <a:p>
            <a:pPr marL="345971" marR="0" lvl="1" indent="-172986" algn="l" defTabSz="514196" rtl="0" eaLnBrk="1" fontAlgn="base" latinLnBrk="0" hangingPunct="1">
              <a:lnSpc>
                <a:spcPct val="90000"/>
              </a:lnSpc>
              <a:spcBef>
                <a:spcPct val="0"/>
              </a:spcBef>
              <a:spcAft>
                <a:spcPts val="800"/>
              </a:spcAft>
              <a:buClrTx/>
              <a:buSzTx/>
              <a:buFont typeface="Helvetica 75 Bold" panose="020B0804020202020204" pitchFamily="34" charset="0"/>
              <a:buChar char="−"/>
              <a:tabLst/>
              <a:defRPr/>
            </a:pPr>
            <a:r>
              <a:rPr kumimoji="0" lang="en-US" altLang="en-US" sz="1400" b="1" i="0" u="none" strike="noStrike" kern="1200" cap="none" spc="0" normalizeH="0" baseline="0" noProof="0">
                <a:ln>
                  <a:noFill/>
                </a:ln>
                <a:solidFill>
                  <a:srgbClr val="000000"/>
                </a:solidFill>
                <a:effectLst/>
                <a:uLnTx/>
                <a:uFillTx/>
                <a:latin typeface="Helvetica" pitchFamily="2" charset="0"/>
                <a:ea typeface="Arial Unicode MS" panose="020B0604020202020204" pitchFamily="34" charset="-128"/>
                <a:cs typeface="Arial" panose="020B0604020202020204" pitchFamily="34" charset="0"/>
              </a:rPr>
              <a:t>Second level</a:t>
            </a:r>
          </a:p>
          <a:p>
            <a:pPr marL="514196" marR="0" lvl="2" indent="-172986" algn="l" defTabSz="514196" rtl="0" eaLnBrk="1" fontAlgn="base" latinLnBrk="0" hangingPunct="1">
              <a:lnSpc>
                <a:spcPct val="90000"/>
              </a:lnSpc>
              <a:spcBef>
                <a:spcPct val="0"/>
              </a:spcBef>
              <a:spcAft>
                <a:spcPts val="800"/>
              </a:spcAft>
              <a:buClrTx/>
              <a:buSzTx/>
              <a:buFont typeface="Helvetica 75 Bold" panose="020B0804020202020204" pitchFamily="34" charset="0"/>
              <a:buChar char="−"/>
              <a:tabLst/>
              <a:defRPr/>
            </a:pPr>
            <a:r>
              <a:rPr kumimoji="0" lang="en-US" altLang="en-US" sz="1400" b="1" i="0" u="none" strike="noStrike" kern="1200" cap="none" spc="0" normalizeH="0" baseline="0" noProof="0">
                <a:ln>
                  <a:noFill/>
                </a:ln>
                <a:solidFill>
                  <a:srgbClr val="000000"/>
                </a:solidFill>
                <a:effectLst/>
                <a:uLnTx/>
                <a:uFillTx/>
                <a:latin typeface="Helvetica" pitchFamily="2" charset="0"/>
                <a:ea typeface="ＭＳ Ｐゴシック" pitchFamily="34" charset="-128"/>
                <a:cs typeface="Arial" panose="020B0604020202020204" pitchFamily="34" charset="0"/>
              </a:rPr>
              <a:t>Third level</a:t>
            </a:r>
          </a:p>
        </p:txBody>
      </p:sp>
    </p:spTree>
    <p:extLst>
      <p:ext uri="{BB962C8B-B14F-4D97-AF65-F5344CB8AC3E}">
        <p14:creationId xmlns:p14="http://schemas.microsoft.com/office/powerpoint/2010/main" val="359749181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Intro client slide ">
    <p:bg>
      <p:bgPr>
        <a:solidFill>
          <a:schemeClr val="bg1"/>
        </a:solidFill>
        <a:effectLst/>
      </p:bgPr>
    </p:bg>
    <p:spTree>
      <p:nvGrpSpPr>
        <p:cNvPr id="1" name=""/>
        <p:cNvGrpSpPr/>
        <p:nvPr/>
      </p:nvGrpSpPr>
      <p:grpSpPr>
        <a:xfrm>
          <a:off x="0" y="0"/>
          <a:ext cx="0" cy="0"/>
          <a:chOff x="0" y="0"/>
          <a:chExt cx="0" cy="0"/>
        </a:xfrm>
      </p:grpSpPr>
      <p:sp>
        <p:nvSpPr>
          <p:cNvPr id="6" name="Espace réservé pour une image  9"/>
          <p:cNvSpPr>
            <a:spLocks noGrp="1"/>
          </p:cNvSpPr>
          <p:nvPr>
            <p:ph type="pic" sz="quarter" idx="13"/>
          </p:nvPr>
        </p:nvSpPr>
        <p:spPr>
          <a:xfrm>
            <a:off x="0" y="794"/>
            <a:ext cx="4572000" cy="5142706"/>
          </a:xfrm>
        </p:spPr>
        <p:txBody>
          <a:bodyPr/>
          <a:lstStyle>
            <a:lvl1pPr marL="0" indent="0">
              <a:buFontTx/>
              <a:buNone/>
              <a:defRPr sz="1999" b="1" i="0"/>
            </a:lvl1pPr>
          </a:lstStyle>
          <a:p>
            <a:r>
              <a:rPr lang="en-GB" noProof="0"/>
              <a:t>Click icon to add picture</a:t>
            </a:r>
            <a:endParaRPr lang="en-US" noProof="0"/>
          </a:p>
        </p:txBody>
      </p:sp>
      <p:sp>
        <p:nvSpPr>
          <p:cNvPr id="8" name="Titre 1"/>
          <p:cNvSpPr>
            <a:spLocks noGrp="1"/>
          </p:cNvSpPr>
          <p:nvPr>
            <p:ph type="title" hasCustomPrompt="1"/>
          </p:nvPr>
        </p:nvSpPr>
        <p:spPr>
          <a:xfrm>
            <a:off x="4816433" y="302343"/>
            <a:ext cx="3774620" cy="2259269"/>
          </a:xfrm>
        </p:spPr>
        <p:txBody>
          <a:bodyPr/>
          <a:lstStyle>
            <a:lvl1pPr>
              <a:defRPr sz="5398" b="1" i="0" baseline="0">
                <a:solidFill>
                  <a:schemeClr val="tx1"/>
                </a:solidFill>
              </a:defRPr>
            </a:lvl1pPr>
          </a:lstStyle>
          <a:p>
            <a:r>
              <a:rPr lang="en-US" noProof="0"/>
              <a:t>Customer case</a:t>
            </a:r>
          </a:p>
        </p:txBody>
      </p:sp>
      <p:pic>
        <p:nvPicPr>
          <p:cNvPr id="5" name="Image 20">
            <a:extLst>
              <a:ext uri="{FF2B5EF4-FFF2-40B4-BE49-F238E27FC236}">
                <a16:creationId xmlns:a16="http://schemas.microsoft.com/office/drawing/2014/main" id="{8E692A1A-82FC-1444-B8D1-226944F3135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20227"/>
          <a:stretch/>
        </p:blipFill>
        <p:spPr>
          <a:xfrm>
            <a:off x="34725" y="1040827"/>
            <a:ext cx="9144000" cy="4101879"/>
          </a:xfrm>
          <a:prstGeom prst="rect">
            <a:avLst/>
          </a:prstGeom>
        </p:spPr>
      </p:pic>
      <p:sp>
        <p:nvSpPr>
          <p:cNvPr id="9" name="Date Placeholder 2">
            <a:extLst>
              <a:ext uri="{FF2B5EF4-FFF2-40B4-BE49-F238E27FC236}">
                <a16:creationId xmlns:a16="http://schemas.microsoft.com/office/drawing/2014/main" id="{344B0357-5E2B-FA4F-954B-6C4FC7AC9D85}"/>
              </a:ext>
            </a:extLst>
          </p:cNvPr>
          <p:cNvSpPr>
            <a:spLocks noGrp="1"/>
          </p:cNvSpPr>
          <p:nvPr>
            <p:ph type="dt" sz="half" idx="11"/>
          </p:nvPr>
        </p:nvSpPr>
        <p:spPr>
          <a:xfrm>
            <a:off x="7344687" y="4556551"/>
            <a:ext cx="1496418" cy="272965"/>
          </a:xfrm>
        </p:spPr>
        <p:txBody>
          <a:bodyPr/>
          <a:lstStyle>
            <a:lvl1pPr>
              <a:defRPr/>
            </a:lvl1pPr>
          </a:lstStyle>
          <a:p>
            <a:pPr defTabSz="914126" fontAlgn="base">
              <a:lnSpc>
                <a:spcPct val="85000"/>
              </a:lnSpc>
              <a:spcBef>
                <a:spcPct val="0"/>
              </a:spcBef>
              <a:spcAft>
                <a:spcPts val="1200"/>
              </a:spcAft>
              <a:buClr>
                <a:srgbClr val="FFFFFF"/>
              </a:buClr>
            </a:pPr>
            <a:fld id="{919C4B19-F70D-5946-9810-5B9EACB724F2}" type="datetime4">
              <a:rPr lang="en-US" smtClean="0"/>
              <a:pPr defTabSz="914126" fontAlgn="base">
                <a:lnSpc>
                  <a:spcPct val="85000"/>
                </a:lnSpc>
                <a:spcBef>
                  <a:spcPct val="0"/>
                </a:spcBef>
                <a:spcAft>
                  <a:spcPts val="1200"/>
                </a:spcAft>
                <a:buClr>
                  <a:srgbClr val="FFFFFF"/>
                </a:buClr>
              </a:pPr>
              <a:t>July 15, 2026</a:t>
            </a:fld>
            <a:endParaRPr lang="en-US"/>
          </a:p>
        </p:txBody>
      </p:sp>
    </p:spTree>
    <p:extLst>
      <p:ext uri="{BB962C8B-B14F-4D97-AF65-F5344CB8AC3E}">
        <p14:creationId xmlns:p14="http://schemas.microsoft.com/office/powerpoint/2010/main" val="250706851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Case Customer Problem">
    <p:bg>
      <p:bgPr>
        <a:solidFill>
          <a:schemeClr val="bg1"/>
        </a:solidFill>
        <a:effectLst/>
      </p:bgPr>
    </p:bg>
    <p:spTree>
      <p:nvGrpSpPr>
        <p:cNvPr id="1" name=""/>
        <p:cNvGrpSpPr/>
        <p:nvPr/>
      </p:nvGrpSpPr>
      <p:grpSpPr>
        <a:xfrm>
          <a:off x="0" y="0"/>
          <a:ext cx="0" cy="0"/>
          <a:chOff x="0" y="0"/>
          <a:chExt cx="0" cy="0"/>
        </a:xfrm>
      </p:grpSpPr>
      <p:pic>
        <p:nvPicPr>
          <p:cNvPr id="7" name="Image 6"/>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0800000">
            <a:off x="23850" y="-12696"/>
            <a:ext cx="2297929" cy="4034815"/>
          </a:xfrm>
          <a:prstGeom prst="rect">
            <a:avLst/>
          </a:prstGeom>
        </p:spPr>
      </p:pic>
      <p:sp>
        <p:nvSpPr>
          <p:cNvPr id="13" name="Espace réservé du texte 12"/>
          <p:cNvSpPr>
            <a:spLocks noGrp="1"/>
          </p:cNvSpPr>
          <p:nvPr>
            <p:ph type="body" sz="quarter" idx="13" hasCustomPrompt="1"/>
          </p:nvPr>
        </p:nvSpPr>
        <p:spPr>
          <a:xfrm>
            <a:off x="3120147" y="739588"/>
            <a:ext cx="5359138" cy="3664406"/>
          </a:xfrm>
        </p:spPr>
        <p:txBody>
          <a:bodyPr/>
          <a:lstStyle>
            <a:lvl1pPr marL="177747" indent="-177747" algn="l">
              <a:buClr>
                <a:schemeClr val="bg1"/>
              </a:buClr>
              <a:buFont typeface="Arial" panose="020B0604020202020204" pitchFamily="34" charset="0"/>
              <a:buChar char="•"/>
              <a:tabLst/>
              <a:defRPr sz="1600" b="1" i="0" baseline="0">
                <a:solidFill>
                  <a:schemeClr val="tx1"/>
                </a:solidFill>
              </a:defRPr>
            </a:lvl1pPr>
            <a:lvl2pPr marL="304709" indent="-126962" algn="l">
              <a:buClr>
                <a:schemeClr val="tx2"/>
              </a:buClr>
              <a:buFont typeface="Wingdings" pitchFamily="2" charset="2"/>
              <a:buChar char="§"/>
              <a:tabLst/>
              <a:defRPr sz="1200" b="1" i="0">
                <a:solidFill>
                  <a:schemeClr val="accent1"/>
                </a:solidFill>
              </a:defRPr>
            </a:lvl2pPr>
            <a:lvl3pPr marL="685594" indent="0" algn="l">
              <a:buFontTx/>
              <a:buNone/>
              <a:defRPr sz="1200" b="1" i="0">
                <a:solidFill>
                  <a:schemeClr val="accent1"/>
                </a:solidFill>
              </a:defRPr>
            </a:lvl3pPr>
            <a:lvl4pPr marL="1028391" indent="0" algn="l">
              <a:buFontTx/>
              <a:buNone/>
              <a:defRPr>
                <a:solidFill>
                  <a:schemeClr val="bg1"/>
                </a:solidFill>
              </a:defRPr>
            </a:lvl4pPr>
            <a:lvl5pPr marL="1371189" indent="0" algn="l">
              <a:buFontTx/>
              <a:buNone/>
              <a:defRPr>
                <a:solidFill>
                  <a:schemeClr val="bg1"/>
                </a:solidFill>
              </a:defRPr>
            </a:lvl5pPr>
          </a:lstStyle>
          <a:p>
            <a:pPr lvl="0"/>
            <a:r>
              <a:rPr lang="en-US" noProof="0"/>
              <a:t>Identify the text styles of the mask</a:t>
            </a:r>
          </a:p>
          <a:p>
            <a:pPr lvl="1"/>
            <a:r>
              <a:rPr lang="en-US" noProof="0"/>
              <a:t>Second level</a:t>
            </a:r>
          </a:p>
        </p:txBody>
      </p:sp>
      <p:sp>
        <p:nvSpPr>
          <p:cNvPr id="6" name="ZoneTexte 5">
            <a:extLst>
              <a:ext uri="{FF2B5EF4-FFF2-40B4-BE49-F238E27FC236}">
                <a16:creationId xmlns:a16="http://schemas.microsoft.com/office/drawing/2014/main" id="{5B25F34D-CB8C-7D4F-9445-3D5D4282DE4C}"/>
              </a:ext>
            </a:extLst>
          </p:cNvPr>
          <p:cNvSpPr txBox="1"/>
          <p:nvPr userDrawn="1"/>
        </p:nvSpPr>
        <p:spPr>
          <a:xfrm>
            <a:off x="514699" y="2514543"/>
            <a:ext cx="2390398" cy="593441"/>
          </a:xfrm>
          <a:prstGeom prst="rect">
            <a:avLst/>
          </a:prstGeom>
          <a:noFill/>
        </p:spPr>
        <p:txBody>
          <a:bodyPr wrap="none" rtlCol="0">
            <a:spAutoFit/>
          </a:bodyPr>
          <a:lstStyle/>
          <a:p>
            <a:pPr>
              <a:lnSpc>
                <a:spcPct val="90000"/>
              </a:lnSpc>
            </a:pPr>
            <a:r>
              <a:rPr lang="fr-FR" sz="3599" b="1" i="0">
                <a:solidFill>
                  <a:schemeClr val="tx1"/>
                </a:solidFill>
                <a:latin typeface="Helvetica" pitchFamily="2" charset="0"/>
              </a:rPr>
              <a:t>Challenge</a:t>
            </a:r>
          </a:p>
        </p:txBody>
      </p:sp>
      <p:sp>
        <p:nvSpPr>
          <p:cNvPr id="2" name="Date Placeholder 1">
            <a:extLst>
              <a:ext uri="{FF2B5EF4-FFF2-40B4-BE49-F238E27FC236}">
                <a16:creationId xmlns:a16="http://schemas.microsoft.com/office/drawing/2014/main" id="{7F3CA1C8-D864-7D4F-980C-6A673038C58B}"/>
              </a:ext>
            </a:extLst>
          </p:cNvPr>
          <p:cNvSpPr>
            <a:spLocks noGrp="1"/>
          </p:cNvSpPr>
          <p:nvPr>
            <p:ph type="dt" sz="half" idx="14"/>
          </p:nvPr>
        </p:nvSpPr>
        <p:spPr/>
        <p:txBody>
          <a:bodyPr/>
          <a:lstStyle>
            <a:lvl1pPr>
              <a:defRPr/>
            </a:lvl1pPr>
          </a:lstStyle>
          <a:p>
            <a:pPr defTabSz="914126" fontAlgn="base">
              <a:lnSpc>
                <a:spcPct val="85000"/>
              </a:lnSpc>
              <a:spcBef>
                <a:spcPct val="0"/>
              </a:spcBef>
              <a:spcAft>
                <a:spcPts val="1200"/>
              </a:spcAft>
              <a:buClr>
                <a:srgbClr val="FFFFFF"/>
              </a:buClr>
            </a:pPr>
            <a:fld id="{D1162777-A3A2-4649-B8BF-8A19AFBB5DE4}"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8" name="Slide Number Placeholder 7">
            <a:extLst>
              <a:ext uri="{FF2B5EF4-FFF2-40B4-BE49-F238E27FC236}">
                <a16:creationId xmlns:a16="http://schemas.microsoft.com/office/drawing/2014/main" id="{B48F84D6-C7B6-1944-AC9F-379CBBB5A8B8}"/>
              </a:ext>
            </a:extLst>
          </p:cNvPr>
          <p:cNvSpPr>
            <a:spLocks noGrp="1"/>
          </p:cNvSpPr>
          <p:nvPr>
            <p:ph type="sldNum" sz="quarter" idx="16"/>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Tree>
    <p:extLst>
      <p:ext uri="{BB962C8B-B14F-4D97-AF65-F5344CB8AC3E}">
        <p14:creationId xmlns:p14="http://schemas.microsoft.com/office/powerpoint/2010/main" val="3785762955"/>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18B63-D859-034D-BF67-45385D4A65B2}"/>
              </a:ext>
            </a:extLst>
          </p:cNvPr>
          <p:cNvSpPr>
            <a:spLocks noGrp="1"/>
          </p:cNvSpPr>
          <p:nvPr>
            <p:ph type="title"/>
          </p:nvPr>
        </p:nvSpPr>
        <p:spPr>
          <a:xfrm>
            <a:off x="2321779" y="349663"/>
            <a:ext cx="6529486" cy="621137"/>
          </a:xfrm>
        </p:spPr>
        <p:txBody>
          <a:bodyPr/>
          <a:lstStyle>
            <a:lvl1pPr>
              <a:defRPr sz="3199">
                <a:solidFill>
                  <a:schemeClr val="tx1"/>
                </a:solidFill>
              </a:defRPr>
            </a:lvl1pPr>
          </a:lstStyle>
          <a:p>
            <a:r>
              <a:rPr lang="en-GB"/>
              <a:t>Click to edit Master title style</a:t>
            </a:r>
            <a:endParaRPr lang="en-US"/>
          </a:p>
        </p:txBody>
      </p:sp>
      <p:sp>
        <p:nvSpPr>
          <p:cNvPr id="3" name="Date Placeholder 2">
            <a:extLst>
              <a:ext uri="{FF2B5EF4-FFF2-40B4-BE49-F238E27FC236}">
                <a16:creationId xmlns:a16="http://schemas.microsoft.com/office/drawing/2014/main" id="{2AE2BAC7-97A9-FC4C-9FB0-AB9374DED514}"/>
              </a:ext>
            </a:extLst>
          </p:cNvPr>
          <p:cNvSpPr>
            <a:spLocks noGrp="1"/>
          </p:cNvSpPr>
          <p:nvPr>
            <p:ph type="dt" sz="half" idx="10"/>
          </p:nvPr>
        </p:nvSpPr>
        <p:spPr/>
        <p:txBody>
          <a:bodyPr/>
          <a:lstStyle/>
          <a:p>
            <a:pPr defTabSz="914126" fontAlgn="base">
              <a:lnSpc>
                <a:spcPct val="85000"/>
              </a:lnSpc>
              <a:spcBef>
                <a:spcPct val="0"/>
              </a:spcBef>
              <a:spcAft>
                <a:spcPts val="1200"/>
              </a:spcAft>
              <a:buClr>
                <a:srgbClr val="FFFFFF"/>
              </a:buClr>
            </a:pPr>
            <a:fld id="{BB6C7B1B-74EB-2449-9E5A-7DC7FB5E321C}"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4" name="Footer Placeholder 3">
            <a:extLst>
              <a:ext uri="{FF2B5EF4-FFF2-40B4-BE49-F238E27FC236}">
                <a16:creationId xmlns:a16="http://schemas.microsoft.com/office/drawing/2014/main" id="{2CBAB363-B791-054D-832B-477C46302C09}"/>
              </a:ext>
            </a:extLst>
          </p:cNvPr>
          <p:cNvSpPr>
            <a:spLocks noGrp="1"/>
          </p:cNvSpPr>
          <p:nvPr>
            <p:ph type="ftr" sz="quarter" idx="11"/>
          </p:nvPr>
        </p:nvSpPr>
        <p:spPr/>
        <p:txBody>
          <a:bodyPr/>
          <a:lstStyle/>
          <a:p>
            <a:pPr defTabSz="914126" fontAlgn="base">
              <a:lnSpc>
                <a:spcPct val="85000"/>
              </a:lnSpc>
              <a:spcBef>
                <a:spcPct val="0"/>
              </a:spcBef>
              <a:spcAft>
                <a:spcPts val="1200"/>
              </a:spcAft>
              <a:buClr>
                <a:srgbClr val="FFFFFF"/>
              </a:buClr>
            </a:pPr>
            <a:endParaRPr lang="en-US"/>
          </a:p>
        </p:txBody>
      </p:sp>
      <p:sp>
        <p:nvSpPr>
          <p:cNvPr id="5" name="Slide Number Placeholder 4">
            <a:extLst>
              <a:ext uri="{FF2B5EF4-FFF2-40B4-BE49-F238E27FC236}">
                <a16:creationId xmlns:a16="http://schemas.microsoft.com/office/drawing/2014/main" id="{DEB03D2A-D931-B743-B059-1CB6821D537F}"/>
              </a:ext>
            </a:extLst>
          </p:cNvPr>
          <p:cNvSpPr>
            <a:spLocks noGrp="1"/>
          </p:cNvSpPr>
          <p:nvPr>
            <p:ph type="sldNum" sz="quarter" idx="12"/>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pic>
        <p:nvPicPr>
          <p:cNvPr id="6" name="Image 6">
            <a:extLst>
              <a:ext uri="{FF2B5EF4-FFF2-40B4-BE49-F238E27FC236}">
                <a16:creationId xmlns:a16="http://schemas.microsoft.com/office/drawing/2014/main" id="{165FDA77-9D09-1346-99A1-0390B9E0098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0800000">
            <a:off x="23850" y="-12696"/>
            <a:ext cx="2297929" cy="4034815"/>
          </a:xfrm>
          <a:prstGeom prst="rect">
            <a:avLst/>
          </a:prstGeom>
        </p:spPr>
      </p:pic>
      <p:sp>
        <p:nvSpPr>
          <p:cNvPr id="9" name="Espace réservé du texte 12">
            <a:extLst>
              <a:ext uri="{FF2B5EF4-FFF2-40B4-BE49-F238E27FC236}">
                <a16:creationId xmlns:a16="http://schemas.microsoft.com/office/drawing/2014/main" id="{CFDC638E-B9ED-A94A-951E-CD242F8A81A8}"/>
              </a:ext>
            </a:extLst>
          </p:cNvPr>
          <p:cNvSpPr>
            <a:spLocks noGrp="1"/>
          </p:cNvSpPr>
          <p:nvPr>
            <p:ph type="body" sz="quarter" idx="13" hasCustomPrompt="1"/>
          </p:nvPr>
        </p:nvSpPr>
        <p:spPr>
          <a:xfrm>
            <a:off x="3120147" y="1271196"/>
            <a:ext cx="5731118" cy="3132798"/>
          </a:xfrm>
        </p:spPr>
        <p:txBody>
          <a:bodyPr/>
          <a:lstStyle>
            <a:lvl1pPr marL="177747" indent="-177747" algn="l">
              <a:buClr>
                <a:schemeClr val="bg1"/>
              </a:buClr>
              <a:buFont typeface="Arial" panose="020B0604020202020204" pitchFamily="34" charset="0"/>
              <a:buChar char="•"/>
              <a:tabLst/>
              <a:defRPr sz="1600" b="1" i="0" baseline="0">
                <a:solidFill>
                  <a:schemeClr val="tx1"/>
                </a:solidFill>
              </a:defRPr>
            </a:lvl1pPr>
            <a:lvl2pPr marL="304709" indent="-126962" algn="l">
              <a:buClr>
                <a:schemeClr val="tx2"/>
              </a:buClr>
              <a:buFont typeface="Wingdings" pitchFamily="2" charset="2"/>
              <a:buChar char="§"/>
              <a:tabLst/>
              <a:defRPr sz="1200" b="1" i="0">
                <a:solidFill>
                  <a:schemeClr val="accent1"/>
                </a:solidFill>
              </a:defRPr>
            </a:lvl2pPr>
            <a:lvl3pPr marL="685594" indent="0" algn="l">
              <a:buFontTx/>
              <a:buNone/>
              <a:defRPr sz="1200" b="1" i="0">
                <a:solidFill>
                  <a:schemeClr val="accent1"/>
                </a:solidFill>
              </a:defRPr>
            </a:lvl3pPr>
            <a:lvl4pPr marL="1028391" indent="0" algn="l">
              <a:buFontTx/>
              <a:buNone/>
              <a:defRPr>
                <a:solidFill>
                  <a:schemeClr val="bg1"/>
                </a:solidFill>
              </a:defRPr>
            </a:lvl4pPr>
            <a:lvl5pPr marL="1371189" indent="0" algn="l">
              <a:buFontTx/>
              <a:buNone/>
              <a:defRPr>
                <a:solidFill>
                  <a:schemeClr val="bg1"/>
                </a:solidFill>
              </a:defRPr>
            </a:lvl5pPr>
          </a:lstStyle>
          <a:p>
            <a:pPr lvl="0"/>
            <a:r>
              <a:rPr lang="en-US" noProof="0"/>
              <a:t>Identify the text styles of the mask</a:t>
            </a:r>
          </a:p>
          <a:p>
            <a:pPr lvl="1"/>
            <a:r>
              <a:rPr lang="en-US" noProof="0"/>
              <a:t>Second level</a:t>
            </a:r>
          </a:p>
        </p:txBody>
      </p:sp>
      <p:sp>
        <p:nvSpPr>
          <p:cNvPr id="11" name="Text Placeholder 10">
            <a:extLst>
              <a:ext uri="{FF2B5EF4-FFF2-40B4-BE49-F238E27FC236}">
                <a16:creationId xmlns:a16="http://schemas.microsoft.com/office/drawing/2014/main" id="{EFEB6D42-145B-204B-8C24-CD25BE668BEB}"/>
              </a:ext>
            </a:extLst>
          </p:cNvPr>
          <p:cNvSpPr>
            <a:spLocks noGrp="1"/>
          </p:cNvSpPr>
          <p:nvPr>
            <p:ph type="body" sz="quarter" idx="14"/>
          </p:nvPr>
        </p:nvSpPr>
        <p:spPr>
          <a:xfrm>
            <a:off x="292736" y="2465420"/>
            <a:ext cx="2487613" cy="1938573"/>
          </a:xfrm>
          <a:solidFill>
            <a:schemeClr val="accent2"/>
          </a:solidFill>
        </p:spPr>
        <p:txBody>
          <a:bodyPr lIns="108000" tIns="108000" rIns="108000" bIns="108000"/>
          <a:lstStyle>
            <a:lvl1pPr marL="0" indent="0">
              <a:buNone/>
              <a:defRPr/>
            </a:lvl1pPr>
          </a:lstStyle>
          <a:p>
            <a:pPr lvl="0"/>
            <a:endParaRPr lang="en-US"/>
          </a:p>
        </p:txBody>
      </p:sp>
    </p:spTree>
    <p:extLst>
      <p:ext uri="{BB962C8B-B14F-4D97-AF65-F5344CB8AC3E}">
        <p14:creationId xmlns:p14="http://schemas.microsoft.com/office/powerpoint/2010/main" val="22640776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Customer Response Case">
    <p:spTree>
      <p:nvGrpSpPr>
        <p:cNvPr id="1" name=""/>
        <p:cNvGrpSpPr/>
        <p:nvPr/>
      </p:nvGrpSpPr>
      <p:grpSpPr>
        <a:xfrm>
          <a:off x="0" y="0"/>
          <a:ext cx="0" cy="0"/>
          <a:chOff x="0" y="0"/>
          <a:chExt cx="0" cy="0"/>
        </a:xfrm>
      </p:grpSpPr>
      <p:pic>
        <p:nvPicPr>
          <p:cNvPr id="8" name="Image 7"/>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23853" y="2161644"/>
            <a:ext cx="2719346" cy="2964722"/>
          </a:xfrm>
          <a:prstGeom prst="rect">
            <a:avLst/>
          </a:prstGeom>
        </p:spPr>
      </p:pic>
      <p:sp>
        <p:nvSpPr>
          <p:cNvPr id="9" name="Espace réservé du texte 12">
            <a:extLst>
              <a:ext uri="{FF2B5EF4-FFF2-40B4-BE49-F238E27FC236}">
                <a16:creationId xmlns:a16="http://schemas.microsoft.com/office/drawing/2014/main" id="{5F2E8AFA-8804-BD4B-A826-7199FA0F3EE8}"/>
              </a:ext>
            </a:extLst>
          </p:cNvPr>
          <p:cNvSpPr>
            <a:spLocks noGrp="1"/>
          </p:cNvSpPr>
          <p:nvPr>
            <p:ph type="body" sz="quarter" idx="13" hasCustomPrompt="1"/>
          </p:nvPr>
        </p:nvSpPr>
        <p:spPr>
          <a:xfrm>
            <a:off x="3120147" y="739588"/>
            <a:ext cx="5359138" cy="3664406"/>
          </a:xfrm>
        </p:spPr>
        <p:txBody>
          <a:bodyPr/>
          <a:lstStyle>
            <a:lvl1pPr marL="177747" indent="-177747" algn="l">
              <a:buClr>
                <a:schemeClr val="bg1"/>
              </a:buClr>
              <a:buFont typeface="Arial" panose="020B0604020202020204" pitchFamily="34" charset="0"/>
              <a:buChar char="•"/>
              <a:tabLst/>
              <a:defRPr sz="1600" b="1" i="0" baseline="0">
                <a:solidFill>
                  <a:schemeClr val="tx1"/>
                </a:solidFill>
              </a:defRPr>
            </a:lvl1pPr>
            <a:lvl2pPr marL="304709" indent="-126962" algn="l">
              <a:buClr>
                <a:schemeClr val="tx2"/>
              </a:buClr>
              <a:buFont typeface="Wingdings" pitchFamily="2" charset="2"/>
              <a:buChar char="§"/>
              <a:tabLst/>
              <a:defRPr sz="1200" b="1" i="0">
                <a:solidFill>
                  <a:schemeClr val="accent1"/>
                </a:solidFill>
              </a:defRPr>
            </a:lvl2pPr>
            <a:lvl3pPr marL="685594" indent="0" algn="l">
              <a:buFontTx/>
              <a:buNone/>
              <a:defRPr sz="1200" b="1" i="0">
                <a:solidFill>
                  <a:schemeClr val="accent1"/>
                </a:solidFill>
              </a:defRPr>
            </a:lvl3pPr>
            <a:lvl4pPr marL="1028391" indent="0" algn="l">
              <a:buFontTx/>
              <a:buNone/>
              <a:defRPr>
                <a:solidFill>
                  <a:schemeClr val="bg1"/>
                </a:solidFill>
              </a:defRPr>
            </a:lvl4pPr>
            <a:lvl5pPr marL="1371189" indent="0" algn="l">
              <a:buFontTx/>
              <a:buNone/>
              <a:defRPr>
                <a:solidFill>
                  <a:schemeClr val="bg1"/>
                </a:solidFill>
              </a:defRPr>
            </a:lvl5pPr>
          </a:lstStyle>
          <a:p>
            <a:pPr lvl="0"/>
            <a:r>
              <a:rPr lang="en-US" noProof="0"/>
              <a:t>Identify the text styles of the mask</a:t>
            </a:r>
          </a:p>
          <a:p>
            <a:pPr lvl="1"/>
            <a:r>
              <a:rPr lang="en-US" noProof="0"/>
              <a:t>Second level</a:t>
            </a:r>
          </a:p>
        </p:txBody>
      </p:sp>
      <p:sp>
        <p:nvSpPr>
          <p:cNvPr id="16" name="ZoneTexte 15">
            <a:extLst>
              <a:ext uri="{FF2B5EF4-FFF2-40B4-BE49-F238E27FC236}">
                <a16:creationId xmlns:a16="http://schemas.microsoft.com/office/drawing/2014/main" id="{B6A2A9FB-1819-C34F-BF3D-055534167700}"/>
              </a:ext>
            </a:extLst>
          </p:cNvPr>
          <p:cNvSpPr txBox="1"/>
          <p:nvPr userDrawn="1"/>
        </p:nvSpPr>
        <p:spPr>
          <a:xfrm>
            <a:off x="514700" y="870762"/>
            <a:ext cx="1774845" cy="1091885"/>
          </a:xfrm>
          <a:prstGeom prst="rect">
            <a:avLst/>
          </a:prstGeom>
          <a:noFill/>
        </p:spPr>
        <p:txBody>
          <a:bodyPr wrap="none" rtlCol="0">
            <a:spAutoFit/>
          </a:bodyPr>
          <a:lstStyle/>
          <a:p>
            <a:pPr>
              <a:lnSpc>
                <a:spcPct val="90000"/>
              </a:lnSpc>
            </a:pPr>
            <a:r>
              <a:rPr lang="fr-FR" sz="3599" b="1" i="0">
                <a:solidFill>
                  <a:schemeClr val="tx1"/>
                </a:solidFill>
                <a:latin typeface="Helvetica" pitchFamily="2" charset="0"/>
              </a:rPr>
              <a:t>Our</a:t>
            </a:r>
            <a:br>
              <a:rPr lang="fr-FR" sz="3599" b="1" i="0">
                <a:solidFill>
                  <a:schemeClr val="tx1"/>
                </a:solidFill>
                <a:latin typeface="Helvetica" pitchFamily="2" charset="0"/>
              </a:rPr>
            </a:br>
            <a:r>
              <a:rPr lang="fr-FR" sz="3599" b="1" i="0">
                <a:solidFill>
                  <a:schemeClr val="tx1"/>
                </a:solidFill>
                <a:latin typeface="Helvetica" pitchFamily="2" charset="0"/>
              </a:rPr>
              <a:t>answer</a:t>
            </a:r>
          </a:p>
        </p:txBody>
      </p:sp>
      <p:sp>
        <p:nvSpPr>
          <p:cNvPr id="2" name="Date Placeholder 1">
            <a:extLst>
              <a:ext uri="{FF2B5EF4-FFF2-40B4-BE49-F238E27FC236}">
                <a16:creationId xmlns:a16="http://schemas.microsoft.com/office/drawing/2014/main" id="{AE103121-8189-4640-ABFE-9E5C24EBDE93}"/>
              </a:ext>
            </a:extLst>
          </p:cNvPr>
          <p:cNvSpPr>
            <a:spLocks noGrp="1"/>
          </p:cNvSpPr>
          <p:nvPr>
            <p:ph type="dt" sz="half" idx="14"/>
          </p:nvPr>
        </p:nvSpPr>
        <p:spPr/>
        <p:txBody>
          <a:bodyPr/>
          <a:lstStyle>
            <a:lvl1pPr>
              <a:defRPr/>
            </a:lvl1pPr>
          </a:lstStyle>
          <a:p>
            <a:pPr defTabSz="914126" fontAlgn="base">
              <a:lnSpc>
                <a:spcPct val="85000"/>
              </a:lnSpc>
              <a:spcBef>
                <a:spcPct val="0"/>
              </a:spcBef>
              <a:spcAft>
                <a:spcPts val="1200"/>
              </a:spcAft>
              <a:buClr>
                <a:srgbClr val="FFFFFF"/>
              </a:buClr>
            </a:pPr>
            <a:fld id="{8A171E99-D8A4-8947-8992-BE4F796267B6}"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6" name="Slide Number Placeholder 5">
            <a:extLst>
              <a:ext uri="{FF2B5EF4-FFF2-40B4-BE49-F238E27FC236}">
                <a16:creationId xmlns:a16="http://schemas.microsoft.com/office/drawing/2014/main" id="{E869F8EC-AC60-A143-9E5D-77FE1959CD3A}"/>
              </a:ext>
            </a:extLst>
          </p:cNvPr>
          <p:cNvSpPr>
            <a:spLocks noGrp="1"/>
          </p:cNvSpPr>
          <p:nvPr>
            <p:ph type="sldNum" sz="quarter" idx="16"/>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Tree>
    <p:extLst>
      <p:ext uri="{BB962C8B-B14F-4D97-AF65-F5344CB8AC3E}">
        <p14:creationId xmlns:p14="http://schemas.microsoft.com/office/powerpoint/2010/main" val="74690198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1_End slide">
    <p:bg>
      <p:bgPr>
        <a:solidFill>
          <a:schemeClr val="tx1"/>
        </a:solidFill>
        <a:effectLst/>
      </p:bgPr>
    </p:bg>
    <p:spTree>
      <p:nvGrpSpPr>
        <p:cNvPr id="1" name=""/>
        <p:cNvGrpSpPr/>
        <p:nvPr/>
      </p:nvGrpSpPr>
      <p:grpSpPr>
        <a:xfrm>
          <a:off x="0" y="0"/>
          <a:ext cx="0" cy="0"/>
          <a:chOff x="0" y="0"/>
          <a:chExt cx="0" cy="0"/>
        </a:xfrm>
      </p:grpSpPr>
      <p:pic>
        <p:nvPicPr>
          <p:cNvPr id="16" name="Image 15">
            <a:hlinkClick r:id="rId2"/>
            <a:extLst>
              <a:ext uri="{FF2B5EF4-FFF2-40B4-BE49-F238E27FC236}">
                <a16:creationId xmlns:a16="http://schemas.microsoft.com/office/drawing/2014/main" id="{207481BC-DDAB-F944-B9EB-EF420D380540}"/>
              </a:ext>
            </a:extLst>
          </p:cNvPr>
          <p:cNvPicPr>
            <a:picLocks noChangeAspect="1"/>
          </p:cNvPicPr>
          <p:nvPr userDrawn="1"/>
        </p:nvPicPr>
        <p:blipFill>
          <a:blip r:embed="rId3">
            <a:grayscl/>
          </a:blip>
          <a:stretch>
            <a:fillRect/>
          </a:stretch>
        </p:blipFill>
        <p:spPr>
          <a:xfrm>
            <a:off x="1853881" y="3704690"/>
            <a:ext cx="274344" cy="272526"/>
          </a:xfrm>
          <a:prstGeom prst="rect">
            <a:avLst/>
          </a:prstGeom>
        </p:spPr>
      </p:pic>
      <p:pic>
        <p:nvPicPr>
          <p:cNvPr id="17" name="Image 16">
            <a:hlinkClick r:id="rId4"/>
            <a:extLst>
              <a:ext uri="{FF2B5EF4-FFF2-40B4-BE49-F238E27FC236}">
                <a16:creationId xmlns:a16="http://schemas.microsoft.com/office/drawing/2014/main" id="{FE2E4B7A-02A6-934F-BCBD-89ECA99DD2A3}"/>
              </a:ext>
            </a:extLst>
          </p:cNvPr>
          <p:cNvPicPr>
            <a:picLocks noChangeAspect="1"/>
          </p:cNvPicPr>
          <p:nvPr userDrawn="1"/>
        </p:nvPicPr>
        <p:blipFill>
          <a:blip r:embed="rId5">
            <a:duotone>
              <a:schemeClr val="accent1">
                <a:shade val="45000"/>
                <a:satMod val="135000"/>
              </a:schemeClr>
              <a:prstClr val="white"/>
            </a:duotone>
          </a:blip>
          <a:stretch>
            <a:fillRect/>
          </a:stretch>
        </p:blipFill>
        <p:spPr>
          <a:xfrm>
            <a:off x="2499935" y="3702957"/>
            <a:ext cx="274344" cy="274259"/>
          </a:xfrm>
          <a:prstGeom prst="rect">
            <a:avLst/>
          </a:prstGeom>
        </p:spPr>
      </p:pic>
      <p:pic>
        <p:nvPicPr>
          <p:cNvPr id="19" name="Image 18">
            <a:hlinkClick r:id="rId6"/>
            <a:extLst>
              <a:ext uri="{FF2B5EF4-FFF2-40B4-BE49-F238E27FC236}">
                <a16:creationId xmlns:a16="http://schemas.microsoft.com/office/drawing/2014/main" id="{151951BD-AC58-8D46-A960-910C9BAD1830}"/>
              </a:ext>
            </a:extLst>
          </p:cNvPr>
          <p:cNvPicPr>
            <a:picLocks noChangeAspect="1"/>
          </p:cNvPicPr>
          <p:nvPr userDrawn="1"/>
        </p:nvPicPr>
        <p:blipFill>
          <a:blip r:embed="rId7">
            <a:duotone>
              <a:schemeClr val="accent2">
                <a:shade val="45000"/>
                <a:satMod val="135000"/>
              </a:schemeClr>
              <a:prstClr val="white"/>
            </a:duotone>
          </a:blip>
          <a:stretch>
            <a:fillRect/>
          </a:stretch>
        </p:blipFill>
        <p:spPr>
          <a:xfrm>
            <a:off x="2176908" y="3702957"/>
            <a:ext cx="274344" cy="274259"/>
          </a:xfrm>
          <a:prstGeom prst="rect">
            <a:avLst/>
          </a:prstGeom>
        </p:spPr>
      </p:pic>
      <p:pic>
        <p:nvPicPr>
          <p:cNvPr id="25" name="Image 24"/>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0" y="794"/>
            <a:ext cx="9144000" cy="5141912"/>
          </a:xfrm>
          <a:prstGeom prst="rect">
            <a:avLst/>
          </a:prstGeom>
        </p:spPr>
      </p:pic>
      <p:pic>
        <p:nvPicPr>
          <p:cNvPr id="40" name="Image 39"/>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rot="10800000">
            <a:off x="0" y="1588"/>
            <a:ext cx="1535502" cy="2971896"/>
          </a:xfrm>
          <a:prstGeom prst="rect">
            <a:avLst/>
          </a:prstGeom>
        </p:spPr>
      </p:pic>
      <p:sp>
        <p:nvSpPr>
          <p:cNvPr id="13" name="Titre 1"/>
          <p:cNvSpPr>
            <a:spLocks noGrp="1"/>
          </p:cNvSpPr>
          <p:nvPr>
            <p:ph type="ctrTitle" hasCustomPrompt="1"/>
          </p:nvPr>
        </p:nvSpPr>
        <p:spPr>
          <a:xfrm>
            <a:off x="1858964" y="1785109"/>
            <a:ext cx="5163814" cy="53014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fr-FR" sz="3599" b="1" i="0" baseline="0" dirty="0">
                <a:solidFill>
                  <a:srgbClr val="FF7800"/>
                </a:solidFill>
                <a:latin typeface="Helvetica" pitchFamily="2" charset="0"/>
                <a:cs typeface="Arial" panose="020B0604020202020204" pitchFamily="34" charset="0"/>
              </a:defRPr>
            </a:lvl1pPr>
          </a:lstStyle>
          <a:p>
            <a:pPr marL="0" lvl="0" indent="0">
              <a:spcBef>
                <a:spcPts val="750"/>
              </a:spcBef>
              <a:buFont typeface="Arial"/>
            </a:pPr>
            <a:r>
              <a:rPr lang="en-US" noProof="0"/>
              <a:t>Thank you!
</a:t>
            </a:r>
          </a:p>
        </p:txBody>
      </p:sp>
      <p:sp>
        <p:nvSpPr>
          <p:cNvPr id="37" name="Sous-titre 2"/>
          <p:cNvSpPr>
            <a:spLocks noGrp="1"/>
          </p:cNvSpPr>
          <p:nvPr>
            <p:ph type="body" sz="quarter" idx="18" hasCustomPrompt="1"/>
          </p:nvPr>
        </p:nvSpPr>
        <p:spPr>
          <a:xfrm>
            <a:off x="1858964" y="2408231"/>
            <a:ext cx="5163814" cy="835700"/>
          </a:xfrm>
        </p:spPr>
        <p:txBody>
          <a:bodyPr anchor="t">
            <a:noAutofit/>
          </a:bodyPr>
          <a:lstStyle>
            <a:lvl1pPr marL="0" marR="0" indent="0" algn="l" defTabSz="685594" rtl="0" eaLnBrk="1" fontAlgn="auto" latinLnBrk="0" hangingPunct="1">
              <a:lnSpc>
                <a:spcPct val="100000"/>
              </a:lnSpc>
              <a:spcBef>
                <a:spcPts val="100"/>
              </a:spcBef>
              <a:spcAft>
                <a:spcPts val="0"/>
              </a:spcAft>
              <a:buClrTx/>
              <a:buSzTx/>
              <a:buFont typeface="Arial"/>
              <a:buNone/>
              <a:tabLst/>
              <a:defRPr lang="fr-FR" altLang="en-US" sz="1200" b="1" i="0" kern="1200" baseline="0" dirty="0" smtClean="0">
                <a:solidFill>
                  <a:schemeClr val="bg1"/>
                </a:solidFill>
                <a:latin typeface="Helvetica" pitchFamily="2" charset="0"/>
                <a:ea typeface="+mn-ea"/>
                <a:cs typeface="Arial" panose="020B0604020202020204" pitchFamily="34" charset="0"/>
              </a:defRPr>
            </a:lvl1pPr>
          </a:lstStyle>
          <a:p>
            <a:pPr marL="0" marR="0" lvl="0" indent="0" algn="l" defTabSz="685594" rtl="0" eaLnBrk="1" fontAlgn="auto" latinLnBrk="0" hangingPunct="1">
              <a:lnSpc>
                <a:spcPct val="100000"/>
              </a:lnSpc>
              <a:spcBef>
                <a:spcPts val="750"/>
              </a:spcBef>
              <a:spcAft>
                <a:spcPts val="0"/>
              </a:spcAft>
              <a:buClrTx/>
              <a:buSzTx/>
              <a:buFont typeface="Arial"/>
              <a:buNone/>
              <a:tabLst/>
              <a:defRPr/>
            </a:pPr>
            <a:r>
              <a:rPr lang="en-US" noProof="0"/>
              <a:t>Contact</a:t>
            </a:r>
          </a:p>
        </p:txBody>
      </p:sp>
      <p:sp>
        <p:nvSpPr>
          <p:cNvPr id="18" name="ZoneTexte 17"/>
          <p:cNvSpPr txBox="1"/>
          <p:nvPr/>
        </p:nvSpPr>
        <p:spPr>
          <a:xfrm>
            <a:off x="1858964" y="3336910"/>
            <a:ext cx="3052762" cy="276914"/>
          </a:xfrm>
          <a:prstGeom prst="rect">
            <a:avLst/>
          </a:prstGeom>
          <a:noFill/>
        </p:spPr>
        <p:txBody>
          <a:bodyPr wrap="square" lIns="0" rtlCol="0">
            <a:spAutoFit/>
          </a:bodyPr>
          <a:lstStyle/>
          <a:p>
            <a:r>
              <a:rPr lang="en-US" sz="1200" b="1" i="0" u="sng" noProof="0">
                <a:solidFill>
                  <a:schemeClr val="accent1"/>
                </a:solidFill>
                <a:latin typeface="Helvetica" pitchFamily="2" charset="0"/>
                <a:cs typeface="Arial" panose="020B0604020202020204" pitchFamily="34" charset="0"/>
                <a:hlinkClick r:id="rId10">
                  <a:extLst>
                    <a:ext uri="{A12FA001-AC4F-418D-AE19-62706E023703}">
                      <ahyp:hlinkClr xmlns:ahyp="http://schemas.microsoft.com/office/drawing/2018/hyperlinkcolor" val="tx"/>
                    </a:ext>
                  </a:extLst>
                </a:hlinkClick>
              </a:rPr>
              <a:t>www.orangecyberdefensecom</a:t>
            </a:r>
            <a:endParaRPr lang="en-US" sz="1200" b="1" i="0" u="sng" noProof="0">
              <a:solidFill>
                <a:schemeClr val="accent1"/>
              </a:solidFill>
              <a:latin typeface="Helvetica" pitchFamily="2" charset="0"/>
              <a:cs typeface="Arial" panose="020B0604020202020204" pitchFamily="34" charset="0"/>
            </a:endParaRPr>
          </a:p>
        </p:txBody>
      </p:sp>
      <p:sp>
        <p:nvSpPr>
          <p:cNvPr id="2" name="Espace réservé de la date 1">
            <a:extLst>
              <a:ext uri="{FF2B5EF4-FFF2-40B4-BE49-F238E27FC236}">
                <a16:creationId xmlns:a16="http://schemas.microsoft.com/office/drawing/2014/main" id="{E0AA34E5-DDC3-194C-8A5F-BFB7EF6A1312}"/>
              </a:ext>
            </a:extLst>
          </p:cNvPr>
          <p:cNvSpPr>
            <a:spLocks noGrp="1"/>
          </p:cNvSpPr>
          <p:nvPr>
            <p:ph type="dt" sz="half" idx="19"/>
          </p:nvPr>
        </p:nvSpPr>
        <p:spPr>
          <a:xfrm>
            <a:off x="1868400" y="3019468"/>
            <a:ext cx="1496418" cy="272965"/>
          </a:xfrm>
        </p:spPr>
        <p:txBody>
          <a:bodyPr/>
          <a:lstStyle>
            <a:lvl1pPr algn="l">
              <a:defRPr sz="1200"/>
            </a:lvl1pPr>
          </a:lstStyle>
          <a:p>
            <a:pPr defTabSz="914126" fontAlgn="base">
              <a:lnSpc>
                <a:spcPct val="85000"/>
              </a:lnSpc>
              <a:spcBef>
                <a:spcPct val="0"/>
              </a:spcBef>
              <a:spcAft>
                <a:spcPts val="1200"/>
              </a:spcAft>
              <a:buClr>
                <a:srgbClr val="FFFFFF"/>
              </a:buClr>
            </a:pPr>
            <a:fld id="{D00CB948-D4E1-874B-94EE-023F0B00595C}"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21" name="Espace réservé du numéro de diapositive 4">
            <a:extLst>
              <a:ext uri="{FF2B5EF4-FFF2-40B4-BE49-F238E27FC236}">
                <a16:creationId xmlns:a16="http://schemas.microsoft.com/office/drawing/2014/main" id="{66EA614E-960B-954F-A3A4-B41FDA44EF37}"/>
              </a:ext>
            </a:extLst>
          </p:cNvPr>
          <p:cNvSpPr>
            <a:spLocks noGrp="1"/>
          </p:cNvSpPr>
          <p:nvPr>
            <p:ph type="sldNum" sz="quarter" idx="16"/>
          </p:nvPr>
        </p:nvSpPr>
        <p:spPr>
          <a:xfrm>
            <a:off x="377190" y="4565512"/>
            <a:ext cx="304800" cy="272966"/>
          </a:xfrm>
        </p:spPr>
        <p:txBody>
          <a:bodyPr/>
          <a:lstStyle>
            <a:lvl1pPr>
              <a:defRPr b="1" i="0">
                <a:solidFill>
                  <a:schemeClr val="bg1"/>
                </a:solidFill>
              </a:defRPr>
            </a:lvl1p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pic>
        <p:nvPicPr>
          <p:cNvPr id="14" name="Graphique 13">
            <a:extLst>
              <a:ext uri="{FF2B5EF4-FFF2-40B4-BE49-F238E27FC236}">
                <a16:creationId xmlns:a16="http://schemas.microsoft.com/office/drawing/2014/main" id="{04A118A4-9102-8D43-ADB9-FCF48E2F649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850768" y="339621"/>
            <a:ext cx="1518508" cy="444426"/>
          </a:xfrm>
          <a:prstGeom prst="rect">
            <a:avLst/>
          </a:prstGeom>
        </p:spPr>
      </p:pic>
    </p:spTree>
    <p:extLst>
      <p:ext uri="{BB962C8B-B14F-4D97-AF65-F5344CB8AC3E}">
        <p14:creationId xmlns:p14="http://schemas.microsoft.com/office/powerpoint/2010/main" val="1342554102"/>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Logo ">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C82DAE-7996-E94E-A5B0-76D4C7BB82E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379284" y="1304633"/>
            <a:ext cx="6385432" cy="2534235"/>
          </a:xfrm>
          <a:prstGeom prst="rect">
            <a:avLst/>
          </a:prstGeom>
        </p:spPr>
      </p:pic>
    </p:spTree>
    <p:extLst>
      <p:ext uri="{BB962C8B-B14F-4D97-AF65-F5344CB8AC3E}">
        <p14:creationId xmlns:p14="http://schemas.microsoft.com/office/powerpoint/2010/main" val="92077196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Customer Case Study (white)">
    <p:spTree>
      <p:nvGrpSpPr>
        <p:cNvPr id="1" name=""/>
        <p:cNvGrpSpPr/>
        <p:nvPr/>
      </p:nvGrpSpPr>
      <p:grpSpPr>
        <a:xfrm>
          <a:off x="0" y="0"/>
          <a:ext cx="0" cy="0"/>
          <a:chOff x="0" y="0"/>
          <a:chExt cx="0" cy="0"/>
        </a:xfrm>
      </p:grpSpPr>
      <p:pic>
        <p:nvPicPr>
          <p:cNvPr id="11" name="Image 10"/>
          <p:cNvPicPr>
            <a:picLocks noChangeAspect="1"/>
          </p:cNvPicPr>
          <p:nvPr userDrawn="1"/>
        </p:nvPicPr>
        <p:blipFill rotWithShape="1">
          <a:blip r:embed="rId2" cstate="print">
            <a:extLst>
              <a:ext uri="{28A0092B-C50C-407E-A947-70E740481C1C}">
                <a14:useLocalDpi xmlns:a14="http://schemas.microsoft.com/office/drawing/2010/main"/>
              </a:ext>
            </a:extLst>
          </a:blip>
          <a:srcRect l="50000"/>
          <a:stretch/>
        </p:blipFill>
        <p:spPr>
          <a:xfrm>
            <a:off x="4579315" y="794"/>
            <a:ext cx="4572000" cy="5141912"/>
          </a:xfrm>
          <a:prstGeom prst="rect">
            <a:avLst/>
          </a:prstGeom>
        </p:spPr>
      </p:pic>
      <p:sp>
        <p:nvSpPr>
          <p:cNvPr id="3" name="Espace réservé de la date 2"/>
          <p:cNvSpPr>
            <a:spLocks noGrp="1"/>
          </p:cNvSpPr>
          <p:nvPr>
            <p:ph type="dt" sz="half" idx="10"/>
          </p:nvPr>
        </p:nvSpPr>
        <p:spPr/>
        <p:txBody>
          <a:bodyPr/>
          <a:lstStyle/>
          <a:p>
            <a:pPr defTabSz="914126" fontAlgn="base">
              <a:lnSpc>
                <a:spcPct val="85000"/>
              </a:lnSpc>
              <a:spcBef>
                <a:spcPct val="0"/>
              </a:spcBef>
              <a:spcAft>
                <a:spcPts val="1200"/>
              </a:spcAft>
              <a:buClr>
                <a:srgbClr val="FFFFFF"/>
              </a:buClr>
            </a:pPr>
            <a:r>
              <a:rPr lang="de-DE"/>
              <a:t>Date</a:t>
            </a:r>
          </a:p>
        </p:txBody>
      </p:sp>
      <p:sp>
        <p:nvSpPr>
          <p:cNvPr id="5" name="Espace réservé du numéro de diapositive 4"/>
          <p:cNvSpPr>
            <a:spLocks noGrp="1"/>
          </p:cNvSpPr>
          <p:nvPr>
            <p:ph type="sldNum" sz="quarter" idx="12"/>
          </p:nvPr>
        </p:nvSpPr>
        <p:spPr/>
        <p:txBody>
          <a:bodyPr/>
          <a:lstStyle/>
          <a:p>
            <a:pPr defTabSz="914126" fontAlgn="base">
              <a:lnSpc>
                <a:spcPct val="85000"/>
              </a:lnSpc>
              <a:spcBef>
                <a:spcPct val="0"/>
              </a:spcBef>
              <a:spcAft>
                <a:spcPts val="1200"/>
              </a:spcAft>
              <a:buClr>
                <a:srgbClr val="FFFFFF"/>
              </a:buClr>
            </a:pPr>
            <a:fld id="{D2E76607-2D5C-4795-95A8-F14AACACCD7C}" type="slidenum">
              <a:rPr lang="de-DE" smtClean="0"/>
              <a:pPr defTabSz="914126" fontAlgn="base">
                <a:lnSpc>
                  <a:spcPct val="85000"/>
                </a:lnSpc>
                <a:spcBef>
                  <a:spcPct val="0"/>
                </a:spcBef>
                <a:spcAft>
                  <a:spcPts val="1200"/>
                </a:spcAft>
                <a:buClr>
                  <a:srgbClr val="FFFFFF"/>
                </a:buClr>
              </a:pPr>
              <a:t>‹#›</a:t>
            </a:fld>
            <a:endParaRPr lang="de-DE"/>
          </a:p>
        </p:txBody>
      </p:sp>
      <p:sp>
        <p:nvSpPr>
          <p:cNvPr id="8" name="Titre 1"/>
          <p:cNvSpPr>
            <a:spLocks noGrp="1"/>
          </p:cNvSpPr>
          <p:nvPr>
            <p:ph type="title" hasCustomPrompt="1"/>
          </p:nvPr>
        </p:nvSpPr>
        <p:spPr>
          <a:xfrm>
            <a:off x="4816433" y="442000"/>
            <a:ext cx="3774620" cy="621137"/>
          </a:xfrm>
        </p:spPr>
        <p:txBody>
          <a:bodyPr/>
          <a:lstStyle>
            <a:lvl1pPr>
              <a:defRPr sz="5398" baseline="0">
                <a:solidFill>
                  <a:schemeClr val="tx1"/>
                </a:solidFill>
              </a:defRPr>
            </a:lvl1pPr>
          </a:lstStyle>
          <a:p>
            <a:r>
              <a:rPr lang="fr-FR"/>
              <a:t>Case </a:t>
            </a:r>
            <a:r>
              <a:rPr lang="fr-FR" err="1"/>
              <a:t>Study</a:t>
            </a:r>
            <a:br>
              <a:rPr lang="fr-FR"/>
            </a:br>
            <a:r>
              <a:rPr lang="fr-FR" err="1"/>
              <a:t>Sector</a:t>
            </a:r>
            <a:br>
              <a:rPr lang="fr-FR"/>
            </a:br>
            <a:r>
              <a:rPr lang="fr-FR"/>
              <a:t>(to </a:t>
            </a:r>
            <a:r>
              <a:rPr lang="fr-FR" err="1"/>
              <a:t>fill</a:t>
            </a:r>
            <a:r>
              <a:rPr lang="fr-FR"/>
              <a:t>)</a:t>
            </a:r>
          </a:p>
        </p:txBody>
      </p:sp>
      <p:sp>
        <p:nvSpPr>
          <p:cNvPr id="10" name="Espace réservé pour une image  9"/>
          <p:cNvSpPr>
            <a:spLocks noGrp="1"/>
          </p:cNvSpPr>
          <p:nvPr>
            <p:ph type="pic" sz="quarter" idx="13"/>
          </p:nvPr>
        </p:nvSpPr>
        <p:spPr>
          <a:xfrm>
            <a:off x="0" y="0"/>
            <a:ext cx="4572000" cy="5143500"/>
          </a:xfrm>
        </p:spPr>
        <p:txBody>
          <a:bodyPr/>
          <a:lstStyle>
            <a:lvl1pPr marL="0" indent="0">
              <a:buFontTx/>
              <a:buNone/>
              <a:defRPr sz="1999"/>
            </a:lvl1pPr>
          </a:lstStyle>
          <a:p>
            <a:endParaRPr lang="fr-FR"/>
          </a:p>
        </p:txBody>
      </p:sp>
      <p:sp>
        <p:nvSpPr>
          <p:cNvPr id="4" name="Espace réservé du pied de page 3"/>
          <p:cNvSpPr>
            <a:spLocks noGrp="1"/>
          </p:cNvSpPr>
          <p:nvPr>
            <p:ph type="ftr" sz="quarter" idx="11"/>
          </p:nvPr>
        </p:nvSpPr>
        <p:spPr/>
        <p:txBody>
          <a:bodyPr/>
          <a:lstStyle/>
          <a:p>
            <a:pPr defTabSz="914126" fontAlgn="base">
              <a:lnSpc>
                <a:spcPct val="85000"/>
              </a:lnSpc>
              <a:spcBef>
                <a:spcPct val="0"/>
              </a:spcBef>
              <a:spcAft>
                <a:spcPts val="1200"/>
              </a:spcAft>
              <a:buClr>
                <a:srgbClr val="FFFFFF"/>
              </a:buClr>
            </a:pPr>
            <a:r>
              <a:rPr lang="de-DE"/>
              <a:t>C0 - Public</a:t>
            </a:r>
          </a:p>
        </p:txBody>
      </p:sp>
    </p:spTree>
    <p:extLst>
      <p:ext uri="{BB962C8B-B14F-4D97-AF65-F5344CB8AC3E}">
        <p14:creationId xmlns:p14="http://schemas.microsoft.com/office/powerpoint/2010/main" val="240261660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2_Title and Content">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14326" y="1181101"/>
            <a:ext cx="8515350" cy="3370262"/>
          </a:xfrm>
        </p:spPr>
        <p:txBody>
          <a:bodyPr/>
          <a:lstStyle>
            <a:lvl1pPr>
              <a:defRPr>
                <a:solidFill>
                  <a:schemeClr val="accent1"/>
                </a:solidFill>
              </a:defRPr>
            </a:lvl1pPr>
            <a:lvl2pPr>
              <a:defRPr>
                <a:solidFill>
                  <a:schemeClr val="bg1"/>
                </a:solidFill>
              </a:defRPr>
            </a:lvl2pPr>
            <a:lvl3pPr>
              <a:buClr>
                <a:schemeClr val="accent1"/>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2" name="Title 1"/>
          <p:cNvSpPr>
            <a:spLocks noGrp="1"/>
          </p:cNvSpPr>
          <p:nvPr>
            <p:ph type="title" hasCustomPrompt="1"/>
          </p:nvPr>
        </p:nvSpPr>
        <p:spPr/>
        <p:txBody>
          <a:bodyPr/>
          <a:lstStyle>
            <a:lvl1pPr>
              <a:defRPr>
                <a:solidFill>
                  <a:schemeClr val="accent1"/>
                </a:solidFill>
              </a:defRPr>
            </a:lvl1pPr>
          </a:lstStyle>
          <a:p>
            <a:r>
              <a:rPr lang="en-US"/>
              <a:t>Click to edit title</a:t>
            </a:r>
            <a:endParaRPr lang="en-GB"/>
          </a:p>
        </p:txBody>
      </p:sp>
      <p:sp>
        <p:nvSpPr>
          <p:cNvPr id="6" name="TextBox 5"/>
          <p:cNvSpPr txBox="1"/>
          <p:nvPr userDrawn="1"/>
        </p:nvSpPr>
        <p:spPr>
          <a:xfrm>
            <a:off x="619546" y="4749147"/>
            <a:ext cx="593111" cy="123111"/>
          </a:xfrm>
          <a:prstGeom prst="rect">
            <a:avLst/>
          </a:prstGeom>
          <a:noFill/>
        </p:spPr>
        <p:txBody>
          <a:bodyPr wrap="none" lIns="0" tIns="0" rIns="0" bIns="0" rtlCol="0">
            <a:spAutoFit/>
          </a:bodyPr>
          <a:lstStyle/>
          <a:p>
            <a:r>
              <a:rPr kumimoji="0" lang="en-GB" sz="800" b="0" i="0" u="none" strike="noStrike" kern="1200" cap="none" spc="0" normalizeH="0" baseline="0">
                <a:ln>
                  <a:noFill/>
                </a:ln>
                <a:solidFill>
                  <a:schemeClr val="bg2"/>
                </a:solidFill>
                <a:effectLst/>
                <a:uLnTx/>
                <a:uFillTx/>
                <a:latin typeface="Helvetica 75 Bold" panose="020B0804020202020204" pitchFamily="34" charset="0"/>
                <a:ea typeface="+mn-ea"/>
                <a:cs typeface="+mn-cs"/>
              </a:rPr>
              <a:t>Confidential</a:t>
            </a:r>
          </a:p>
        </p:txBody>
      </p:sp>
      <p:sp>
        <p:nvSpPr>
          <p:cNvPr id="7" name="Text Placeholder 10"/>
          <p:cNvSpPr txBox="1">
            <a:spLocks/>
          </p:cNvSpPr>
          <p:nvPr userDrawn="1"/>
        </p:nvSpPr>
        <p:spPr>
          <a:xfrm>
            <a:off x="314325" y="4535486"/>
            <a:ext cx="275010" cy="334961"/>
          </a:xfrm>
          <a:prstGeom prst="rect">
            <a:avLst/>
          </a:prstGeom>
        </p:spPr>
        <p:txBody>
          <a:bodyPr wrap="square" lIns="7198"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126"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126"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013226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ase Study - Generic">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9B8DA8A-9F23-45D7-8F94-A996D162D967}"/>
              </a:ext>
            </a:extLst>
          </p:cNvPr>
          <p:cNvSpPr/>
          <p:nvPr userDrawn="1"/>
        </p:nvSpPr>
        <p:spPr>
          <a:xfrm>
            <a:off x="2919848" y="718944"/>
            <a:ext cx="6224153" cy="131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indent="-170131" eaLnBrk="0" hangingPunct="0">
              <a:defRPr/>
            </a:pPr>
            <a:r>
              <a:rPr lang="fr-FR" altLang="fr-FR" sz="1574" b="1" kern="1200">
                <a:solidFill>
                  <a:schemeClr val="bg1"/>
                </a:solidFill>
                <a:latin typeface="+mn-lt"/>
                <a:ea typeface="ＭＳ Ｐゴシック" pitchFamily="34" charset="-128"/>
                <a:cs typeface="+mn-cs"/>
              </a:rPr>
              <a:t>Challenges</a:t>
            </a:r>
          </a:p>
        </p:txBody>
      </p:sp>
      <p:sp>
        <p:nvSpPr>
          <p:cNvPr id="11" name="Rectangle 8">
            <a:extLst>
              <a:ext uri="{FF2B5EF4-FFF2-40B4-BE49-F238E27FC236}">
                <a16:creationId xmlns:a16="http://schemas.microsoft.com/office/drawing/2014/main" id="{09591033-8EE7-434B-85CE-2BEC7BEA0971}"/>
              </a:ext>
            </a:extLst>
          </p:cNvPr>
          <p:cNvSpPr/>
          <p:nvPr userDrawn="1"/>
        </p:nvSpPr>
        <p:spPr>
          <a:xfrm>
            <a:off x="2919848" y="1874935"/>
            <a:ext cx="6224153" cy="18934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1574" b="1">
                <a:solidFill>
                  <a:schemeClr val="bg1"/>
                </a:solidFill>
                <a:latin typeface="+mj-lt"/>
                <a:ea typeface="ＭＳ Ｐゴシック" pitchFamily="34" charset="-128"/>
              </a:rPr>
              <a:t>Solutions</a:t>
            </a:r>
          </a:p>
        </p:txBody>
      </p:sp>
      <p:sp>
        <p:nvSpPr>
          <p:cNvPr id="12" name="Rectangle 9">
            <a:extLst>
              <a:ext uri="{FF2B5EF4-FFF2-40B4-BE49-F238E27FC236}">
                <a16:creationId xmlns:a16="http://schemas.microsoft.com/office/drawing/2014/main" id="{E59CCFF5-948C-4631-BC9B-82E8EAF510E4}"/>
              </a:ext>
            </a:extLst>
          </p:cNvPr>
          <p:cNvSpPr/>
          <p:nvPr userDrawn="1"/>
        </p:nvSpPr>
        <p:spPr>
          <a:xfrm>
            <a:off x="2930238" y="3896362"/>
            <a:ext cx="6224153" cy="12467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r>
              <a:rPr lang="fr-FR" altLang="fr-FR" sz="1574" b="1" err="1">
                <a:solidFill>
                  <a:schemeClr val="bg1"/>
                </a:solidFill>
                <a:latin typeface="+mj-lt"/>
                <a:ea typeface="ＭＳ Ｐゴシック" pitchFamily="34" charset="-128"/>
              </a:rPr>
              <a:t>Benefits</a:t>
            </a:r>
            <a:endParaRPr lang="fr-FR" altLang="fr-FR" sz="1574" b="1">
              <a:solidFill>
                <a:schemeClr val="bg1"/>
              </a:solidFill>
              <a:latin typeface="+mj-lt"/>
              <a:ea typeface="ＭＳ Ｐゴシック" pitchFamily="34" charset="-128"/>
            </a:endParaRPr>
          </a:p>
        </p:txBody>
      </p:sp>
      <p:sp>
        <p:nvSpPr>
          <p:cNvPr id="13" name="Espace réservé du titre 1">
            <a:extLst>
              <a:ext uri="{FF2B5EF4-FFF2-40B4-BE49-F238E27FC236}">
                <a16:creationId xmlns:a16="http://schemas.microsoft.com/office/drawing/2014/main" id="{30EBFDA2-D687-43DD-A80A-6779E354F47D}"/>
              </a:ext>
            </a:extLst>
          </p:cNvPr>
          <p:cNvSpPr>
            <a:spLocks noGrp="1"/>
          </p:cNvSpPr>
          <p:nvPr>
            <p:ph type="title"/>
          </p:nvPr>
        </p:nvSpPr>
        <p:spPr>
          <a:xfrm>
            <a:off x="3091302" y="166256"/>
            <a:ext cx="5896845" cy="413099"/>
          </a:xfrm>
          <a:prstGeom prst="rect">
            <a:avLst/>
          </a:prstGeom>
        </p:spPr>
        <p:txBody>
          <a:bodyPr tIns="0" rtlCol="0">
            <a:noAutofit/>
          </a:bodyPr>
          <a:lstStyle>
            <a:lvl1pPr>
              <a:lnSpc>
                <a:spcPct val="100000"/>
              </a:lnSpc>
              <a:defRPr sz="2099">
                <a:solidFill>
                  <a:schemeClr val="bg2"/>
                </a:solidFill>
                <a:latin typeface="+mj-lt"/>
              </a:defRPr>
            </a:lvl1pPr>
          </a:lstStyle>
          <a:p>
            <a:r>
              <a:rPr lang="de-DE"/>
              <a:t>Mastertitelformat bearbeiten</a:t>
            </a:r>
            <a:endParaRPr lang="fr-FR"/>
          </a:p>
        </p:txBody>
      </p:sp>
      <p:sp>
        <p:nvSpPr>
          <p:cNvPr id="20" name="Espace réservé du texte 32">
            <a:extLst>
              <a:ext uri="{FF2B5EF4-FFF2-40B4-BE49-F238E27FC236}">
                <a16:creationId xmlns:a16="http://schemas.microsoft.com/office/drawing/2014/main" id="{F3C0FFFE-A29F-4651-88DF-B9FC0B05C8BE}"/>
              </a:ext>
            </a:extLst>
          </p:cNvPr>
          <p:cNvSpPr>
            <a:spLocks noGrp="1"/>
          </p:cNvSpPr>
          <p:nvPr>
            <p:ph type="body" sz="quarter" idx="12"/>
          </p:nvPr>
        </p:nvSpPr>
        <p:spPr>
          <a:xfrm>
            <a:off x="3091302" y="1080173"/>
            <a:ext cx="5896844" cy="768802"/>
          </a:xfrm>
          <a:prstGeom prst="rect">
            <a:avLst/>
          </a:prstGeom>
        </p:spPr>
        <p:txBody>
          <a:bodyPr lIns="0"/>
          <a:lstStyle>
            <a:lvl1pPr marL="0" indent="0">
              <a:buNone/>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21" name="Espace réservé du texte 34">
            <a:extLst>
              <a:ext uri="{FF2B5EF4-FFF2-40B4-BE49-F238E27FC236}">
                <a16:creationId xmlns:a16="http://schemas.microsoft.com/office/drawing/2014/main" id="{C2552BE9-F143-49B5-888F-BC1570604ABB}"/>
              </a:ext>
            </a:extLst>
          </p:cNvPr>
          <p:cNvSpPr>
            <a:spLocks noGrp="1"/>
          </p:cNvSpPr>
          <p:nvPr>
            <p:ph type="body" sz="quarter" idx="13"/>
          </p:nvPr>
        </p:nvSpPr>
        <p:spPr>
          <a:xfrm>
            <a:off x="3091302" y="2227399"/>
            <a:ext cx="5896844" cy="1485900"/>
          </a:xfrm>
          <a:prstGeom prst="rect">
            <a:avLst/>
          </a:prstGeom>
        </p:spPr>
        <p:txBody>
          <a:bodyPr lIns="0"/>
          <a:lstStyle>
            <a:lvl1pPr marL="171321" indent="-171321">
              <a:buClr>
                <a:schemeClr val="bg2"/>
              </a:buClr>
              <a:buFont typeface="Wingdings" panose="05000000000000000000" pitchFamily="2" charset="2"/>
              <a:buChar char="§"/>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22" name="Espace réservé du texte 36">
            <a:extLst>
              <a:ext uri="{FF2B5EF4-FFF2-40B4-BE49-F238E27FC236}">
                <a16:creationId xmlns:a16="http://schemas.microsoft.com/office/drawing/2014/main" id="{1680F82A-05B5-4787-918D-87549524936F}"/>
              </a:ext>
            </a:extLst>
          </p:cNvPr>
          <p:cNvSpPr>
            <a:spLocks noGrp="1"/>
          </p:cNvSpPr>
          <p:nvPr>
            <p:ph type="body" sz="quarter" idx="14"/>
          </p:nvPr>
        </p:nvSpPr>
        <p:spPr>
          <a:xfrm>
            <a:off x="3091302" y="4226561"/>
            <a:ext cx="5896845" cy="916562"/>
          </a:xfrm>
          <a:prstGeom prst="rect">
            <a:avLst/>
          </a:prstGeom>
        </p:spPr>
        <p:txBody>
          <a:bodyPr lIns="0">
            <a:noAutofit/>
          </a:bodyPr>
          <a:lstStyle>
            <a:lvl1pPr marL="171321" indent="-171321">
              <a:buClr>
                <a:schemeClr val="bg1"/>
              </a:buClr>
              <a:buFont typeface="Wingdings" panose="05000000000000000000" pitchFamily="2" charset="2"/>
              <a:buChar char="§"/>
              <a:defRPr sz="1050">
                <a:solidFill>
                  <a:schemeClr val="bg1"/>
                </a:solidFill>
                <a:latin typeface="+mj-lt"/>
              </a:defRPr>
            </a:lvl1pPr>
            <a:lvl2pPr marL="387126" indent="-214220">
              <a:buClr>
                <a:schemeClr val="bg1"/>
              </a:buClr>
              <a:buFont typeface="Wingdings" panose="05000000000000000000" pitchFamily="2" charset="2"/>
              <a:buChar char="§"/>
              <a:defRPr sz="1050">
                <a:solidFill>
                  <a:schemeClr val="bg1"/>
                </a:solidFill>
                <a:latin typeface="+mj-lt"/>
              </a:defRPr>
            </a:lvl2pPr>
            <a:lvl3pPr marL="856600" indent="-171321">
              <a:buClr>
                <a:schemeClr val="bg1"/>
              </a:buClr>
              <a:buFont typeface="Wingdings" panose="05000000000000000000" pitchFamily="2" charset="2"/>
              <a:buChar char="§"/>
              <a:defRPr sz="1050">
                <a:solidFill>
                  <a:schemeClr val="bg1"/>
                </a:solidFill>
                <a:latin typeface="+mj-lt"/>
              </a:defRPr>
            </a:lvl3pPr>
            <a:lvl4pPr marL="1199240" indent="-171321">
              <a:buClr>
                <a:schemeClr val="bg1"/>
              </a:buClr>
              <a:buFont typeface="Wingdings" panose="05000000000000000000" pitchFamily="2" charset="2"/>
              <a:buChar char="§"/>
              <a:defRPr sz="1050">
                <a:solidFill>
                  <a:schemeClr val="bg1"/>
                </a:solidFill>
                <a:latin typeface="+mj-lt"/>
              </a:defRPr>
            </a:lvl4pPr>
            <a:lvl5pPr marL="1541880" indent="-171321">
              <a:buClr>
                <a:schemeClr val="bg1"/>
              </a:buClr>
              <a:buFont typeface="Wingdings" panose="05000000000000000000" pitchFamily="2" charset="2"/>
              <a:buChar char="§"/>
              <a:defRPr sz="1050">
                <a:solidFill>
                  <a:schemeClr val="bg1"/>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25" name="Bildplatzhalter 2">
            <a:extLst>
              <a:ext uri="{FF2B5EF4-FFF2-40B4-BE49-F238E27FC236}">
                <a16:creationId xmlns:a16="http://schemas.microsoft.com/office/drawing/2014/main" id="{B2444D2A-4585-4E94-A8F3-4A97BB280170}"/>
              </a:ext>
            </a:extLst>
          </p:cNvPr>
          <p:cNvSpPr>
            <a:spLocks noGrp="1"/>
          </p:cNvSpPr>
          <p:nvPr>
            <p:ph type="pic" sz="quarter" idx="19"/>
          </p:nvPr>
        </p:nvSpPr>
        <p:spPr>
          <a:xfrm>
            <a:off x="-10391" y="1"/>
            <a:ext cx="2935433" cy="3896358"/>
          </a:xfrm>
          <a:prstGeom prst="rect">
            <a:avLst/>
          </a:prstGeom>
        </p:spPr>
        <p:txBody>
          <a:bodyPr tIns="1440000"/>
          <a:lstStyle>
            <a:lvl1pPr>
              <a:defRPr lang="de-DE" dirty="0">
                <a:solidFill>
                  <a:schemeClr val="bg1"/>
                </a:solidFill>
                <a:latin typeface="+mj-lt"/>
              </a:defRPr>
            </a:lvl1pPr>
          </a:lstStyle>
          <a:p>
            <a:pPr lvl="0"/>
            <a:r>
              <a:rPr lang="de-DE"/>
              <a:t>Bild durch Klicken auf Symbol hinzufügen</a:t>
            </a:r>
          </a:p>
        </p:txBody>
      </p:sp>
      <p:sp>
        <p:nvSpPr>
          <p:cNvPr id="36" name="Rectangle 9">
            <a:extLst>
              <a:ext uri="{FF2B5EF4-FFF2-40B4-BE49-F238E27FC236}">
                <a16:creationId xmlns:a16="http://schemas.microsoft.com/office/drawing/2014/main" id="{0F8EEF41-2113-4F15-8203-A6DD7CDB2F20}"/>
              </a:ext>
            </a:extLst>
          </p:cNvPr>
          <p:cNvSpPr/>
          <p:nvPr userDrawn="1"/>
        </p:nvSpPr>
        <p:spPr>
          <a:xfrm>
            <a:off x="2928453" y="3896739"/>
            <a:ext cx="69523" cy="12467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endParaRPr lang="fr-FR" altLang="fr-FR" sz="1574" b="1">
              <a:solidFill>
                <a:schemeClr val="bg1"/>
              </a:solidFill>
              <a:latin typeface="+mj-lt"/>
              <a:ea typeface="ＭＳ Ｐゴシック" pitchFamily="34" charset="-128"/>
            </a:endParaRPr>
          </a:p>
        </p:txBody>
      </p:sp>
      <p:sp>
        <p:nvSpPr>
          <p:cNvPr id="37" name="Espace réservé du texte 40">
            <a:extLst>
              <a:ext uri="{FF2B5EF4-FFF2-40B4-BE49-F238E27FC236}">
                <a16:creationId xmlns:a16="http://schemas.microsoft.com/office/drawing/2014/main" id="{84168671-059A-4758-A2F1-1767D59231B0}"/>
              </a:ext>
            </a:extLst>
          </p:cNvPr>
          <p:cNvSpPr>
            <a:spLocks noGrp="1"/>
          </p:cNvSpPr>
          <p:nvPr>
            <p:ph type="body" sz="quarter" idx="16" hasCustomPrompt="1"/>
          </p:nvPr>
        </p:nvSpPr>
        <p:spPr>
          <a:xfrm>
            <a:off x="745676" y="4639137"/>
            <a:ext cx="711406" cy="458070"/>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Number</a:t>
            </a:r>
            <a:r>
              <a:rPr lang="fr-FR"/>
              <a:t> of </a:t>
            </a:r>
            <a:r>
              <a:rPr lang="fr-FR" err="1"/>
              <a:t>employees</a:t>
            </a:r>
            <a:endParaRPr lang="fr-FR"/>
          </a:p>
          <a:p>
            <a:pPr lvl="0"/>
            <a:endParaRPr lang="fr-FR"/>
          </a:p>
        </p:txBody>
      </p:sp>
      <p:sp>
        <p:nvSpPr>
          <p:cNvPr id="38" name="Espace réservé du texte 40">
            <a:extLst>
              <a:ext uri="{FF2B5EF4-FFF2-40B4-BE49-F238E27FC236}">
                <a16:creationId xmlns:a16="http://schemas.microsoft.com/office/drawing/2014/main" id="{664A56C5-687C-45C7-A2FC-EC1CD53BA4F1}"/>
              </a:ext>
            </a:extLst>
          </p:cNvPr>
          <p:cNvSpPr>
            <a:spLocks noGrp="1"/>
          </p:cNvSpPr>
          <p:nvPr>
            <p:ph type="body" sz="quarter" idx="17" hasCustomPrompt="1"/>
          </p:nvPr>
        </p:nvSpPr>
        <p:spPr>
          <a:xfrm>
            <a:off x="20435" y="4639137"/>
            <a:ext cx="711406" cy="458999"/>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Industry</a:t>
            </a:r>
            <a:endParaRPr lang="fr-FR"/>
          </a:p>
        </p:txBody>
      </p:sp>
      <p:sp>
        <p:nvSpPr>
          <p:cNvPr id="39" name="Espace réservé du texte 40">
            <a:extLst>
              <a:ext uri="{FF2B5EF4-FFF2-40B4-BE49-F238E27FC236}">
                <a16:creationId xmlns:a16="http://schemas.microsoft.com/office/drawing/2014/main" id="{2F7F908D-CBE0-486D-9120-9CACC00ED4CB}"/>
              </a:ext>
            </a:extLst>
          </p:cNvPr>
          <p:cNvSpPr>
            <a:spLocks noGrp="1"/>
          </p:cNvSpPr>
          <p:nvPr>
            <p:ph type="body" sz="quarter" idx="18" hasCustomPrompt="1"/>
          </p:nvPr>
        </p:nvSpPr>
        <p:spPr>
          <a:xfrm>
            <a:off x="1470917"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Revenue</a:t>
            </a:r>
          </a:p>
        </p:txBody>
      </p:sp>
      <p:sp>
        <p:nvSpPr>
          <p:cNvPr id="40" name="Bildplatzhalter 2">
            <a:extLst>
              <a:ext uri="{FF2B5EF4-FFF2-40B4-BE49-F238E27FC236}">
                <a16:creationId xmlns:a16="http://schemas.microsoft.com/office/drawing/2014/main" id="{2A04089F-065B-4F26-8E3F-0FB874B867B3}"/>
              </a:ext>
            </a:extLst>
          </p:cNvPr>
          <p:cNvSpPr>
            <a:spLocks noGrp="1"/>
          </p:cNvSpPr>
          <p:nvPr>
            <p:ph type="pic" sz="quarter" idx="24"/>
          </p:nvPr>
        </p:nvSpPr>
        <p:spPr>
          <a:xfrm>
            <a:off x="153462" y="4153677"/>
            <a:ext cx="459000" cy="459000"/>
          </a:xfrm>
          <a:prstGeom prst="rect">
            <a:avLst/>
          </a:prstGeom>
        </p:spPr>
        <p:txBody>
          <a:bodyPr lIns="36000" tIns="36000" rIns="0" bIns="36000">
            <a:normAutofit/>
          </a:bodyPr>
          <a:lstStyle>
            <a:lvl1pPr marL="0" indent="0">
              <a:buFontTx/>
              <a:buNone/>
              <a:defRPr sz="675">
                <a:solidFill>
                  <a:schemeClr val="bg1"/>
                </a:solidFill>
              </a:defRPr>
            </a:lvl1pPr>
          </a:lstStyle>
          <a:p>
            <a:r>
              <a:rPr lang="de-DE"/>
              <a:t>Bild durch Klicken auf Symbol hinzufügen</a:t>
            </a:r>
          </a:p>
        </p:txBody>
      </p:sp>
      <p:sp>
        <p:nvSpPr>
          <p:cNvPr id="41" name="Espace réservé du texte 40">
            <a:extLst>
              <a:ext uri="{FF2B5EF4-FFF2-40B4-BE49-F238E27FC236}">
                <a16:creationId xmlns:a16="http://schemas.microsoft.com/office/drawing/2014/main" id="{B7C88665-789B-4998-B110-7053367A31F1}"/>
              </a:ext>
            </a:extLst>
          </p:cNvPr>
          <p:cNvSpPr>
            <a:spLocks noGrp="1"/>
          </p:cNvSpPr>
          <p:nvPr>
            <p:ph type="body" sz="quarter" idx="28" hasCustomPrompt="1"/>
          </p:nvPr>
        </p:nvSpPr>
        <p:spPr>
          <a:xfrm>
            <a:off x="2196159"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Country</a:t>
            </a:r>
          </a:p>
        </p:txBody>
      </p:sp>
      <p:sp>
        <p:nvSpPr>
          <p:cNvPr id="42" name="Grafik 38">
            <a:extLst>
              <a:ext uri="{FF2B5EF4-FFF2-40B4-BE49-F238E27FC236}">
                <a16:creationId xmlns:a16="http://schemas.microsoft.com/office/drawing/2014/main" id="{FD7B3706-3263-4A52-B364-424EFAF1E316}"/>
              </a:ext>
            </a:extLst>
          </p:cNvPr>
          <p:cNvSpPr/>
          <p:nvPr userDrawn="1"/>
        </p:nvSpPr>
        <p:spPr>
          <a:xfrm>
            <a:off x="2342611" y="4187427"/>
            <a:ext cx="418500" cy="418500"/>
          </a:xfrm>
          <a:custGeom>
            <a:avLst/>
            <a:gdLst>
              <a:gd name="connsiteX0" fmla="*/ 307999 w 611925"/>
              <a:gd name="connsiteY0" fmla="*/ 6 h 611996"/>
              <a:gd name="connsiteX1" fmla="*/ 305913 w 611925"/>
              <a:gd name="connsiteY1" fmla="*/ 0 h 611996"/>
              <a:gd name="connsiteX2" fmla="*/ 7 w 611925"/>
              <a:gd name="connsiteY2" fmla="*/ 303959 h 611996"/>
              <a:gd name="connsiteX3" fmla="*/ 303923 w 611925"/>
              <a:gd name="connsiteY3" fmla="*/ 611994 h 611996"/>
              <a:gd name="connsiteX4" fmla="*/ 305990 w 611925"/>
              <a:gd name="connsiteY4" fmla="*/ 611994 h 611996"/>
              <a:gd name="connsiteX5" fmla="*/ 611919 w 611925"/>
              <a:gd name="connsiteY5" fmla="*/ 308035 h 611996"/>
              <a:gd name="connsiteX6" fmla="*/ 307999 w 611925"/>
              <a:gd name="connsiteY6" fmla="*/ 6 h 611996"/>
              <a:gd name="connsiteX7" fmla="*/ 274632 w 611925"/>
              <a:gd name="connsiteY7" fmla="*/ 37760 h 611996"/>
              <a:gd name="connsiteX8" fmla="*/ 274632 w 611925"/>
              <a:gd name="connsiteY8" fmla="*/ 54707 h 611996"/>
              <a:gd name="connsiteX9" fmla="*/ 270190 w 611925"/>
              <a:gd name="connsiteY9" fmla="*/ 65435 h 611996"/>
              <a:gd name="connsiteX10" fmla="*/ 241384 w 611925"/>
              <a:gd name="connsiteY10" fmla="*/ 94244 h 611996"/>
              <a:gd name="connsiteX11" fmla="*/ 230662 w 611925"/>
              <a:gd name="connsiteY11" fmla="*/ 98685 h 611996"/>
              <a:gd name="connsiteX12" fmla="*/ 174130 w 611925"/>
              <a:gd name="connsiteY12" fmla="*/ 98685 h 611996"/>
              <a:gd name="connsiteX13" fmla="*/ 167848 w 611925"/>
              <a:gd name="connsiteY13" fmla="*/ 104967 h 611996"/>
              <a:gd name="connsiteX14" fmla="*/ 167848 w 611925"/>
              <a:gd name="connsiteY14" fmla="*/ 130095 h 611996"/>
              <a:gd name="connsiteX15" fmla="*/ 174130 w 611925"/>
              <a:gd name="connsiteY15" fmla="*/ 136377 h 611996"/>
              <a:gd name="connsiteX16" fmla="*/ 230663 w 611925"/>
              <a:gd name="connsiteY16" fmla="*/ 136377 h 611996"/>
              <a:gd name="connsiteX17" fmla="*/ 236945 w 611925"/>
              <a:gd name="connsiteY17" fmla="*/ 142659 h 611996"/>
              <a:gd name="connsiteX18" fmla="*/ 236945 w 611925"/>
              <a:gd name="connsiteY18" fmla="*/ 167794 h 611996"/>
              <a:gd name="connsiteX19" fmla="*/ 230663 w 611925"/>
              <a:gd name="connsiteY19" fmla="*/ 174076 h 611996"/>
              <a:gd name="connsiteX20" fmla="*/ 205535 w 611925"/>
              <a:gd name="connsiteY20" fmla="*/ 174076 h 611996"/>
              <a:gd name="connsiteX21" fmla="*/ 194812 w 611925"/>
              <a:gd name="connsiteY21" fmla="*/ 178518 h 611996"/>
              <a:gd name="connsiteX22" fmla="*/ 172288 w 611925"/>
              <a:gd name="connsiteY22" fmla="*/ 201045 h 611996"/>
              <a:gd name="connsiteX23" fmla="*/ 167846 w 611925"/>
              <a:gd name="connsiteY23" fmla="*/ 211769 h 611996"/>
              <a:gd name="connsiteX24" fmla="*/ 167846 w 611925"/>
              <a:gd name="connsiteY24" fmla="*/ 236897 h 611996"/>
              <a:gd name="connsiteX25" fmla="*/ 163405 w 611925"/>
              <a:gd name="connsiteY25" fmla="*/ 247620 h 611996"/>
              <a:gd name="connsiteX26" fmla="*/ 140882 w 611925"/>
              <a:gd name="connsiteY26" fmla="*/ 270144 h 611996"/>
              <a:gd name="connsiteX27" fmla="*/ 130160 w 611925"/>
              <a:gd name="connsiteY27" fmla="*/ 274586 h 611996"/>
              <a:gd name="connsiteX28" fmla="*/ 105032 w 611925"/>
              <a:gd name="connsiteY28" fmla="*/ 274586 h 611996"/>
              <a:gd name="connsiteX29" fmla="*/ 94309 w 611925"/>
              <a:gd name="connsiteY29" fmla="*/ 270144 h 611996"/>
              <a:gd name="connsiteX30" fmla="*/ 71785 w 611925"/>
              <a:gd name="connsiteY30" fmla="*/ 247617 h 611996"/>
              <a:gd name="connsiteX31" fmla="*/ 61062 w 611925"/>
              <a:gd name="connsiteY31" fmla="*/ 243175 h 611996"/>
              <a:gd name="connsiteX32" fmla="*/ 43350 w 611925"/>
              <a:gd name="connsiteY32" fmla="*/ 243175 h 611996"/>
              <a:gd name="connsiteX33" fmla="*/ 274632 w 611925"/>
              <a:gd name="connsiteY33" fmla="*/ 37760 h 611996"/>
              <a:gd name="connsiteX34" fmla="*/ 92472 w 611925"/>
              <a:gd name="connsiteY34" fmla="*/ 471172 h 611996"/>
              <a:gd name="connsiteX35" fmla="*/ 92472 w 611925"/>
              <a:gd name="connsiteY35" fmla="*/ 456772 h 611996"/>
              <a:gd name="connsiteX36" fmla="*/ 88031 w 611925"/>
              <a:gd name="connsiteY36" fmla="*/ 446048 h 611996"/>
              <a:gd name="connsiteX37" fmla="*/ 65506 w 611925"/>
              <a:gd name="connsiteY37" fmla="*/ 423521 h 611996"/>
              <a:gd name="connsiteX38" fmla="*/ 61064 w 611925"/>
              <a:gd name="connsiteY38" fmla="*/ 412797 h 611996"/>
              <a:gd name="connsiteX39" fmla="*/ 61064 w 611925"/>
              <a:gd name="connsiteY39" fmla="*/ 356256 h 611996"/>
              <a:gd name="connsiteX40" fmla="*/ 65506 w 611925"/>
              <a:gd name="connsiteY40" fmla="*/ 345532 h 611996"/>
              <a:gd name="connsiteX41" fmla="*/ 94312 w 611925"/>
              <a:gd name="connsiteY41" fmla="*/ 316723 h 611996"/>
              <a:gd name="connsiteX42" fmla="*/ 105035 w 611925"/>
              <a:gd name="connsiteY42" fmla="*/ 312281 h 611996"/>
              <a:gd name="connsiteX43" fmla="*/ 123879 w 611925"/>
              <a:gd name="connsiteY43" fmla="*/ 312281 h 611996"/>
              <a:gd name="connsiteX44" fmla="*/ 134602 w 611925"/>
              <a:gd name="connsiteY44" fmla="*/ 316723 h 611996"/>
              <a:gd name="connsiteX45" fmla="*/ 194815 w 611925"/>
              <a:gd name="connsiteY45" fmla="*/ 376942 h 611996"/>
              <a:gd name="connsiteX46" fmla="*/ 205538 w 611925"/>
              <a:gd name="connsiteY46" fmla="*/ 381384 h 611996"/>
              <a:gd name="connsiteX47" fmla="*/ 230666 w 611925"/>
              <a:gd name="connsiteY47" fmla="*/ 381384 h 611996"/>
              <a:gd name="connsiteX48" fmla="*/ 236948 w 611925"/>
              <a:gd name="connsiteY48" fmla="*/ 387666 h 611996"/>
              <a:gd name="connsiteX49" fmla="*/ 236948 w 611925"/>
              <a:gd name="connsiteY49" fmla="*/ 446714 h 611996"/>
              <a:gd name="connsiteX50" fmla="*/ 232506 w 611925"/>
              <a:gd name="connsiteY50" fmla="*/ 457438 h 611996"/>
              <a:gd name="connsiteX51" fmla="*/ 206209 w 611925"/>
              <a:gd name="connsiteY51" fmla="*/ 483732 h 611996"/>
              <a:gd name="connsiteX52" fmla="*/ 201768 w 611925"/>
              <a:gd name="connsiteY52" fmla="*/ 494456 h 611996"/>
              <a:gd name="connsiteX53" fmla="*/ 201768 w 611925"/>
              <a:gd name="connsiteY53" fmla="*/ 517074 h 611996"/>
              <a:gd name="connsiteX54" fmla="*/ 197327 w 611925"/>
              <a:gd name="connsiteY54" fmla="*/ 527798 h 611996"/>
              <a:gd name="connsiteX55" fmla="*/ 180191 w 611925"/>
              <a:gd name="connsiteY55" fmla="*/ 544939 h 611996"/>
              <a:gd name="connsiteX56" fmla="*/ 92472 w 611925"/>
              <a:gd name="connsiteY56" fmla="*/ 471172 h 611996"/>
              <a:gd name="connsiteX57" fmla="*/ 431774 w 611925"/>
              <a:gd name="connsiteY57" fmla="*/ 544814 h 611996"/>
              <a:gd name="connsiteX58" fmla="*/ 417264 w 611925"/>
              <a:gd name="connsiteY58" fmla="*/ 530312 h 611996"/>
              <a:gd name="connsiteX59" fmla="*/ 412823 w 611925"/>
              <a:gd name="connsiteY59" fmla="*/ 519588 h 611996"/>
              <a:gd name="connsiteX60" fmla="*/ 412823 w 611925"/>
              <a:gd name="connsiteY60" fmla="*/ 425350 h 611996"/>
              <a:gd name="connsiteX61" fmla="*/ 408382 w 611925"/>
              <a:gd name="connsiteY61" fmla="*/ 414627 h 611996"/>
              <a:gd name="connsiteX62" fmla="*/ 379575 w 611925"/>
              <a:gd name="connsiteY62" fmla="*/ 385818 h 611996"/>
              <a:gd name="connsiteX63" fmla="*/ 368853 w 611925"/>
              <a:gd name="connsiteY63" fmla="*/ 381375 h 611996"/>
              <a:gd name="connsiteX64" fmla="*/ 306041 w 611925"/>
              <a:gd name="connsiteY64" fmla="*/ 381375 h 611996"/>
              <a:gd name="connsiteX65" fmla="*/ 299759 w 611925"/>
              <a:gd name="connsiteY65" fmla="*/ 375093 h 611996"/>
              <a:gd name="connsiteX66" fmla="*/ 299759 w 611925"/>
              <a:gd name="connsiteY66" fmla="*/ 318561 h 611996"/>
              <a:gd name="connsiteX67" fmla="*/ 304200 w 611925"/>
              <a:gd name="connsiteY67" fmla="*/ 307837 h 611996"/>
              <a:gd name="connsiteX68" fmla="*/ 333006 w 611925"/>
              <a:gd name="connsiteY68" fmla="*/ 279028 h 611996"/>
              <a:gd name="connsiteX69" fmla="*/ 343729 w 611925"/>
              <a:gd name="connsiteY69" fmla="*/ 274586 h 611996"/>
              <a:gd name="connsiteX70" fmla="*/ 406544 w 611925"/>
              <a:gd name="connsiteY70" fmla="*/ 274586 h 611996"/>
              <a:gd name="connsiteX71" fmla="*/ 417264 w 611925"/>
              <a:gd name="connsiteY71" fmla="*/ 270144 h 611996"/>
              <a:gd name="connsiteX72" fmla="*/ 446070 w 611925"/>
              <a:gd name="connsiteY72" fmla="*/ 241335 h 611996"/>
              <a:gd name="connsiteX73" fmla="*/ 456793 w 611925"/>
              <a:gd name="connsiteY73" fmla="*/ 236893 h 611996"/>
              <a:gd name="connsiteX74" fmla="*/ 475638 w 611925"/>
              <a:gd name="connsiteY74" fmla="*/ 236893 h 611996"/>
              <a:gd name="connsiteX75" fmla="*/ 481919 w 611925"/>
              <a:gd name="connsiteY75" fmla="*/ 230611 h 611996"/>
              <a:gd name="connsiteX76" fmla="*/ 481919 w 611925"/>
              <a:gd name="connsiteY76" fmla="*/ 211766 h 611996"/>
              <a:gd name="connsiteX77" fmla="*/ 475638 w 611925"/>
              <a:gd name="connsiteY77" fmla="*/ 205484 h 611996"/>
              <a:gd name="connsiteX78" fmla="*/ 456795 w 611925"/>
              <a:gd name="connsiteY78" fmla="*/ 205484 h 611996"/>
              <a:gd name="connsiteX79" fmla="*/ 446072 w 611925"/>
              <a:gd name="connsiteY79" fmla="*/ 209925 h 611996"/>
              <a:gd name="connsiteX80" fmla="*/ 417264 w 611925"/>
              <a:gd name="connsiteY80" fmla="*/ 238735 h 611996"/>
              <a:gd name="connsiteX81" fmla="*/ 406541 w 611925"/>
              <a:gd name="connsiteY81" fmla="*/ 243176 h 611996"/>
              <a:gd name="connsiteX82" fmla="*/ 344071 w 611925"/>
              <a:gd name="connsiteY82" fmla="*/ 243170 h 611996"/>
              <a:gd name="connsiteX83" fmla="*/ 337789 w 611925"/>
              <a:gd name="connsiteY83" fmla="*/ 236888 h 611996"/>
              <a:gd name="connsiteX84" fmla="*/ 337789 w 611925"/>
              <a:gd name="connsiteY84" fmla="*/ 211760 h 611996"/>
              <a:gd name="connsiteX85" fmla="*/ 342212 w 611925"/>
              <a:gd name="connsiteY85" fmla="*/ 201018 h 611996"/>
              <a:gd name="connsiteX86" fmla="*/ 370711 w 611925"/>
              <a:gd name="connsiteY86" fmla="*/ 172246 h 611996"/>
              <a:gd name="connsiteX87" fmla="*/ 381416 w 611925"/>
              <a:gd name="connsiteY87" fmla="*/ 167785 h 611996"/>
              <a:gd name="connsiteX88" fmla="*/ 437948 w 611925"/>
              <a:gd name="connsiteY88" fmla="*/ 167785 h 611996"/>
              <a:gd name="connsiteX89" fmla="*/ 444231 w 611925"/>
              <a:gd name="connsiteY89" fmla="*/ 161503 h 611996"/>
              <a:gd name="connsiteX90" fmla="*/ 444231 w 611925"/>
              <a:gd name="connsiteY90" fmla="*/ 142656 h 611996"/>
              <a:gd name="connsiteX91" fmla="*/ 437948 w 611925"/>
              <a:gd name="connsiteY91" fmla="*/ 136374 h 611996"/>
              <a:gd name="connsiteX92" fmla="*/ 412821 w 611925"/>
              <a:gd name="connsiteY92" fmla="*/ 136374 h 611996"/>
              <a:gd name="connsiteX93" fmla="*/ 406539 w 611925"/>
              <a:gd name="connsiteY93" fmla="*/ 130092 h 611996"/>
              <a:gd name="connsiteX94" fmla="*/ 406539 w 611925"/>
              <a:gd name="connsiteY94" fmla="*/ 104964 h 611996"/>
              <a:gd name="connsiteX95" fmla="*/ 412821 w 611925"/>
              <a:gd name="connsiteY95" fmla="*/ 98682 h 611996"/>
              <a:gd name="connsiteX96" fmla="*/ 478929 w 611925"/>
              <a:gd name="connsiteY96" fmla="*/ 98689 h 611996"/>
              <a:gd name="connsiteX97" fmla="*/ 575893 w 611925"/>
              <a:gd name="connsiteY97" fmla="*/ 299470 h 611996"/>
              <a:gd name="connsiteX98" fmla="*/ 555454 w 611925"/>
              <a:gd name="connsiteY98" fmla="*/ 279029 h 611996"/>
              <a:gd name="connsiteX99" fmla="*/ 544731 w 611925"/>
              <a:gd name="connsiteY99" fmla="*/ 274587 h 611996"/>
              <a:gd name="connsiteX100" fmla="*/ 525891 w 611925"/>
              <a:gd name="connsiteY100" fmla="*/ 274587 h 611996"/>
              <a:gd name="connsiteX101" fmla="*/ 519609 w 611925"/>
              <a:gd name="connsiteY101" fmla="*/ 280869 h 611996"/>
              <a:gd name="connsiteX102" fmla="*/ 519609 w 611925"/>
              <a:gd name="connsiteY102" fmla="*/ 306000 h 611996"/>
              <a:gd name="connsiteX103" fmla="*/ 524050 w 611925"/>
              <a:gd name="connsiteY103" fmla="*/ 316724 h 611996"/>
              <a:gd name="connsiteX104" fmla="*/ 546576 w 611925"/>
              <a:gd name="connsiteY104" fmla="*/ 339242 h 611996"/>
              <a:gd name="connsiteX105" fmla="*/ 551017 w 611925"/>
              <a:gd name="connsiteY105" fmla="*/ 349965 h 611996"/>
              <a:gd name="connsiteX106" fmla="*/ 551017 w 611925"/>
              <a:gd name="connsiteY106" fmla="*/ 375093 h 611996"/>
              <a:gd name="connsiteX107" fmla="*/ 546576 w 611925"/>
              <a:gd name="connsiteY107" fmla="*/ 385818 h 611996"/>
              <a:gd name="connsiteX108" fmla="*/ 524050 w 611925"/>
              <a:gd name="connsiteY108" fmla="*/ 408344 h 611996"/>
              <a:gd name="connsiteX109" fmla="*/ 519609 w 611925"/>
              <a:gd name="connsiteY109" fmla="*/ 419068 h 611996"/>
              <a:gd name="connsiteX110" fmla="*/ 519609 w 611925"/>
              <a:gd name="connsiteY110" fmla="*/ 470764 h 611996"/>
              <a:gd name="connsiteX111" fmla="*/ 431774 w 611925"/>
              <a:gd name="connsiteY111" fmla="*/ 544814 h 61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11925" h="611996">
                <a:moveTo>
                  <a:pt x="307999" y="6"/>
                </a:moveTo>
                <a:cubicBezTo>
                  <a:pt x="307320" y="0"/>
                  <a:pt x="305913" y="0"/>
                  <a:pt x="305913" y="0"/>
                </a:cubicBezTo>
                <a:cubicBezTo>
                  <a:pt x="137889" y="12"/>
                  <a:pt x="1112" y="135661"/>
                  <a:pt x="7" y="303959"/>
                </a:cubicBezTo>
                <a:cubicBezTo>
                  <a:pt x="-1128" y="472956"/>
                  <a:pt x="134937" y="610864"/>
                  <a:pt x="303923" y="611994"/>
                </a:cubicBezTo>
                <a:cubicBezTo>
                  <a:pt x="304617" y="612000"/>
                  <a:pt x="305298" y="611994"/>
                  <a:pt x="305990" y="611994"/>
                </a:cubicBezTo>
                <a:cubicBezTo>
                  <a:pt x="474015" y="611994"/>
                  <a:pt x="610785" y="476327"/>
                  <a:pt x="611919" y="308035"/>
                </a:cubicBezTo>
                <a:cubicBezTo>
                  <a:pt x="613032" y="139032"/>
                  <a:pt x="476967" y="1130"/>
                  <a:pt x="307999" y="6"/>
                </a:cubicBezTo>
                <a:close/>
                <a:moveTo>
                  <a:pt x="274632" y="37760"/>
                </a:moveTo>
                <a:lnTo>
                  <a:pt x="274632" y="54707"/>
                </a:lnTo>
                <a:cubicBezTo>
                  <a:pt x="274417" y="58685"/>
                  <a:pt x="272850" y="62469"/>
                  <a:pt x="270190" y="65435"/>
                </a:cubicBezTo>
                <a:lnTo>
                  <a:pt x="241384" y="94244"/>
                </a:lnTo>
                <a:cubicBezTo>
                  <a:pt x="238420" y="96902"/>
                  <a:pt x="234638" y="98469"/>
                  <a:pt x="230662" y="98685"/>
                </a:cubicBezTo>
                <a:lnTo>
                  <a:pt x="174130" y="98685"/>
                </a:lnTo>
                <a:cubicBezTo>
                  <a:pt x="170666" y="98696"/>
                  <a:pt x="167859" y="101503"/>
                  <a:pt x="167848" y="104967"/>
                </a:cubicBezTo>
                <a:lnTo>
                  <a:pt x="167848" y="130095"/>
                </a:lnTo>
                <a:cubicBezTo>
                  <a:pt x="167859" y="133561"/>
                  <a:pt x="170665" y="136367"/>
                  <a:pt x="174130" y="136377"/>
                </a:cubicBezTo>
                <a:lnTo>
                  <a:pt x="230663" y="136377"/>
                </a:lnTo>
                <a:cubicBezTo>
                  <a:pt x="234128" y="136389"/>
                  <a:pt x="236934" y="139195"/>
                  <a:pt x="236945" y="142659"/>
                </a:cubicBezTo>
                <a:lnTo>
                  <a:pt x="236945" y="167794"/>
                </a:lnTo>
                <a:cubicBezTo>
                  <a:pt x="236935" y="171259"/>
                  <a:pt x="234129" y="174066"/>
                  <a:pt x="230663" y="174076"/>
                </a:cubicBezTo>
                <a:lnTo>
                  <a:pt x="205535" y="174076"/>
                </a:lnTo>
                <a:cubicBezTo>
                  <a:pt x="201560" y="174293"/>
                  <a:pt x="197777" y="175859"/>
                  <a:pt x="194812" y="178518"/>
                </a:cubicBezTo>
                <a:lnTo>
                  <a:pt x="172288" y="201045"/>
                </a:lnTo>
                <a:cubicBezTo>
                  <a:pt x="169630" y="204009"/>
                  <a:pt x="168063" y="207793"/>
                  <a:pt x="167846" y="211769"/>
                </a:cubicBezTo>
                <a:lnTo>
                  <a:pt x="167846" y="236897"/>
                </a:lnTo>
                <a:cubicBezTo>
                  <a:pt x="167631" y="240872"/>
                  <a:pt x="166064" y="244656"/>
                  <a:pt x="163405" y="247620"/>
                </a:cubicBezTo>
                <a:lnTo>
                  <a:pt x="140882" y="270144"/>
                </a:lnTo>
                <a:cubicBezTo>
                  <a:pt x="137918" y="272802"/>
                  <a:pt x="134136" y="274369"/>
                  <a:pt x="130160" y="274586"/>
                </a:cubicBezTo>
                <a:lnTo>
                  <a:pt x="105032" y="274586"/>
                </a:lnTo>
                <a:cubicBezTo>
                  <a:pt x="101056" y="274369"/>
                  <a:pt x="97273" y="272802"/>
                  <a:pt x="94309" y="270144"/>
                </a:cubicBezTo>
                <a:lnTo>
                  <a:pt x="71785" y="247617"/>
                </a:lnTo>
                <a:cubicBezTo>
                  <a:pt x="68820" y="244958"/>
                  <a:pt x="65037" y="243392"/>
                  <a:pt x="61062" y="243175"/>
                </a:cubicBezTo>
                <a:lnTo>
                  <a:pt x="43350" y="243175"/>
                </a:lnTo>
                <a:cubicBezTo>
                  <a:pt x="69468" y="134436"/>
                  <a:pt x="161672" y="50934"/>
                  <a:pt x="274632" y="37760"/>
                </a:cubicBezTo>
                <a:close/>
                <a:moveTo>
                  <a:pt x="92472" y="471172"/>
                </a:moveTo>
                <a:lnTo>
                  <a:pt x="92472" y="456772"/>
                </a:lnTo>
                <a:cubicBezTo>
                  <a:pt x="92256" y="452796"/>
                  <a:pt x="90689" y="449013"/>
                  <a:pt x="88031" y="446048"/>
                </a:cubicBezTo>
                <a:lnTo>
                  <a:pt x="65506" y="423521"/>
                </a:lnTo>
                <a:cubicBezTo>
                  <a:pt x="62847" y="420556"/>
                  <a:pt x="61280" y="416773"/>
                  <a:pt x="61064" y="412797"/>
                </a:cubicBezTo>
                <a:lnTo>
                  <a:pt x="61064" y="356256"/>
                </a:lnTo>
                <a:cubicBezTo>
                  <a:pt x="61280" y="352280"/>
                  <a:pt x="62848" y="348497"/>
                  <a:pt x="65506" y="345532"/>
                </a:cubicBezTo>
                <a:lnTo>
                  <a:pt x="94312" y="316723"/>
                </a:lnTo>
                <a:cubicBezTo>
                  <a:pt x="97276" y="314065"/>
                  <a:pt x="101059" y="312498"/>
                  <a:pt x="105035" y="312281"/>
                </a:cubicBezTo>
                <a:lnTo>
                  <a:pt x="123879" y="312281"/>
                </a:lnTo>
                <a:cubicBezTo>
                  <a:pt x="127855" y="312498"/>
                  <a:pt x="131637" y="314065"/>
                  <a:pt x="134602" y="316723"/>
                </a:cubicBezTo>
                <a:lnTo>
                  <a:pt x="194815" y="376942"/>
                </a:lnTo>
                <a:cubicBezTo>
                  <a:pt x="197780" y="379601"/>
                  <a:pt x="201562" y="381167"/>
                  <a:pt x="205538" y="381384"/>
                </a:cubicBezTo>
                <a:lnTo>
                  <a:pt x="230666" y="381384"/>
                </a:lnTo>
                <a:cubicBezTo>
                  <a:pt x="234131" y="381396"/>
                  <a:pt x="236937" y="384201"/>
                  <a:pt x="236948" y="387666"/>
                </a:cubicBezTo>
                <a:lnTo>
                  <a:pt x="236948" y="446714"/>
                </a:lnTo>
                <a:cubicBezTo>
                  <a:pt x="236731" y="450690"/>
                  <a:pt x="235164" y="454473"/>
                  <a:pt x="232506" y="457438"/>
                </a:cubicBezTo>
                <a:lnTo>
                  <a:pt x="206209" y="483732"/>
                </a:lnTo>
                <a:cubicBezTo>
                  <a:pt x="203548" y="486695"/>
                  <a:pt x="201981" y="490479"/>
                  <a:pt x="201768" y="494456"/>
                </a:cubicBezTo>
                <a:lnTo>
                  <a:pt x="201768" y="517074"/>
                </a:lnTo>
                <a:cubicBezTo>
                  <a:pt x="201551" y="521050"/>
                  <a:pt x="199984" y="524833"/>
                  <a:pt x="197327" y="527798"/>
                </a:cubicBezTo>
                <a:lnTo>
                  <a:pt x="180191" y="544939"/>
                </a:lnTo>
                <a:cubicBezTo>
                  <a:pt x="146040" y="526864"/>
                  <a:pt x="116136" y="501716"/>
                  <a:pt x="92472" y="471172"/>
                </a:cubicBezTo>
                <a:close/>
                <a:moveTo>
                  <a:pt x="431774" y="544814"/>
                </a:moveTo>
                <a:lnTo>
                  <a:pt x="417264" y="530312"/>
                </a:lnTo>
                <a:cubicBezTo>
                  <a:pt x="414605" y="527347"/>
                  <a:pt x="413038" y="523564"/>
                  <a:pt x="412823" y="519588"/>
                </a:cubicBezTo>
                <a:lnTo>
                  <a:pt x="412823" y="425350"/>
                </a:lnTo>
                <a:cubicBezTo>
                  <a:pt x="412607" y="421374"/>
                  <a:pt x="411040" y="417591"/>
                  <a:pt x="408382" y="414627"/>
                </a:cubicBezTo>
                <a:lnTo>
                  <a:pt x="379575" y="385818"/>
                </a:lnTo>
                <a:cubicBezTo>
                  <a:pt x="376611" y="383160"/>
                  <a:pt x="372829" y="381592"/>
                  <a:pt x="368853" y="381375"/>
                </a:cubicBezTo>
                <a:lnTo>
                  <a:pt x="306041" y="381375"/>
                </a:lnTo>
                <a:cubicBezTo>
                  <a:pt x="302576" y="381365"/>
                  <a:pt x="299769" y="378559"/>
                  <a:pt x="299759" y="375093"/>
                </a:cubicBezTo>
                <a:lnTo>
                  <a:pt x="299759" y="318561"/>
                </a:lnTo>
                <a:cubicBezTo>
                  <a:pt x="299975" y="314585"/>
                  <a:pt x="301542" y="310802"/>
                  <a:pt x="304200" y="307837"/>
                </a:cubicBezTo>
                <a:lnTo>
                  <a:pt x="333006" y="279028"/>
                </a:lnTo>
                <a:cubicBezTo>
                  <a:pt x="335971" y="276370"/>
                  <a:pt x="339753" y="274803"/>
                  <a:pt x="343729" y="274586"/>
                </a:cubicBezTo>
                <a:lnTo>
                  <a:pt x="406544" y="274586"/>
                </a:lnTo>
                <a:cubicBezTo>
                  <a:pt x="410519" y="274369"/>
                  <a:pt x="414300" y="272802"/>
                  <a:pt x="417264" y="270144"/>
                </a:cubicBezTo>
                <a:lnTo>
                  <a:pt x="446070" y="241335"/>
                </a:lnTo>
                <a:cubicBezTo>
                  <a:pt x="449034" y="238676"/>
                  <a:pt x="452817" y="237110"/>
                  <a:pt x="456793" y="236893"/>
                </a:cubicBezTo>
                <a:lnTo>
                  <a:pt x="475638" y="236893"/>
                </a:lnTo>
                <a:cubicBezTo>
                  <a:pt x="479103" y="236883"/>
                  <a:pt x="481910" y="234076"/>
                  <a:pt x="481919" y="230611"/>
                </a:cubicBezTo>
                <a:lnTo>
                  <a:pt x="481919" y="211766"/>
                </a:lnTo>
                <a:cubicBezTo>
                  <a:pt x="481908" y="208301"/>
                  <a:pt x="479102" y="205495"/>
                  <a:pt x="475638" y="205484"/>
                </a:cubicBezTo>
                <a:lnTo>
                  <a:pt x="456795" y="205484"/>
                </a:lnTo>
                <a:cubicBezTo>
                  <a:pt x="452819" y="205700"/>
                  <a:pt x="449037" y="207267"/>
                  <a:pt x="446072" y="209925"/>
                </a:cubicBezTo>
                <a:lnTo>
                  <a:pt x="417264" y="238735"/>
                </a:lnTo>
                <a:cubicBezTo>
                  <a:pt x="414299" y="241392"/>
                  <a:pt x="410517" y="242959"/>
                  <a:pt x="406541" y="243176"/>
                </a:cubicBezTo>
                <a:lnTo>
                  <a:pt x="344071" y="243170"/>
                </a:lnTo>
                <a:cubicBezTo>
                  <a:pt x="340605" y="243162"/>
                  <a:pt x="337797" y="240354"/>
                  <a:pt x="337789" y="236888"/>
                </a:cubicBezTo>
                <a:lnTo>
                  <a:pt x="337789" y="211760"/>
                </a:lnTo>
                <a:cubicBezTo>
                  <a:pt x="338004" y="207782"/>
                  <a:pt x="339563" y="203994"/>
                  <a:pt x="342212" y="201018"/>
                </a:cubicBezTo>
                <a:lnTo>
                  <a:pt x="370711" y="172246"/>
                </a:lnTo>
                <a:cubicBezTo>
                  <a:pt x="373663" y="169577"/>
                  <a:pt x="377442" y="168002"/>
                  <a:pt x="381416" y="167785"/>
                </a:cubicBezTo>
                <a:lnTo>
                  <a:pt x="437948" y="167785"/>
                </a:lnTo>
                <a:cubicBezTo>
                  <a:pt x="441414" y="167775"/>
                  <a:pt x="444220" y="164969"/>
                  <a:pt x="444231" y="161503"/>
                </a:cubicBezTo>
                <a:lnTo>
                  <a:pt x="444231" y="142656"/>
                </a:lnTo>
                <a:cubicBezTo>
                  <a:pt x="444220" y="139192"/>
                  <a:pt x="441413" y="136385"/>
                  <a:pt x="437948" y="136374"/>
                </a:cubicBezTo>
                <a:lnTo>
                  <a:pt x="412821" y="136374"/>
                </a:lnTo>
                <a:cubicBezTo>
                  <a:pt x="409355" y="136364"/>
                  <a:pt x="406549" y="133558"/>
                  <a:pt x="406539" y="130092"/>
                </a:cubicBezTo>
                <a:lnTo>
                  <a:pt x="406539" y="104964"/>
                </a:lnTo>
                <a:cubicBezTo>
                  <a:pt x="406550" y="101500"/>
                  <a:pt x="409356" y="98694"/>
                  <a:pt x="412821" y="98682"/>
                </a:cubicBezTo>
                <a:lnTo>
                  <a:pt x="478929" y="98689"/>
                </a:lnTo>
                <a:cubicBezTo>
                  <a:pt x="536726" y="147007"/>
                  <a:pt x="573969" y="218993"/>
                  <a:pt x="575893" y="299470"/>
                </a:cubicBezTo>
                <a:lnTo>
                  <a:pt x="555454" y="279029"/>
                </a:lnTo>
                <a:cubicBezTo>
                  <a:pt x="552490" y="276371"/>
                  <a:pt x="548707" y="274804"/>
                  <a:pt x="544731" y="274587"/>
                </a:cubicBezTo>
                <a:lnTo>
                  <a:pt x="525891" y="274587"/>
                </a:lnTo>
                <a:cubicBezTo>
                  <a:pt x="522427" y="274598"/>
                  <a:pt x="519620" y="277404"/>
                  <a:pt x="519609" y="280869"/>
                </a:cubicBezTo>
                <a:lnTo>
                  <a:pt x="519609" y="306000"/>
                </a:lnTo>
                <a:cubicBezTo>
                  <a:pt x="519825" y="309976"/>
                  <a:pt x="521391" y="313759"/>
                  <a:pt x="524050" y="316724"/>
                </a:cubicBezTo>
                <a:lnTo>
                  <a:pt x="546576" y="339242"/>
                </a:lnTo>
                <a:cubicBezTo>
                  <a:pt x="549234" y="342207"/>
                  <a:pt x="550801" y="345990"/>
                  <a:pt x="551017" y="349965"/>
                </a:cubicBezTo>
                <a:lnTo>
                  <a:pt x="551017" y="375093"/>
                </a:lnTo>
                <a:cubicBezTo>
                  <a:pt x="550801" y="379070"/>
                  <a:pt x="549235" y="382854"/>
                  <a:pt x="546576" y="385818"/>
                </a:cubicBezTo>
                <a:lnTo>
                  <a:pt x="524050" y="408344"/>
                </a:lnTo>
                <a:cubicBezTo>
                  <a:pt x="521392" y="411309"/>
                  <a:pt x="519825" y="415092"/>
                  <a:pt x="519609" y="419068"/>
                </a:cubicBezTo>
                <a:lnTo>
                  <a:pt x="519609" y="470764"/>
                </a:lnTo>
                <a:cubicBezTo>
                  <a:pt x="495921" y="501404"/>
                  <a:pt x="465979" y="526648"/>
                  <a:pt x="431774" y="544814"/>
                </a:cubicBezTo>
                <a:close/>
              </a:path>
            </a:pathLst>
          </a:custGeom>
          <a:solidFill>
            <a:schemeClr val="bg1"/>
          </a:solidFill>
          <a:ln w="714" cap="flat">
            <a:noFill/>
            <a:prstDash val="solid"/>
            <a:miter/>
          </a:ln>
        </p:spPr>
        <p:txBody>
          <a:bodyPr rtlCol="0" anchor="ctr"/>
          <a:lstStyle/>
          <a:p>
            <a:endParaRPr lang="de-DE" sz="1275"/>
          </a:p>
        </p:txBody>
      </p:sp>
      <p:sp>
        <p:nvSpPr>
          <p:cNvPr id="44" name="Grafik 35">
            <a:extLst>
              <a:ext uri="{FF2B5EF4-FFF2-40B4-BE49-F238E27FC236}">
                <a16:creationId xmlns:a16="http://schemas.microsoft.com/office/drawing/2014/main" id="{9D04B8EC-0A1A-48FB-9F9B-516C8E3F60FC}"/>
              </a:ext>
            </a:extLst>
          </p:cNvPr>
          <p:cNvSpPr/>
          <p:nvPr userDrawn="1"/>
        </p:nvSpPr>
        <p:spPr>
          <a:xfrm>
            <a:off x="1634245" y="4186140"/>
            <a:ext cx="418500" cy="418500"/>
          </a:xfrm>
          <a:custGeom>
            <a:avLst/>
            <a:gdLst>
              <a:gd name="connsiteX0" fmla="*/ 306000 w 612000"/>
              <a:gd name="connsiteY0" fmla="*/ 0 h 612000"/>
              <a:gd name="connsiteX1" fmla="*/ 0 w 612000"/>
              <a:gd name="connsiteY1" fmla="*/ 306000 h 612000"/>
              <a:gd name="connsiteX2" fmla="*/ 306000 w 612000"/>
              <a:gd name="connsiteY2" fmla="*/ 612000 h 612000"/>
              <a:gd name="connsiteX3" fmla="*/ 612000 w 612000"/>
              <a:gd name="connsiteY3" fmla="*/ 306000 h 612000"/>
              <a:gd name="connsiteX4" fmla="*/ 306000 w 612000"/>
              <a:gd name="connsiteY4" fmla="*/ 0 h 612000"/>
              <a:gd name="connsiteX5" fmla="*/ 179662 w 612000"/>
              <a:gd name="connsiteY5" fmla="*/ 524128 h 612000"/>
              <a:gd name="connsiteX6" fmla="*/ 127809 w 612000"/>
              <a:gd name="connsiteY6" fmla="*/ 484191 h 612000"/>
              <a:gd name="connsiteX7" fmla="*/ 125610 w 612000"/>
              <a:gd name="connsiteY7" fmla="*/ 482286 h 612000"/>
              <a:gd name="connsiteX8" fmla="*/ 125610 w 612000"/>
              <a:gd name="connsiteY8" fmla="*/ 451872 h 612000"/>
              <a:gd name="connsiteX9" fmla="*/ 179662 w 612000"/>
              <a:gd name="connsiteY9" fmla="*/ 397817 h 612000"/>
              <a:gd name="connsiteX10" fmla="*/ 179662 w 612000"/>
              <a:gd name="connsiteY10" fmla="*/ 524128 h 612000"/>
              <a:gd name="connsiteX11" fmla="*/ 287662 w 612000"/>
              <a:gd name="connsiteY11" fmla="*/ 557307 h 612000"/>
              <a:gd name="connsiteX12" fmla="*/ 233637 w 612000"/>
              <a:gd name="connsiteY12" fmla="*/ 547428 h 612000"/>
              <a:gd name="connsiteX13" fmla="*/ 233637 w 612000"/>
              <a:gd name="connsiteY13" fmla="*/ 363240 h 612000"/>
              <a:gd name="connsiteX14" fmla="*/ 275685 w 612000"/>
              <a:gd name="connsiteY14" fmla="*/ 405229 h 612000"/>
              <a:gd name="connsiteX15" fmla="*/ 287675 w 612000"/>
              <a:gd name="connsiteY15" fmla="*/ 417435 h 612000"/>
              <a:gd name="connsiteX16" fmla="*/ 395640 w 612000"/>
              <a:gd name="connsiteY16" fmla="*/ 541451 h 612000"/>
              <a:gd name="connsiteX17" fmla="*/ 341928 w 612000"/>
              <a:gd name="connsiteY17" fmla="*/ 555460 h 612000"/>
              <a:gd name="connsiteX18" fmla="*/ 341618 w 612000"/>
              <a:gd name="connsiteY18" fmla="*/ 380023 h 612000"/>
              <a:gd name="connsiteX19" fmla="*/ 395640 w 612000"/>
              <a:gd name="connsiteY19" fmla="*/ 325800 h 612000"/>
              <a:gd name="connsiteX20" fmla="*/ 395640 w 612000"/>
              <a:gd name="connsiteY20" fmla="*/ 541451 h 612000"/>
              <a:gd name="connsiteX21" fmla="*/ 503629 w 612000"/>
              <a:gd name="connsiteY21" fmla="*/ 461922 h 612000"/>
              <a:gd name="connsiteX22" fmla="*/ 484189 w 612000"/>
              <a:gd name="connsiteY22" fmla="*/ 484191 h 612000"/>
              <a:gd name="connsiteX23" fmla="*/ 449616 w 612000"/>
              <a:gd name="connsiteY23" fmla="*/ 513135 h 612000"/>
              <a:gd name="connsiteX24" fmla="*/ 449640 w 612000"/>
              <a:gd name="connsiteY24" fmla="*/ 292674 h 612000"/>
              <a:gd name="connsiteX25" fmla="*/ 457910 w 612000"/>
              <a:gd name="connsiteY25" fmla="*/ 300640 h 612000"/>
              <a:gd name="connsiteX26" fmla="*/ 483636 w 612000"/>
              <a:gd name="connsiteY26" fmla="*/ 326364 h 612000"/>
              <a:gd name="connsiteX27" fmla="*/ 503626 w 612000"/>
              <a:gd name="connsiteY27" fmla="*/ 346756 h 612000"/>
              <a:gd name="connsiteX28" fmla="*/ 503655 w 612000"/>
              <a:gd name="connsiteY28" fmla="*/ 306000 h 612000"/>
              <a:gd name="connsiteX29" fmla="*/ 439456 w 612000"/>
              <a:gd name="connsiteY29" fmla="*/ 241456 h 612000"/>
              <a:gd name="connsiteX30" fmla="*/ 296045 w 612000"/>
              <a:gd name="connsiteY30" fmla="*/ 384865 h 612000"/>
              <a:gd name="connsiteX31" fmla="*/ 224045 w 612000"/>
              <a:gd name="connsiteY31" fmla="*/ 312865 h 612000"/>
              <a:gd name="connsiteX32" fmla="*/ 94229 w 612000"/>
              <a:gd name="connsiteY32" fmla="*/ 442681 h 612000"/>
              <a:gd name="connsiteX33" fmla="*/ 62801 w 612000"/>
              <a:gd name="connsiteY33" fmla="*/ 372288 h 612000"/>
              <a:gd name="connsiteX34" fmla="*/ 224045 w 612000"/>
              <a:gd name="connsiteY34" fmla="*/ 211042 h 612000"/>
              <a:gd name="connsiteX35" fmla="*/ 296045 w 612000"/>
              <a:gd name="connsiteY35" fmla="*/ 283042 h 612000"/>
              <a:gd name="connsiteX36" fmla="*/ 388544 w 612000"/>
              <a:gd name="connsiteY36" fmla="*/ 190544 h 612000"/>
              <a:gd name="connsiteX37" fmla="*/ 324255 w 612000"/>
              <a:gd name="connsiteY37" fmla="*/ 126340 h 612000"/>
              <a:gd name="connsiteX38" fmla="*/ 485618 w 612000"/>
              <a:gd name="connsiteY38" fmla="*/ 126382 h 612000"/>
              <a:gd name="connsiteX39" fmla="*/ 503668 w 612000"/>
              <a:gd name="connsiteY39" fmla="*/ 144332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2000" h="612000">
                <a:moveTo>
                  <a:pt x="306000" y="0"/>
                </a:moveTo>
                <a:cubicBezTo>
                  <a:pt x="137001" y="0"/>
                  <a:pt x="0" y="137001"/>
                  <a:pt x="0" y="306000"/>
                </a:cubicBezTo>
                <a:cubicBezTo>
                  <a:pt x="0" y="474999"/>
                  <a:pt x="137001" y="612000"/>
                  <a:pt x="306000" y="612000"/>
                </a:cubicBezTo>
                <a:cubicBezTo>
                  <a:pt x="474999" y="612000"/>
                  <a:pt x="612000" y="474999"/>
                  <a:pt x="612000" y="306000"/>
                </a:cubicBezTo>
                <a:cubicBezTo>
                  <a:pt x="612000" y="137001"/>
                  <a:pt x="474999" y="0"/>
                  <a:pt x="306000" y="0"/>
                </a:cubicBezTo>
                <a:close/>
                <a:moveTo>
                  <a:pt x="179662" y="524128"/>
                </a:moveTo>
                <a:cubicBezTo>
                  <a:pt x="160697" y="513154"/>
                  <a:pt x="143262" y="499725"/>
                  <a:pt x="127809" y="484191"/>
                </a:cubicBezTo>
                <a:cubicBezTo>
                  <a:pt x="127181" y="483562"/>
                  <a:pt x="126232" y="482921"/>
                  <a:pt x="125610" y="482286"/>
                </a:cubicBezTo>
                <a:lnTo>
                  <a:pt x="125610" y="451872"/>
                </a:lnTo>
                <a:lnTo>
                  <a:pt x="179662" y="397817"/>
                </a:lnTo>
                <a:lnTo>
                  <a:pt x="179662" y="524128"/>
                </a:lnTo>
                <a:close/>
                <a:moveTo>
                  <a:pt x="287662" y="557307"/>
                </a:moveTo>
                <a:cubicBezTo>
                  <a:pt x="269346" y="556006"/>
                  <a:pt x="251228" y="552694"/>
                  <a:pt x="233637" y="547428"/>
                </a:cubicBezTo>
                <a:lnTo>
                  <a:pt x="233637" y="363240"/>
                </a:lnTo>
                <a:lnTo>
                  <a:pt x="275685" y="405229"/>
                </a:lnTo>
                <a:lnTo>
                  <a:pt x="287675" y="417435"/>
                </a:lnTo>
                <a:close/>
                <a:moveTo>
                  <a:pt x="395640" y="541451"/>
                </a:moveTo>
                <a:cubicBezTo>
                  <a:pt x="378323" y="548133"/>
                  <a:pt x="360303" y="552833"/>
                  <a:pt x="341928" y="555460"/>
                </a:cubicBezTo>
                <a:lnTo>
                  <a:pt x="341618" y="380023"/>
                </a:lnTo>
                <a:lnTo>
                  <a:pt x="395640" y="325800"/>
                </a:lnTo>
                <a:lnTo>
                  <a:pt x="395640" y="541451"/>
                </a:lnTo>
                <a:close/>
                <a:moveTo>
                  <a:pt x="503629" y="461922"/>
                </a:moveTo>
                <a:cubicBezTo>
                  <a:pt x="497593" y="469721"/>
                  <a:pt x="491102" y="477157"/>
                  <a:pt x="484189" y="484191"/>
                </a:cubicBezTo>
                <a:cubicBezTo>
                  <a:pt x="473528" y="494826"/>
                  <a:pt x="461961" y="504510"/>
                  <a:pt x="449616" y="513135"/>
                </a:cubicBezTo>
                <a:lnTo>
                  <a:pt x="449640" y="292674"/>
                </a:lnTo>
                <a:lnTo>
                  <a:pt x="457910" y="300640"/>
                </a:lnTo>
                <a:lnTo>
                  <a:pt x="483636" y="326364"/>
                </a:lnTo>
                <a:lnTo>
                  <a:pt x="503626" y="346756"/>
                </a:lnTo>
                <a:close/>
                <a:moveTo>
                  <a:pt x="503655" y="306000"/>
                </a:moveTo>
                <a:lnTo>
                  <a:pt x="439456" y="241456"/>
                </a:lnTo>
                <a:lnTo>
                  <a:pt x="296045" y="384865"/>
                </a:lnTo>
                <a:lnTo>
                  <a:pt x="224045" y="312865"/>
                </a:lnTo>
                <a:lnTo>
                  <a:pt x="94229" y="442681"/>
                </a:lnTo>
                <a:cubicBezTo>
                  <a:pt x="80184" y="420979"/>
                  <a:pt x="69582" y="397233"/>
                  <a:pt x="62801" y="372288"/>
                </a:cubicBezTo>
                <a:lnTo>
                  <a:pt x="224045" y="211042"/>
                </a:lnTo>
                <a:lnTo>
                  <a:pt x="296045" y="283042"/>
                </a:lnTo>
                <a:lnTo>
                  <a:pt x="388544" y="190544"/>
                </a:lnTo>
                <a:lnTo>
                  <a:pt x="324255" y="126340"/>
                </a:lnTo>
                <a:lnTo>
                  <a:pt x="485618" y="126382"/>
                </a:lnTo>
                <a:cubicBezTo>
                  <a:pt x="495559" y="126354"/>
                  <a:pt x="503640" y="134391"/>
                  <a:pt x="503668" y="144332"/>
                </a:cubicBezTo>
                <a:close/>
              </a:path>
            </a:pathLst>
          </a:custGeom>
          <a:solidFill>
            <a:schemeClr val="bg1"/>
          </a:solidFill>
          <a:ln w="714" cap="flat">
            <a:noFill/>
            <a:prstDash val="solid"/>
            <a:miter/>
          </a:ln>
        </p:spPr>
        <p:txBody>
          <a:bodyPr rtlCol="0" anchor="ctr"/>
          <a:lstStyle/>
          <a:p>
            <a:endParaRPr lang="de-DE" sz="1275"/>
          </a:p>
        </p:txBody>
      </p:sp>
      <p:sp>
        <p:nvSpPr>
          <p:cNvPr id="45" name="Grafik 36">
            <a:extLst>
              <a:ext uri="{FF2B5EF4-FFF2-40B4-BE49-F238E27FC236}">
                <a16:creationId xmlns:a16="http://schemas.microsoft.com/office/drawing/2014/main" id="{4561E978-4261-4EB4-BFD0-00C784FD12DC}"/>
              </a:ext>
            </a:extLst>
          </p:cNvPr>
          <p:cNvSpPr>
            <a:spLocks noChangeAspect="1"/>
          </p:cNvSpPr>
          <p:nvPr userDrawn="1"/>
        </p:nvSpPr>
        <p:spPr>
          <a:xfrm>
            <a:off x="918631" y="4186140"/>
            <a:ext cx="366883" cy="378000"/>
          </a:xfrm>
          <a:custGeom>
            <a:avLst/>
            <a:gdLst>
              <a:gd name="connsiteX0" fmla="*/ 180000 w 594000"/>
              <a:gd name="connsiteY0" fmla="*/ 576000 h 612000"/>
              <a:gd name="connsiteX1" fmla="*/ 180000 w 594000"/>
              <a:gd name="connsiteY1" fmla="*/ 447696 h 612000"/>
              <a:gd name="connsiteX2" fmla="*/ 126000 w 594000"/>
              <a:gd name="connsiteY2" fmla="*/ 378000 h 612000"/>
              <a:gd name="connsiteX3" fmla="*/ 126000 w 594000"/>
              <a:gd name="connsiteY3" fmla="*/ 297000 h 612000"/>
              <a:gd name="connsiteX4" fmla="*/ 138672 w 594000"/>
              <a:gd name="connsiteY4" fmla="*/ 239832 h 612000"/>
              <a:gd name="connsiteX5" fmla="*/ 61488 w 594000"/>
              <a:gd name="connsiteY5" fmla="*/ 207216 h 612000"/>
              <a:gd name="connsiteX6" fmla="*/ 0 w 594000"/>
              <a:gd name="connsiteY6" fmla="*/ 306000 h 612000"/>
              <a:gd name="connsiteX7" fmla="*/ 0 w 594000"/>
              <a:gd name="connsiteY7" fmla="*/ 391752 h 612000"/>
              <a:gd name="connsiteX8" fmla="*/ 51120 w 594000"/>
              <a:gd name="connsiteY8" fmla="*/ 442800 h 612000"/>
              <a:gd name="connsiteX9" fmla="*/ 51120 w 594000"/>
              <a:gd name="connsiteY9" fmla="*/ 576000 h 612000"/>
              <a:gd name="connsiteX10" fmla="*/ 86616 w 594000"/>
              <a:gd name="connsiteY10" fmla="*/ 612000 h 612000"/>
              <a:gd name="connsiteX11" fmla="*/ 86832 w 594000"/>
              <a:gd name="connsiteY11" fmla="*/ 612000 h 612000"/>
              <a:gd name="connsiteX12" fmla="*/ 193824 w 594000"/>
              <a:gd name="connsiteY12" fmla="*/ 612000 h 612000"/>
              <a:gd name="connsiteX13" fmla="*/ 180000 w 594000"/>
              <a:gd name="connsiteY13" fmla="*/ 576000 h 612000"/>
              <a:gd name="connsiteX14" fmla="*/ 532512 w 594000"/>
              <a:gd name="connsiteY14" fmla="*/ 207144 h 612000"/>
              <a:gd name="connsiteX15" fmla="*/ 455328 w 594000"/>
              <a:gd name="connsiteY15" fmla="*/ 239760 h 612000"/>
              <a:gd name="connsiteX16" fmla="*/ 468000 w 594000"/>
              <a:gd name="connsiteY16" fmla="*/ 296928 h 612000"/>
              <a:gd name="connsiteX17" fmla="*/ 468000 w 594000"/>
              <a:gd name="connsiteY17" fmla="*/ 378000 h 612000"/>
              <a:gd name="connsiteX18" fmla="*/ 414000 w 594000"/>
              <a:gd name="connsiteY18" fmla="*/ 447696 h 612000"/>
              <a:gd name="connsiteX19" fmla="*/ 414000 w 594000"/>
              <a:gd name="connsiteY19" fmla="*/ 576000 h 612000"/>
              <a:gd name="connsiteX20" fmla="*/ 400176 w 594000"/>
              <a:gd name="connsiteY20" fmla="*/ 612000 h 612000"/>
              <a:gd name="connsiteX21" fmla="*/ 507168 w 594000"/>
              <a:gd name="connsiteY21" fmla="*/ 612000 h 612000"/>
              <a:gd name="connsiteX22" fmla="*/ 542880 w 594000"/>
              <a:gd name="connsiteY22" fmla="*/ 576216 h 612000"/>
              <a:gd name="connsiteX23" fmla="*/ 542880 w 594000"/>
              <a:gd name="connsiteY23" fmla="*/ 576000 h 612000"/>
              <a:gd name="connsiteX24" fmla="*/ 542880 w 594000"/>
              <a:gd name="connsiteY24" fmla="*/ 442800 h 612000"/>
              <a:gd name="connsiteX25" fmla="*/ 594000 w 594000"/>
              <a:gd name="connsiteY25" fmla="*/ 391752 h 612000"/>
              <a:gd name="connsiteX26" fmla="*/ 594000 w 594000"/>
              <a:gd name="connsiteY26" fmla="*/ 306000 h 612000"/>
              <a:gd name="connsiteX27" fmla="*/ 532512 w 594000"/>
              <a:gd name="connsiteY27" fmla="*/ 207144 h 612000"/>
              <a:gd name="connsiteX28" fmla="*/ 450000 w 594000"/>
              <a:gd name="connsiteY28" fmla="*/ 36000 h 612000"/>
              <a:gd name="connsiteX29" fmla="*/ 402912 w 594000"/>
              <a:gd name="connsiteY29" fmla="*/ 49248 h 612000"/>
              <a:gd name="connsiteX30" fmla="*/ 404784 w 594000"/>
              <a:gd name="connsiteY30" fmla="*/ 53424 h 612000"/>
              <a:gd name="connsiteX31" fmla="*/ 387360 w 594000"/>
              <a:gd name="connsiteY31" fmla="*/ 173232 h 612000"/>
              <a:gd name="connsiteX32" fmla="*/ 392544 w 594000"/>
              <a:gd name="connsiteY32" fmla="*/ 175824 h 612000"/>
              <a:gd name="connsiteX33" fmla="*/ 440568 w 594000"/>
              <a:gd name="connsiteY33" fmla="*/ 215496 h 612000"/>
              <a:gd name="connsiteX34" fmla="*/ 539424 w 594000"/>
              <a:gd name="connsiteY34" fmla="*/ 135288 h 612000"/>
              <a:gd name="connsiteX35" fmla="*/ 459216 w 594000"/>
              <a:gd name="connsiteY35" fmla="*/ 36432 h 612000"/>
              <a:gd name="connsiteX36" fmla="*/ 450000 w 594000"/>
              <a:gd name="connsiteY36" fmla="*/ 36000 h 612000"/>
              <a:gd name="connsiteX37" fmla="*/ 396000 w 594000"/>
              <a:gd name="connsiteY37" fmla="*/ 99000 h 612000"/>
              <a:gd name="connsiteX38" fmla="*/ 297000 w 594000"/>
              <a:gd name="connsiteY38" fmla="*/ 198000 h 612000"/>
              <a:gd name="connsiteX39" fmla="*/ 198000 w 594000"/>
              <a:gd name="connsiteY39" fmla="*/ 99000 h 612000"/>
              <a:gd name="connsiteX40" fmla="*/ 297000 w 594000"/>
              <a:gd name="connsiteY40" fmla="*/ 0 h 612000"/>
              <a:gd name="connsiteX41" fmla="*/ 396000 w 594000"/>
              <a:gd name="connsiteY41" fmla="*/ 99000 h 612000"/>
              <a:gd name="connsiteX42" fmla="*/ 384624 w 594000"/>
              <a:gd name="connsiteY42" fmla="*/ 192024 h 612000"/>
              <a:gd name="connsiteX43" fmla="*/ 209304 w 594000"/>
              <a:gd name="connsiteY43" fmla="*/ 192024 h 612000"/>
              <a:gd name="connsiteX44" fmla="*/ 144000 w 594000"/>
              <a:gd name="connsiteY44" fmla="*/ 297000 h 612000"/>
              <a:gd name="connsiteX45" fmla="*/ 144000 w 594000"/>
              <a:gd name="connsiteY45" fmla="*/ 378000 h 612000"/>
              <a:gd name="connsiteX46" fmla="*/ 198000 w 594000"/>
              <a:gd name="connsiteY46" fmla="*/ 432000 h 612000"/>
              <a:gd name="connsiteX47" fmla="*/ 198000 w 594000"/>
              <a:gd name="connsiteY47" fmla="*/ 432000 h 612000"/>
              <a:gd name="connsiteX48" fmla="*/ 198000 w 594000"/>
              <a:gd name="connsiteY48" fmla="*/ 576000 h 612000"/>
              <a:gd name="connsiteX49" fmla="*/ 234000 w 594000"/>
              <a:gd name="connsiteY49" fmla="*/ 612000 h 612000"/>
              <a:gd name="connsiteX50" fmla="*/ 360000 w 594000"/>
              <a:gd name="connsiteY50" fmla="*/ 612000 h 612000"/>
              <a:gd name="connsiteX51" fmla="*/ 396000 w 594000"/>
              <a:gd name="connsiteY51" fmla="*/ 576000 h 612000"/>
              <a:gd name="connsiteX52" fmla="*/ 396000 w 594000"/>
              <a:gd name="connsiteY52" fmla="*/ 432000 h 612000"/>
              <a:gd name="connsiteX53" fmla="*/ 450000 w 594000"/>
              <a:gd name="connsiteY53" fmla="*/ 378000 h 612000"/>
              <a:gd name="connsiteX54" fmla="*/ 450000 w 594000"/>
              <a:gd name="connsiteY54" fmla="*/ 378000 h 612000"/>
              <a:gd name="connsiteX55" fmla="*/ 450000 w 594000"/>
              <a:gd name="connsiteY55" fmla="*/ 297000 h 612000"/>
              <a:gd name="connsiteX56" fmla="*/ 384624 w 594000"/>
              <a:gd name="connsiteY56" fmla="*/ 192024 h 612000"/>
              <a:gd name="connsiteX57" fmla="*/ 297000 w 594000"/>
              <a:gd name="connsiteY57" fmla="*/ 414000 h 612000"/>
              <a:gd name="connsiteX58" fmla="*/ 270000 w 594000"/>
              <a:gd name="connsiteY58" fmla="*/ 378648 h 612000"/>
              <a:gd name="connsiteX59" fmla="*/ 286560 w 594000"/>
              <a:gd name="connsiteY59" fmla="*/ 252000 h 612000"/>
              <a:gd name="connsiteX60" fmla="*/ 308160 w 594000"/>
              <a:gd name="connsiteY60" fmla="*/ 252000 h 612000"/>
              <a:gd name="connsiteX61" fmla="*/ 324000 w 594000"/>
              <a:gd name="connsiteY61" fmla="*/ 378648 h 612000"/>
              <a:gd name="connsiteX62" fmla="*/ 297000 w 594000"/>
              <a:gd name="connsiteY62" fmla="*/ 414000 h 612000"/>
              <a:gd name="connsiteX63" fmla="*/ 153360 w 594000"/>
              <a:gd name="connsiteY63" fmla="*/ 215496 h 612000"/>
              <a:gd name="connsiteX64" fmla="*/ 201384 w 594000"/>
              <a:gd name="connsiteY64" fmla="*/ 175824 h 612000"/>
              <a:gd name="connsiteX65" fmla="*/ 206568 w 594000"/>
              <a:gd name="connsiteY65" fmla="*/ 173232 h 612000"/>
              <a:gd name="connsiteX66" fmla="*/ 189144 w 594000"/>
              <a:gd name="connsiteY66" fmla="*/ 53424 h 612000"/>
              <a:gd name="connsiteX67" fmla="*/ 191016 w 594000"/>
              <a:gd name="connsiteY67" fmla="*/ 49248 h 612000"/>
              <a:gd name="connsiteX68" fmla="*/ 67248 w 594000"/>
              <a:gd name="connsiteY68" fmla="*/ 78912 h 612000"/>
              <a:gd name="connsiteX69" fmla="*/ 96912 w 594000"/>
              <a:gd name="connsiteY69" fmla="*/ 202680 h 612000"/>
              <a:gd name="connsiteX70" fmla="*/ 143928 w 594000"/>
              <a:gd name="connsiteY70" fmla="*/ 215928 h 612000"/>
              <a:gd name="connsiteX71" fmla="*/ 153360 w 594000"/>
              <a:gd name="connsiteY71" fmla="*/ 215496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94000" h="612000">
                <a:moveTo>
                  <a:pt x="180000" y="576000"/>
                </a:moveTo>
                <a:lnTo>
                  <a:pt x="180000" y="447696"/>
                </a:lnTo>
                <a:cubicBezTo>
                  <a:pt x="148248" y="439416"/>
                  <a:pt x="126072" y="410760"/>
                  <a:pt x="126000" y="378000"/>
                </a:cubicBezTo>
                <a:lnTo>
                  <a:pt x="126000" y="297000"/>
                </a:lnTo>
                <a:cubicBezTo>
                  <a:pt x="126000" y="277272"/>
                  <a:pt x="130320" y="257688"/>
                  <a:pt x="138672" y="239832"/>
                </a:cubicBezTo>
                <a:cubicBezTo>
                  <a:pt x="109872" y="238608"/>
                  <a:pt x="82440" y="227016"/>
                  <a:pt x="61488" y="207216"/>
                </a:cubicBezTo>
                <a:cubicBezTo>
                  <a:pt x="23832" y="225720"/>
                  <a:pt x="0" y="264024"/>
                  <a:pt x="0" y="306000"/>
                </a:cubicBezTo>
                <a:lnTo>
                  <a:pt x="0" y="391752"/>
                </a:lnTo>
                <a:cubicBezTo>
                  <a:pt x="0" y="419832"/>
                  <a:pt x="23040" y="442800"/>
                  <a:pt x="51120" y="442800"/>
                </a:cubicBezTo>
                <a:lnTo>
                  <a:pt x="51120" y="576000"/>
                </a:lnTo>
                <a:cubicBezTo>
                  <a:pt x="50976" y="595728"/>
                  <a:pt x="66888" y="611856"/>
                  <a:pt x="86616" y="612000"/>
                </a:cubicBezTo>
                <a:cubicBezTo>
                  <a:pt x="86688" y="612000"/>
                  <a:pt x="86760" y="612000"/>
                  <a:pt x="86832" y="612000"/>
                </a:cubicBezTo>
                <a:lnTo>
                  <a:pt x="193824" y="612000"/>
                </a:lnTo>
                <a:cubicBezTo>
                  <a:pt x="184896" y="602136"/>
                  <a:pt x="180000" y="589320"/>
                  <a:pt x="180000" y="576000"/>
                </a:cubicBezTo>
                <a:close/>
                <a:moveTo>
                  <a:pt x="532512" y="207144"/>
                </a:moveTo>
                <a:cubicBezTo>
                  <a:pt x="511560" y="226944"/>
                  <a:pt x="484128" y="238536"/>
                  <a:pt x="455328" y="239760"/>
                </a:cubicBezTo>
                <a:cubicBezTo>
                  <a:pt x="463680" y="257688"/>
                  <a:pt x="468000" y="277200"/>
                  <a:pt x="468000" y="296928"/>
                </a:cubicBezTo>
                <a:lnTo>
                  <a:pt x="468000" y="378000"/>
                </a:lnTo>
                <a:cubicBezTo>
                  <a:pt x="467928" y="410832"/>
                  <a:pt x="445752" y="439488"/>
                  <a:pt x="414000" y="447696"/>
                </a:cubicBezTo>
                <a:lnTo>
                  <a:pt x="414000" y="576000"/>
                </a:lnTo>
                <a:cubicBezTo>
                  <a:pt x="414000" y="589320"/>
                  <a:pt x="409104" y="602136"/>
                  <a:pt x="400176" y="612000"/>
                </a:cubicBezTo>
                <a:lnTo>
                  <a:pt x="507168" y="612000"/>
                </a:lnTo>
                <a:cubicBezTo>
                  <a:pt x="526896" y="612000"/>
                  <a:pt x="542880" y="595944"/>
                  <a:pt x="542880" y="576216"/>
                </a:cubicBezTo>
                <a:cubicBezTo>
                  <a:pt x="542880" y="576144"/>
                  <a:pt x="542880" y="576072"/>
                  <a:pt x="542880" y="576000"/>
                </a:cubicBezTo>
                <a:lnTo>
                  <a:pt x="542880" y="442800"/>
                </a:lnTo>
                <a:cubicBezTo>
                  <a:pt x="570960" y="442800"/>
                  <a:pt x="594000" y="419832"/>
                  <a:pt x="594000" y="391752"/>
                </a:cubicBezTo>
                <a:lnTo>
                  <a:pt x="594000" y="306000"/>
                </a:lnTo>
                <a:cubicBezTo>
                  <a:pt x="594000" y="264024"/>
                  <a:pt x="570168" y="225720"/>
                  <a:pt x="532512" y="207144"/>
                </a:cubicBezTo>
                <a:close/>
                <a:moveTo>
                  <a:pt x="450000" y="36000"/>
                </a:moveTo>
                <a:cubicBezTo>
                  <a:pt x="433368" y="36000"/>
                  <a:pt x="417096" y="40608"/>
                  <a:pt x="402912" y="49248"/>
                </a:cubicBezTo>
                <a:cubicBezTo>
                  <a:pt x="403560" y="50616"/>
                  <a:pt x="404208" y="51984"/>
                  <a:pt x="404784" y="53424"/>
                </a:cubicBezTo>
                <a:cubicBezTo>
                  <a:pt x="421704" y="93528"/>
                  <a:pt x="415008" y="139680"/>
                  <a:pt x="387360" y="173232"/>
                </a:cubicBezTo>
                <a:lnTo>
                  <a:pt x="392544" y="175824"/>
                </a:lnTo>
                <a:cubicBezTo>
                  <a:pt x="411408" y="185112"/>
                  <a:pt x="427824" y="198720"/>
                  <a:pt x="440568" y="215496"/>
                </a:cubicBezTo>
                <a:cubicBezTo>
                  <a:pt x="490032" y="220680"/>
                  <a:pt x="534240" y="184752"/>
                  <a:pt x="539424" y="135288"/>
                </a:cubicBezTo>
                <a:cubicBezTo>
                  <a:pt x="544608" y="85824"/>
                  <a:pt x="508680" y="41616"/>
                  <a:pt x="459216" y="36432"/>
                </a:cubicBezTo>
                <a:cubicBezTo>
                  <a:pt x="456192" y="36144"/>
                  <a:pt x="453096" y="36000"/>
                  <a:pt x="450000" y="36000"/>
                </a:cubicBezTo>
                <a:close/>
                <a:moveTo>
                  <a:pt x="396000" y="99000"/>
                </a:moveTo>
                <a:cubicBezTo>
                  <a:pt x="396000" y="153648"/>
                  <a:pt x="351648" y="198000"/>
                  <a:pt x="297000" y="198000"/>
                </a:cubicBezTo>
                <a:cubicBezTo>
                  <a:pt x="242352" y="198000"/>
                  <a:pt x="198000" y="153648"/>
                  <a:pt x="198000" y="99000"/>
                </a:cubicBezTo>
                <a:cubicBezTo>
                  <a:pt x="198000" y="44352"/>
                  <a:pt x="242352" y="0"/>
                  <a:pt x="297000" y="0"/>
                </a:cubicBezTo>
                <a:cubicBezTo>
                  <a:pt x="351648" y="0"/>
                  <a:pt x="396000" y="44352"/>
                  <a:pt x="396000" y="99000"/>
                </a:cubicBezTo>
                <a:close/>
                <a:moveTo>
                  <a:pt x="384624" y="192024"/>
                </a:moveTo>
                <a:cubicBezTo>
                  <a:pt x="335376" y="238392"/>
                  <a:pt x="258552" y="238392"/>
                  <a:pt x="209304" y="192024"/>
                </a:cubicBezTo>
                <a:cubicBezTo>
                  <a:pt x="169344" y="211680"/>
                  <a:pt x="144000" y="252432"/>
                  <a:pt x="144000" y="297000"/>
                </a:cubicBezTo>
                <a:lnTo>
                  <a:pt x="144000" y="378000"/>
                </a:lnTo>
                <a:cubicBezTo>
                  <a:pt x="144000" y="407808"/>
                  <a:pt x="168192" y="432000"/>
                  <a:pt x="198000" y="432000"/>
                </a:cubicBezTo>
                <a:lnTo>
                  <a:pt x="198000" y="432000"/>
                </a:lnTo>
                <a:lnTo>
                  <a:pt x="198000" y="576000"/>
                </a:lnTo>
                <a:cubicBezTo>
                  <a:pt x="198000" y="595872"/>
                  <a:pt x="214128" y="612000"/>
                  <a:pt x="234000" y="612000"/>
                </a:cubicBezTo>
                <a:lnTo>
                  <a:pt x="360000" y="612000"/>
                </a:lnTo>
                <a:cubicBezTo>
                  <a:pt x="379872" y="612000"/>
                  <a:pt x="396000" y="595872"/>
                  <a:pt x="396000" y="576000"/>
                </a:cubicBezTo>
                <a:lnTo>
                  <a:pt x="396000" y="432000"/>
                </a:lnTo>
                <a:cubicBezTo>
                  <a:pt x="425808" y="432000"/>
                  <a:pt x="450000" y="407808"/>
                  <a:pt x="450000" y="378000"/>
                </a:cubicBezTo>
                <a:lnTo>
                  <a:pt x="450000" y="378000"/>
                </a:lnTo>
                <a:lnTo>
                  <a:pt x="450000" y="297000"/>
                </a:lnTo>
                <a:cubicBezTo>
                  <a:pt x="450000" y="252432"/>
                  <a:pt x="424656" y="211680"/>
                  <a:pt x="384624" y="192024"/>
                </a:cubicBezTo>
                <a:close/>
                <a:moveTo>
                  <a:pt x="297000" y="414000"/>
                </a:moveTo>
                <a:lnTo>
                  <a:pt x="270000" y="378648"/>
                </a:lnTo>
                <a:lnTo>
                  <a:pt x="286560" y="252000"/>
                </a:lnTo>
                <a:lnTo>
                  <a:pt x="308160" y="252000"/>
                </a:lnTo>
                <a:lnTo>
                  <a:pt x="324000" y="378648"/>
                </a:lnTo>
                <a:lnTo>
                  <a:pt x="297000" y="414000"/>
                </a:lnTo>
                <a:close/>
                <a:moveTo>
                  <a:pt x="153360" y="215496"/>
                </a:moveTo>
                <a:cubicBezTo>
                  <a:pt x="166032" y="198720"/>
                  <a:pt x="182520" y="185112"/>
                  <a:pt x="201384" y="175824"/>
                </a:cubicBezTo>
                <a:lnTo>
                  <a:pt x="206568" y="173232"/>
                </a:lnTo>
                <a:cubicBezTo>
                  <a:pt x="178992" y="139608"/>
                  <a:pt x="172296" y="93456"/>
                  <a:pt x="189144" y="53424"/>
                </a:cubicBezTo>
                <a:cubicBezTo>
                  <a:pt x="189720" y="51984"/>
                  <a:pt x="190368" y="50616"/>
                  <a:pt x="191016" y="49248"/>
                </a:cubicBezTo>
                <a:cubicBezTo>
                  <a:pt x="148680" y="23256"/>
                  <a:pt x="93240" y="36576"/>
                  <a:pt x="67248" y="78912"/>
                </a:cubicBezTo>
                <a:cubicBezTo>
                  <a:pt x="41256" y="121248"/>
                  <a:pt x="54576" y="176688"/>
                  <a:pt x="96912" y="202680"/>
                </a:cubicBezTo>
                <a:cubicBezTo>
                  <a:pt x="111096" y="211392"/>
                  <a:pt x="127368" y="215928"/>
                  <a:pt x="143928" y="215928"/>
                </a:cubicBezTo>
                <a:cubicBezTo>
                  <a:pt x="147168" y="216000"/>
                  <a:pt x="150264" y="215856"/>
                  <a:pt x="153360" y="215496"/>
                </a:cubicBezTo>
                <a:close/>
              </a:path>
            </a:pathLst>
          </a:custGeom>
          <a:solidFill>
            <a:schemeClr val="bg1"/>
          </a:solidFill>
          <a:ln w="714" cap="flat">
            <a:noFill/>
            <a:prstDash val="solid"/>
            <a:miter/>
          </a:ln>
        </p:spPr>
        <p:txBody>
          <a:bodyPr rtlCol="0" anchor="ctr"/>
          <a:lstStyle/>
          <a:p>
            <a:endParaRPr lang="de-DE" sz="1275"/>
          </a:p>
        </p:txBody>
      </p:sp>
      <p:sp>
        <p:nvSpPr>
          <p:cNvPr id="46" name="Rectangle 8">
            <a:extLst>
              <a:ext uri="{FF2B5EF4-FFF2-40B4-BE49-F238E27FC236}">
                <a16:creationId xmlns:a16="http://schemas.microsoft.com/office/drawing/2014/main" id="{383B3740-18E6-4337-8773-2AD4ACC92BCD}"/>
              </a:ext>
            </a:extLst>
          </p:cNvPr>
          <p:cNvSpPr/>
          <p:nvPr userDrawn="1"/>
        </p:nvSpPr>
        <p:spPr>
          <a:xfrm>
            <a:off x="0" y="3960150"/>
            <a:ext cx="2903320" cy="12471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900" b="1">
                <a:solidFill>
                  <a:schemeClr val="bg2"/>
                </a:solidFill>
                <a:latin typeface="+mj-lt"/>
                <a:ea typeface="ＭＳ Ｐゴシック" pitchFamily="34" charset="-128"/>
              </a:rPr>
              <a:t>Customer profile</a:t>
            </a:r>
          </a:p>
        </p:txBody>
      </p:sp>
    </p:spTree>
    <p:extLst>
      <p:ext uri="{BB962C8B-B14F-4D97-AF65-F5344CB8AC3E}">
        <p14:creationId xmlns:p14="http://schemas.microsoft.com/office/powerpoint/2010/main" val="335395592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ase Study - Anticipate">
    <p:bg>
      <p:bgPr>
        <a:solidFill>
          <a:schemeClr val="tx1"/>
        </a:solidFill>
        <a:effectLst/>
      </p:bgPr>
    </p:bg>
    <p:spTree>
      <p:nvGrpSpPr>
        <p:cNvPr id="1" name=""/>
        <p:cNvGrpSpPr/>
        <p:nvPr/>
      </p:nvGrpSpPr>
      <p:grpSpPr>
        <a:xfrm>
          <a:off x="0" y="0"/>
          <a:ext cx="0" cy="0"/>
          <a:chOff x="0" y="0"/>
          <a:chExt cx="0" cy="0"/>
        </a:xfrm>
      </p:grpSpPr>
      <p:sp>
        <p:nvSpPr>
          <p:cNvPr id="25" name="Bildplatzhalter 2">
            <a:extLst>
              <a:ext uri="{FF2B5EF4-FFF2-40B4-BE49-F238E27FC236}">
                <a16:creationId xmlns:a16="http://schemas.microsoft.com/office/drawing/2014/main" id="{4699C351-CB10-4A33-A923-B92F231F376D}"/>
              </a:ext>
            </a:extLst>
          </p:cNvPr>
          <p:cNvSpPr>
            <a:spLocks noGrp="1"/>
          </p:cNvSpPr>
          <p:nvPr>
            <p:ph type="pic" sz="quarter" idx="19"/>
          </p:nvPr>
        </p:nvSpPr>
        <p:spPr>
          <a:xfrm>
            <a:off x="-10391" y="1"/>
            <a:ext cx="2935433" cy="3896358"/>
          </a:xfrm>
          <a:prstGeom prst="rect">
            <a:avLst/>
          </a:prstGeom>
        </p:spPr>
        <p:txBody>
          <a:bodyPr tIns="1440000"/>
          <a:lstStyle>
            <a:lvl1pPr>
              <a:defRPr lang="de-DE" dirty="0">
                <a:solidFill>
                  <a:schemeClr val="bg1"/>
                </a:solidFill>
                <a:latin typeface="+mj-lt"/>
              </a:defRPr>
            </a:lvl1pPr>
          </a:lstStyle>
          <a:p>
            <a:pPr lvl="0"/>
            <a:r>
              <a:rPr lang="de-DE"/>
              <a:t>Bild durch Klicken auf Symbol hinzufügen</a:t>
            </a:r>
          </a:p>
        </p:txBody>
      </p:sp>
      <p:sp>
        <p:nvSpPr>
          <p:cNvPr id="31" name="Rectangle 8">
            <a:extLst>
              <a:ext uri="{FF2B5EF4-FFF2-40B4-BE49-F238E27FC236}">
                <a16:creationId xmlns:a16="http://schemas.microsoft.com/office/drawing/2014/main" id="{8CD3C8F4-2E1F-4675-8C05-67CBA4AD93C2}"/>
              </a:ext>
            </a:extLst>
          </p:cNvPr>
          <p:cNvSpPr/>
          <p:nvPr userDrawn="1"/>
        </p:nvSpPr>
        <p:spPr>
          <a:xfrm>
            <a:off x="2919848" y="718944"/>
            <a:ext cx="6224153" cy="131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indent="-170131" eaLnBrk="0" hangingPunct="0">
              <a:defRPr/>
            </a:pPr>
            <a:r>
              <a:rPr lang="fr-FR" altLang="fr-FR" sz="1574" b="1">
                <a:solidFill>
                  <a:schemeClr val="bg1"/>
                </a:solidFill>
                <a:latin typeface="+mj-lt"/>
                <a:ea typeface="ＭＳ Ｐゴシック" pitchFamily="34" charset="-128"/>
              </a:rPr>
              <a:t>Challenges</a:t>
            </a:r>
          </a:p>
        </p:txBody>
      </p:sp>
      <p:sp>
        <p:nvSpPr>
          <p:cNvPr id="32" name="Rectangle 8">
            <a:extLst>
              <a:ext uri="{FF2B5EF4-FFF2-40B4-BE49-F238E27FC236}">
                <a16:creationId xmlns:a16="http://schemas.microsoft.com/office/drawing/2014/main" id="{5803C6E8-D3A0-49FA-8A7E-2F54ADFCF06B}"/>
              </a:ext>
            </a:extLst>
          </p:cNvPr>
          <p:cNvSpPr/>
          <p:nvPr userDrawn="1"/>
        </p:nvSpPr>
        <p:spPr>
          <a:xfrm>
            <a:off x="2919848" y="1874935"/>
            <a:ext cx="6224153" cy="18934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1574" b="1">
                <a:solidFill>
                  <a:schemeClr val="bg1"/>
                </a:solidFill>
                <a:latin typeface="+mj-lt"/>
                <a:ea typeface="ＭＳ Ｐゴシック" pitchFamily="34" charset="-128"/>
              </a:rPr>
              <a:t>Solutions</a:t>
            </a:r>
          </a:p>
        </p:txBody>
      </p:sp>
      <p:sp>
        <p:nvSpPr>
          <p:cNvPr id="33" name="Rectangle 9">
            <a:extLst>
              <a:ext uri="{FF2B5EF4-FFF2-40B4-BE49-F238E27FC236}">
                <a16:creationId xmlns:a16="http://schemas.microsoft.com/office/drawing/2014/main" id="{16F7B269-6626-49C2-BAAA-649B00021BF2}"/>
              </a:ext>
            </a:extLst>
          </p:cNvPr>
          <p:cNvSpPr/>
          <p:nvPr userDrawn="1"/>
        </p:nvSpPr>
        <p:spPr>
          <a:xfrm>
            <a:off x="2930238" y="3896362"/>
            <a:ext cx="6224153" cy="12467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r>
              <a:rPr lang="fr-FR" altLang="fr-FR" sz="1574" b="1" err="1">
                <a:solidFill>
                  <a:schemeClr val="bg1"/>
                </a:solidFill>
                <a:latin typeface="+mj-lt"/>
                <a:ea typeface="ＭＳ Ｐゴシック" pitchFamily="34" charset="-128"/>
              </a:rPr>
              <a:t>Benefits</a:t>
            </a:r>
            <a:endParaRPr lang="fr-FR" altLang="fr-FR" sz="1574" b="1">
              <a:solidFill>
                <a:schemeClr val="bg1"/>
              </a:solidFill>
              <a:latin typeface="+mj-lt"/>
              <a:ea typeface="ＭＳ Ｐゴシック" pitchFamily="34" charset="-128"/>
            </a:endParaRPr>
          </a:p>
        </p:txBody>
      </p:sp>
      <p:sp>
        <p:nvSpPr>
          <p:cNvPr id="34" name="Espace réservé du titre 1">
            <a:extLst>
              <a:ext uri="{FF2B5EF4-FFF2-40B4-BE49-F238E27FC236}">
                <a16:creationId xmlns:a16="http://schemas.microsoft.com/office/drawing/2014/main" id="{246BE8EF-78DF-49E4-9957-7F8045A2B39D}"/>
              </a:ext>
            </a:extLst>
          </p:cNvPr>
          <p:cNvSpPr>
            <a:spLocks noGrp="1"/>
          </p:cNvSpPr>
          <p:nvPr>
            <p:ph type="title"/>
          </p:nvPr>
        </p:nvSpPr>
        <p:spPr>
          <a:xfrm>
            <a:off x="3091302" y="166256"/>
            <a:ext cx="5896845" cy="413099"/>
          </a:xfrm>
          <a:prstGeom prst="rect">
            <a:avLst/>
          </a:prstGeom>
        </p:spPr>
        <p:txBody>
          <a:bodyPr tIns="0" rtlCol="0">
            <a:noAutofit/>
          </a:bodyPr>
          <a:lstStyle>
            <a:lvl1pPr>
              <a:lnSpc>
                <a:spcPct val="100000"/>
              </a:lnSpc>
              <a:defRPr sz="2099">
                <a:solidFill>
                  <a:schemeClr val="bg2"/>
                </a:solidFill>
                <a:latin typeface="+mj-lt"/>
              </a:defRPr>
            </a:lvl1pPr>
          </a:lstStyle>
          <a:p>
            <a:r>
              <a:rPr lang="de-DE"/>
              <a:t>Mastertitelformat bearbeiten</a:t>
            </a:r>
            <a:endParaRPr lang="fr-FR"/>
          </a:p>
        </p:txBody>
      </p:sp>
      <p:sp>
        <p:nvSpPr>
          <p:cNvPr id="35" name="Espace réservé du texte 32">
            <a:extLst>
              <a:ext uri="{FF2B5EF4-FFF2-40B4-BE49-F238E27FC236}">
                <a16:creationId xmlns:a16="http://schemas.microsoft.com/office/drawing/2014/main" id="{30E52CDB-CF48-4646-A130-1EBB25BF1307}"/>
              </a:ext>
            </a:extLst>
          </p:cNvPr>
          <p:cNvSpPr>
            <a:spLocks noGrp="1"/>
          </p:cNvSpPr>
          <p:nvPr>
            <p:ph type="body" sz="quarter" idx="12"/>
          </p:nvPr>
        </p:nvSpPr>
        <p:spPr>
          <a:xfrm>
            <a:off x="3091302" y="1080173"/>
            <a:ext cx="5896844" cy="768802"/>
          </a:xfrm>
          <a:prstGeom prst="rect">
            <a:avLst/>
          </a:prstGeom>
        </p:spPr>
        <p:txBody>
          <a:bodyPr lIns="0"/>
          <a:lstStyle>
            <a:lvl1pPr marL="0" indent="0">
              <a:buNone/>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36" name="Espace réservé du texte 34">
            <a:extLst>
              <a:ext uri="{FF2B5EF4-FFF2-40B4-BE49-F238E27FC236}">
                <a16:creationId xmlns:a16="http://schemas.microsoft.com/office/drawing/2014/main" id="{6358CB2C-530E-42FF-8B1D-C84EC9AD3A4E}"/>
              </a:ext>
            </a:extLst>
          </p:cNvPr>
          <p:cNvSpPr>
            <a:spLocks noGrp="1"/>
          </p:cNvSpPr>
          <p:nvPr>
            <p:ph type="body" sz="quarter" idx="13"/>
          </p:nvPr>
        </p:nvSpPr>
        <p:spPr>
          <a:xfrm>
            <a:off x="3091302" y="2227399"/>
            <a:ext cx="5896844" cy="1485900"/>
          </a:xfrm>
          <a:prstGeom prst="rect">
            <a:avLst/>
          </a:prstGeom>
        </p:spPr>
        <p:txBody>
          <a:bodyPr lIns="0"/>
          <a:lstStyle>
            <a:lvl1pPr marL="171321" indent="-171321">
              <a:buClr>
                <a:schemeClr val="bg2"/>
              </a:buClr>
              <a:buFont typeface="Wingdings" panose="05000000000000000000" pitchFamily="2" charset="2"/>
              <a:buChar char="§"/>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57" name="Rectangle 9">
            <a:extLst>
              <a:ext uri="{FF2B5EF4-FFF2-40B4-BE49-F238E27FC236}">
                <a16:creationId xmlns:a16="http://schemas.microsoft.com/office/drawing/2014/main" id="{CFA22E04-C944-488F-A0F7-900832033363}"/>
              </a:ext>
            </a:extLst>
          </p:cNvPr>
          <p:cNvSpPr/>
          <p:nvPr userDrawn="1"/>
        </p:nvSpPr>
        <p:spPr>
          <a:xfrm>
            <a:off x="2928453" y="3896739"/>
            <a:ext cx="69523" cy="124676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endParaRPr lang="fr-FR" altLang="fr-FR" sz="1574" b="1">
              <a:solidFill>
                <a:schemeClr val="bg1"/>
              </a:solidFill>
              <a:latin typeface="+mj-lt"/>
              <a:ea typeface="ＭＳ Ｐゴシック" pitchFamily="34" charset="-128"/>
            </a:endParaRPr>
          </a:p>
        </p:txBody>
      </p:sp>
      <p:sp>
        <p:nvSpPr>
          <p:cNvPr id="58" name="Espace réservé du texte 36">
            <a:extLst>
              <a:ext uri="{FF2B5EF4-FFF2-40B4-BE49-F238E27FC236}">
                <a16:creationId xmlns:a16="http://schemas.microsoft.com/office/drawing/2014/main" id="{E59B8C3B-450E-4544-90B6-21D37B875230}"/>
              </a:ext>
            </a:extLst>
          </p:cNvPr>
          <p:cNvSpPr>
            <a:spLocks noGrp="1"/>
          </p:cNvSpPr>
          <p:nvPr>
            <p:ph type="body" sz="quarter" idx="14"/>
          </p:nvPr>
        </p:nvSpPr>
        <p:spPr>
          <a:xfrm>
            <a:off x="3091302" y="4226561"/>
            <a:ext cx="5896845" cy="916562"/>
          </a:xfrm>
          <a:prstGeom prst="rect">
            <a:avLst/>
          </a:prstGeom>
        </p:spPr>
        <p:txBody>
          <a:bodyPr lIns="0">
            <a:noAutofit/>
          </a:bodyPr>
          <a:lstStyle>
            <a:lvl1pPr marL="171321" indent="-171321">
              <a:buClr>
                <a:schemeClr val="bg1"/>
              </a:buClr>
              <a:buFont typeface="Wingdings" panose="05000000000000000000" pitchFamily="2" charset="2"/>
              <a:buChar char="§"/>
              <a:defRPr sz="1050">
                <a:solidFill>
                  <a:schemeClr val="bg1"/>
                </a:solidFill>
                <a:latin typeface="+mj-lt"/>
              </a:defRPr>
            </a:lvl1pPr>
            <a:lvl2pPr marL="387126" indent="-214220">
              <a:buClr>
                <a:schemeClr val="bg1"/>
              </a:buClr>
              <a:buFont typeface="Wingdings" panose="05000000000000000000" pitchFamily="2" charset="2"/>
              <a:buChar char="§"/>
              <a:defRPr sz="1050">
                <a:solidFill>
                  <a:schemeClr val="bg1"/>
                </a:solidFill>
                <a:latin typeface="+mj-lt"/>
              </a:defRPr>
            </a:lvl2pPr>
            <a:lvl3pPr marL="856600" indent="-171321">
              <a:buClr>
                <a:schemeClr val="bg1"/>
              </a:buClr>
              <a:buFont typeface="Wingdings" panose="05000000000000000000" pitchFamily="2" charset="2"/>
              <a:buChar char="§"/>
              <a:defRPr sz="1050">
                <a:solidFill>
                  <a:schemeClr val="bg1"/>
                </a:solidFill>
                <a:latin typeface="+mj-lt"/>
              </a:defRPr>
            </a:lvl3pPr>
            <a:lvl4pPr marL="1199240" indent="-171321">
              <a:buClr>
                <a:schemeClr val="bg1"/>
              </a:buClr>
              <a:buFont typeface="Wingdings" panose="05000000000000000000" pitchFamily="2" charset="2"/>
              <a:buChar char="§"/>
              <a:defRPr sz="1050">
                <a:solidFill>
                  <a:schemeClr val="bg1"/>
                </a:solidFill>
                <a:latin typeface="+mj-lt"/>
              </a:defRPr>
            </a:lvl4pPr>
            <a:lvl5pPr marL="1541880" indent="-171321">
              <a:buClr>
                <a:schemeClr val="bg1"/>
              </a:buClr>
              <a:buFont typeface="Wingdings" panose="05000000000000000000" pitchFamily="2" charset="2"/>
              <a:buChar char="§"/>
              <a:defRPr sz="1050">
                <a:solidFill>
                  <a:schemeClr val="bg1"/>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59" name="Espace réservé du texte 40">
            <a:extLst>
              <a:ext uri="{FF2B5EF4-FFF2-40B4-BE49-F238E27FC236}">
                <a16:creationId xmlns:a16="http://schemas.microsoft.com/office/drawing/2014/main" id="{DD8EFDD0-E68A-4BEA-A580-DC34004591BC}"/>
              </a:ext>
            </a:extLst>
          </p:cNvPr>
          <p:cNvSpPr>
            <a:spLocks noGrp="1"/>
          </p:cNvSpPr>
          <p:nvPr>
            <p:ph type="body" sz="quarter" idx="16" hasCustomPrompt="1"/>
          </p:nvPr>
        </p:nvSpPr>
        <p:spPr>
          <a:xfrm>
            <a:off x="745676" y="4639137"/>
            <a:ext cx="711406" cy="458070"/>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Number</a:t>
            </a:r>
            <a:r>
              <a:rPr lang="fr-FR"/>
              <a:t> of </a:t>
            </a:r>
            <a:r>
              <a:rPr lang="fr-FR" err="1"/>
              <a:t>employees</a:t>
            </a:r>
            <a:endParaRPr lang="fr-FR"/>
          </a:p>
          <a:p>
            <a:pPr lvl="0"/>
            <a:endParaRPr lang="fr-FR"/>
          </a:p>
        </p:txBody>
      </p:sp>
      <p:sp>
        <p:nvSpPr>
          <p:cNvPr id="60" name="Espace réservé du texte 40">
            <a:extLst>
              <a:ext uri="{FF2B5EF4-FFF2-40B4-BE49-F238E27FC236}">
                <a16:creationId xmlns:a16="http://schemas.microsoft.com/office/drawing/2014/main" id="{7BB79B6A-D8FA-4FB5-8F7E-83F8BE9B7535}"/>
              </a:ext>
            </a:extLst>
          </p:cNvPr>
          <p:cNvSpPr>
            <a:spLocks noGrp="1"/>
          </p:cNvSpPr>
          <p:nvPr>
            <p:ph type="body" sz="quarter" idx="17" hasCustomPrompt="1"/>
          </p:nvPr>
        </p:nvSpPr>
        <p:spPr>
          <a:xfrm>
            <a:off x="20435" y="4639137"/>
            <a:ext cx="711406" cy="458999"/>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Industry</a:t>
            </a:r>
            <a:endParaRPr lang="fr-FR"/>
          </a:p>
        </p:txBody>
      </p:sp>
      <p:sp>
        <p:nvSpPr>
          <p:cNvPr id="61" name="Espace réservé du texte 40">
            <a:extLst>
              <a:ext uri="{FF2B5EF4-FFF2-40B4-BE49-F238E27FC236}">
                <a16:creationId xmlns:a16="http://schemas.microsoft.com/office/drawing/2014/main" id="{D245EC8F-34E2-4A95-8C96-67295A5890CA}"/>
              </a:ext>
            </a:extLst>
          </p:cNvPr>
          <p:cNvSpPr>
            <a:spLocks noGrp="1"/>
          </p:cNvSpPr>
          <p:nvPr>
            <p:ph type="body" sz="quarter" idx="18" hasCustomPrompt="1"/>
          </p:nvPr>
        </p:nvSpPr>
        <p:spPr>
          <a:xfrm>
            <a:off x="1470917"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Revenue</a:t>
            </a:r>
          </a:p>
        </p:txBody>
      </p:sp>
      <p:sp>
        <p:nvSpPr>
          <p:cNvPr id="62" name="Bildplatzhalter 2">
            <a:extLst>
              <a:ext uri="{FF2B5EF4-FFF2-40B4-BE49-F238E27FC236}">
                <a16:creationId xmlns:a16="http://schemas.microsoft.com/office/drawing/2014/main" id="{2644F154-130F-41D9-B2C9-2D3515CAFD1D}"/>
              </a:ext>
            </a:extLst>
          </p:cNvPr>
          <p:cNvSpPr>
            <a:spLocks noGrp="1"/>
          </p:cNvSpPr>
          <p:nvPr>
            <p:ph type="pic" sz="quarter" idx="24"/>
          </p:nvPr>
        </p:nvSpPr>
        <p:spPr>
          <a:xfrm>
            <a:off x="153462" y="4153677"/>
            <a:ext cx="459000" cy="459000"/>
          </a:xfrm>
          <a:prstGeom prst="rect">
            <a:avLst/>
          </a:prstGeom>
        </p:spPr>
        <p:txBody>
          <a:bodyPr lIns="36000" tIns="36000" rIns="0" bIns="36000">
            <a:normAutofit/>
          </a:bodyPr>
          <a:lstStyle>
            <a:lvl1pPr marL="0" indent="0">
              <a:buFontTx/>
              <a:buNone/>
              <a:defRPr sz="675">
                <a:solidFill>
                  <a:schemeClr val="bg1"/>
                </a:solidFill>
              </a:defRPr>
            </a:lvl1pPr>
          </a:lstStyle>
          <a:p>
            <a:r>
              <a:rPr lang="de-DE"/>
              <a:t>Bild durch Klicken auf Symbol hinzufügen</a:t>
            </a:r>
          </a:p>
        </p:txBody>
      </p:sp>
      <p:sp>
        <p:nvSpPr>
          <p:cNvPr id="63" name="Espace réservé du texte 40">
            <a:extLst>
              <a:ext uri="{FF2B5EF4-FFF2-40B4-BE49-F238E27FC236}">
                <a16:creationId xmlns:a16="http://schemas.microsoft.com/office/drawing/2014/main" id="{7E8E1904-5815-4BA3-A690-5DFE33314DFC}"/>
              </a:ext>
            </a:extLst>
          </p:cNvPr>
          <p:cNvSpPr>
            <a:spLocks noGrp="1"/>
          </p:cNvSpPr>
          <p:nvPr>
            <p:ph type="body" sz="quarter" idx="28" hasCustomPrompt="1"/>
          </p:nvPr>
        </p:nvSpPr>
        <p:spPr>
          <a:xfrm>
            <a:off x="2196159"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Country</a:t>
            </a:r>
          </a:p>
        </p:txBody>
      </p:sp>
      <p:sp>
        <p:nvSpPr>
          <p:cNvPr id="64" name="Grafik 38">
            <a:extLst>
              <a:ext uri="{FF2B5EF4-FFF2-40B4-BE49-F238E27FC236}">
                <a16:creationId xmlns:a16="http://schemas.microsoft.com/office/drawing/2014/main" id="{BC21361F-6FDD-4B44-8769-D48541638DE6}"/>
              </a:ext>
            </a:extLst>
          </p:cNvPr>
          <p:cNvSpPr/>
          <p:nvPr userDrawn="1"/>
        </p:nvSpPr>
        <p:spPr>
          <a:xfrm>
            <a:off x="2342611" y="4187427"/>
            <a:ext cx="418500" cy="418500"/>
          </a:xfrm>
          <a:custGeom>
            <a:avLst/>
            <a:gdLst>
              <a:gd name="connsiteX0" fmla="*/ 307999 w 611925"/>
              <a:gd name="connsiteY0" fmla="*/ 6 h 611996"/>
              <a:gd name="connsiteX1" fmla="*/ 305913 w 611925"/>
              <a:gd name="connsiteY1" fmla="*/ 0 h 611996"/>
              <a:gd name="connsiteX2" fmla="*/ 7 w 611925"/>
              <a:gd name="connsiteY2" fmla="*/ 303959 h 611996"/>
              <a:gd name="connsiteX3" fmla="*/ 303923 w 611925"/>
              <a:gd name="connsiteY3" fmla="*/ 611994 h 611996"/>
              <a:gd name="connsiteX4" fmla="*/ 305990 w 611925"/>
              <a:gd name="connsiteY4" fmla="*/ 611994 h 611996"/>
              <a:gd name="connsiteX5" fmla="*/ 611919 w 611925"/>
              <a:gd name="connsiteY5" fmla="*/ 308035 h 611996"/>
              <a:gd name="connsiteX6" fmla="*/ 307999 w 611925"/>
              <a:gd name="connsiteY6" fmla="*/ 6 h 611996"/>
              <a:gd name="connsiteX7" fmla="*/ 274632 w 611925"/>
              <a:gd name="connsiteY7" fmla="*/ 37760 h 611996"/>
              <a:gd name="connsiteX8" fmla="*/ 274632 w 611925"/>
              <a:gd name="connsiteY8" fmla="*/ 54707 h 611996"/>
              <a:gd name="connsiteX9" fmla="*/ 270190 w 611925"/>
              <a:gd name="connsiteY9" fmla="*/ 65435 h 611996"/>
              <a:gd name="connsiteX10" fmla="*/ 241384 w 611925"/>
              <a:gd name="connsiteY10" fmla="*/ 94244 h 611996"/>
              <a:gd name="connsiteX11" fmla="*/ 230662 w 611925"/>
              <a:gd name="connsiteY11" fmla="*/ 98685 h 611996"/>
              <a:gd name="connsiteX12" fmla="*/ 174130 w 611925"/>
              <a:gd name="connsiteY12" fmla="*/ 98685 h 611996"/>
              <a:gd name="connsiteX13" fmla="*/ 167848 w 611925"/>
              <a:gd name="connsiteY13" fmla="*/ 104967 h 611996"/>
              <a:gd name="connsiteX14" fmla="*/ 167848 w 611925"/>
              <a:gd name="connsiteY14" fmla="*/ 130095 h 611996"/>
              <a:gd name="connsiteX15" fmla="*/ 174130 w 611925"/>
              <a:gd name="connsiteY15" fmla="*/ 136377 h 611996"/>
              <a:gd name="connsiteX16" fmla="*/ 230663 w 611925"/>
              <a:gd name="connsiteY16" fmla="*/ 136377 h 611996"/>
              <a:gd name="connsiteX17" fmla="*/ 236945 w 611925"/>
              <a:gd name="connsiteY17" fmla="*/ 142659 h 611996"/>
              <a:gd name="connsiteX18" fmla="*/ 236945 w 611925"/>
              <a:gd name="connsiteY18" fmla="*/ 167794 h 611996"/>
              <a:gd name="connsiteX19" fmla="*/ 230663 w 611925"/>
              <a:gd name="connsiteY19" fmla="*/ 174076 h 611996"/>
              <a:gd name="connsiteX20" fmla="*/ 205535 w 611925"/>
              <a:gd name="connsiteY20" fmla="*/ 174076 h 611996"/>
              <a:gd name="connsiteX21" fmla="*/ 194812 w 611925"/>
              <a:gd name="connsiteY21" fmla="*/ 178518 h 611996"/>
              <a:gd name="connsiteX22" fmla="*/ 172288 w 611925"/>
              <a:gd name="connsiteY22" fmla="*/ 201045 h 611996"/>
              <a:gd name="connsiteX23" fmla="*/ 167846 w 611925"/>
              <a:gd name="connsiteY23" fmla="*/ 211769 h 611996"/>
              <a:gd name="connsiteX24" fmla="*/ 167846 w 611925"/>
              <a:gd name="connsiteY24" fmla="*/ 236897 h 611996"/>
              <a:gd name="connsiteX25" fmla="*/ 163405 w 611925"/>
              <a:gd name="connsiteY25" fmla="*/ 247620 h 611996"/>
              <a:gd name="connsiteX26" fmla="*/ 140882 w 611925"/>
              <a:gd name="connsiteY26" fmla="*/ 270144 h 611996"/>
              <a:gd name="connsiteX27" fmla="*/ 130160 w 611925"/>
              <a:gd name="connsiteY27" fmla="*/ 274586 h 611996"/>
              <a:gd name="connsiteX28" fmla="*/ 105032 w 611925"/>
              <a:gd name="connsiteY28" fmla="*/ 274586 h 611996"/>
              <a:gd name="connsiteX29" fmla="*/ 94309 w 611925"/>
              <a:gd name="connsiteY29" fmla="*/ 270144 h 611996"/>
              <a:gd name="connsiteX30" fmla="*/ 71785 w 611925"/>
              <a:gd name="connsiteY30" fmla="*/ 247617 h 611996"/>
              <a:gd name="connsiteX31" fmla="*/ 61062 w 611925"/>
              <a:gd name="connsiteY31" fmla="*/ 243175 h 611996"/>
              <a:gd name="connsiteX32" fmla="*/ 43350 w 611925"/>
              <a:gd name="connsiteY32" fmla="*/ 243175 h 611996"/>
              <a:gd name="connsiteX33" fmla="*/ 274632 w 611925"/>
              <a:gd name="connsiteY33" fmla="*/ 37760 h 611996"/>
              <a:gd name="connsiteX34" fmla="*/ 92472 w 611925"/>
              <a:gd name="connsiteY34" fmla="*/ 471172 h 611996"/>
              <a:gd name="connsiteX35" fmla="*/ 92472 w 611925"/>
              <a:gd name="connsiteY35" fmla="*/ 456772 h 611996"/>
              <a:gd name="connsiteX36" fmla="*/ 88031 w 611925"/>
              <a:gd name="connsiteY36" fmla="*/ 446048 h 611996"/>
              <a:gd name="connsiteX37" fmla="*/ 65506 w 611925"/>
              <a:gd name="connsiteY37" fmla="*/ 423521 h 611996"/>
              <a:gd name="connsiteX38" fmla="*/ 61064 w 611925"/>
              <a:gd name="connsiteY38" fmla="*/ 412797 h 611996"/>
              <a:gd name="connsiteX39" fmla="*/ 61064 w 611925"/>
              <a:gd name="connsiteY39" fmla="*/ 356256 h 611996"/>
              <a:gd name="connsiteX40" fmla="*/ 65506 w 611925"/>
              <a:gd name="connsiteY40" fmla="*/ 345532 h 611996"/>
              <a:gd name="connsiteX41" fmla="*/ 94312 w 611925"/>
              <a:gd name="connsiteY41" fmla="*/ 316723 h 611996"/>
              <a:gd name="connsiteX42" fmla="*/ 105035 w 611925"/>
              <a:gd name="connsiteY42" fmla="*/ 312281 h 611996"/>
              <a:gd name="connsiteX43" fmla="*/ 123879 w 611925"/>
              <a:gd name="connsiteY43" fmla="*/ 312281 h 611996"/>
              <a:gd name="connsiteX44" fmla="*/ 134602 w 611925"/>
              <a:gd name="connsiteY44" fmla="*/ 316723 h 611996"/>
              <a:gd name="connsiteX45" fmla="*/ 194815 w 611925"/>
              <a:gd name="connsiteY45" fmla="*/ 376942 h 611996"/>
              <a:gd name="connsiteX46" fmla="*/ 205538 w 611925"/>
              <a:gd name="connsiteY46" fmla="*/ 381384 h 611996"/>
              <a:gd name="connsiteX47" fmla="*/ 230666 w 611925"/>
              <a:gd name="connsiteY47" fmla="*/ 381384 h 611996"/>
              <a:gd name="connsiteX48" fmla="*/ 236948 w 611925"/>
              <a:gd name="connsiteY48" fmla="*/ 387666 h 611996"/>
              <a:gd name="connsiteX49" fmla="*/ 236948 w 611925"/>
              <a:gd name="connsiteY49" fmla="*/ 446714 h 611996"/>
              <a:gd name="connsiteX50" fmla="*/ 232506 w 611925"/>
              <a:gd name="connsiteY50" fmla="*/ 457438 h 611996"/>
              <a:gd name="connsiteX51" fmla="*/ 206209 w 611925"/>
              <a:gd name="connsiteY51" fmla="*/ 483732 h 611996"/>
              <a:gd name="connsiteX52" fmla="*/ 201768 w 611925"/>
              <a:gd name="connsiteY52" fmla="*/ 494456 h 611996"/>
              <a:gd name="connsiteX53" fmla="*/ 201768 w 611925"/>
              <a:gd name="connsiteY53" fmla="*/ 517074 h 611996"/>
              <a:gd name="connsiteX54" fmla="*/ 197327 w 611925"/>
              <a:gd name="connsiteY54" fmla="*/ 527798 h 611996"/>
              <a:gd name="connsiteX55" fmla="*/ 180191 w 611925"/>
              <a:gd name="connsiteY55" fmla="*/ 544939 h 611996"/>
              <a:gd name="connsiteX56" fmla="*/ 92472 w 611925"/>
              <a:gd name="connsiteY56" fmla="*/ 471172 h 611996"/>
              <a:gd name="connsiteX57" fmla="*/ 431774 w 611925"/>
              <a:gd name="connsiteY57" fmla="*/ 544814 h 611996"/>
              <a:gd name="connsiteX58" fmla="*/ 417264 w 611925"/>
              <a:gd name="connsiteY58" fmla="*/ 530312 h 611996"/>
              <a:gd name="connsiteX59" fmla="*/ 412823 w 611925"/>
              <a:gd name="connsiteY59" fmla="*/ 519588 h 611996"/>
              <a:gd name="connsiteX60" fmla="*/ 412823 w 611925"/>
              <a:gd name="connsiteY60" fmla="*/ 425350 h 611996"/>
              <a:gd name="connsiteX61" fmla="*/ 408382 w 611925"/>
              <a:gd name="connsiteY61" fmla="*/ 414627 h 611996"/>
              <a:gd name="connsiteX62" fmla="*/ 379575 w 611925"/>
              <a:gd name="connsiteY62" fmla="*/ 385818 h 611996"/>
              <a:gd name="connsiteX63" fmla="*/ 368853 w 611925"/>
              <a:gd name="connsiteY63" fmla="*/ 381375 h 611996"/>
              <a:gd name="connsiteX64" fmla="*/ 306041 w 611925"/>
              <a:gd name="connsiteY64" fmla="*/ 381375 h 611996"/>
              <a:gd name="connsiteX65" fmla="*/ 299759 w 611925"/>
              <a:gd name="connsiteY65" fmla="*/ 375093 h 611996"/>
              <a:gd name="connsiteX66" fmla="*/ 299759 w 611925"/>
              <a:gd name="connsiteY66" fmla="*/ 318561 h 611996"/>
              <a:gd name="connsiteX67" fmla="*/ 304200 w 611925"/>
              <a:gd name="connsiteY67" fmla="*/ 307837 h 611996"/>
              <a:gd name="connsiteX68" fmla="*/ 333006 w 611925"/>
              <a:gd name="connsiteY68" fmla="*/ 279028 h 611996"/>
              <a:gd name="connsiteX69" fmla="*/ 343729 w 611925"/>
              <a:gd name="connsiteY69" fmla="*/ 274586 h 611996"/>
              <a:gd name="connsiteX70" fmla="*/ 406544 w 611925"/>
              <a:gd name="connsiteY70" fmla="*/ 274586 h 611996"/>
              <a:gd name="connsiteX71" fmla="*/ 417264 w 611925"/>
              <a:gd name="connsiteY71" fmla="*/ 270144 h 611996"/>
              <a:gd name="connsiteX72" fmla="*/ 446070 w 611925"/>
              <a:gd name="connsiteY72" fmla="*/ 241335 h 611996"/>
              <a:gd name="connsiteX73" fmla="*/ 456793 w 611925"/>
              <a:gd name="connsiteY73" fmla="*/ 236893 h 611996"/>
              <a:gd name="connsiteX74" fmla="*/ 475638 w 611925"/>
              <a:gd name="connsiteY74" fmla="*/ 236893 h 611996"/>
              <a:gd name="connsiteX75" fmla="*/ 481919 w 611925"/>
              <a:gd name="connsiteY75" fmla="*/ 230611 h 611996"/>
              <a:gd name="connsiteX76" fmla="*/ 481919 w 611925"/>
              <a:gd name="connsiteY76" fmla="*/ 211766 h 611996"/>
              <a:gd name="connsiteX77" fmla="*/ 475638 w 611925"/>
              <a:gd name="connsiteY77" fmla="*/ 205484 h 611996"/>
              <a:gd name="connsiteX78" fmla="*/ 456795 w 611925"/>
              <a:gd name="connsiteY78" fmla="*/ 205484 h 611996"/>
              <a:gd name="connsiteX79" fmla="*/ 446072 w 611925"/>
              <a:gd name="connsiteY79" fmla="*/ 209925 h 611996"/>
              <a:gd name="connsiteX80" fmla="*/ 417264 w 611925"/>
              <a:gd name="connsiteY80" fmla="*/ 238735 h 611996"/>
              <a:gd name="connsiteX81" fmla="*/ 406541 w 611925"/>
              <a:gd name="connsiteY81" fmla="*/ 243176 h 611996"/>
              <a:gd name="connsiteX82" fmla="*/ 344071 w 611925"/>
              <a:gd name="connsiteY82" fmla="*/ 243170 h 611996"/>
              <a:gd name="connsiteX83" fmla="*/ 337789 w 611925"/>
              <a:gd name="connsiteY83" fmla="*/ 236888 h 611996"/>
              <a:gd name="connsiteX84" fmla="*/ 337789 w 611925"/>
              <a:gd name="connsiteY84" fmla="*/ 211760 h 611996"/>
              <a:gd name="connsiteX85" fmla="*/ 342212 w 611925"/>
              <a:gd name="connsiteY85" fmla="*/ 201018 h 611996"/>
              <a:gd name="connsiteX86" fmla="*/ 370711 w 611925"/>
              <a:gd name="connsiteY86" fmla="*/ 172246 h 611996"/>
              <a:gd name="connsiteX87" fmla="*/ 381416 w 611925"/>
              <a:gd name="connsiteY87" fmla="*/ 167785 h 611996"/>
              <a:gd name="connsiteX88" fmla="*/ 437948 w 611925"/>
              <a:gd name="connsiteY88" fmla="*/ 167785 h 611996"/>
              <a:gd name="connsiteX89" fmla="*/ 444231 w 611925"/>
              <a:gd name="connsiteY89" fmla="*/ 161503 h 611996"/>
              <a:gd name="connsiteX90" fmla="*/ 444231 w 611925"/>
              <a:gd name="connsiteY90" fmla="*/ 142656 h 611996"/>
              <a:gd name="connsiteX91" fmla="*/ 437948 w 611925"/>
              <a:gd name="connsiteY91" fmla="*/ 136374 h 611996"/>
              <a:gd name="connsiteX92" fmla="*/ 412821 w 611925"/>
              <a:gd name="connsiteY92" fmla="*/ 136374 h 611996"/>
              <a:gd name="connsiteX93" fmla="*/ 406539 w 611925"/>
              <a:gd name="connsiteY93" fmla="*/ 130092 h 611996"/>
              <a:gd name="connsiteX94" fmla="*/ 406539 w 611925"/>
              <a:gd name="connsiteY94" fmla="*/ 104964 h 611996"/>
              <a:gd name="connsiteX95" fmla="*/ 412821 w 611925"/>
              <a:gd name="connsiteY95" fmla="*/ 98682 h 611996"/>
              <a:gd name="connsiteX96" fmla="*/ 478929 w 611925"/>
              <a:gd name="connsiteY96" fmla="*/ 98689 h 611996"/>
              <a:gd name="connsiteX97" fmla="*/ 575893 w 611925"/>
              <a:gd name="connsiteY97" fmla="*/ 299470 h 611996"/>
              <a:gd name="connsiteX98" fmla="*/ 555454 w 611925"/>
              <a:gd name="connsiteY98" fmla="*/ 279029 h 611996"/>
              <a:gd name="connsiteX99" fmla="*/ 544731 w 611925"/>
              <a:gd name="connsiteY99" fmla="*/ 274587 h 611996"/>
              <a:gd name="connsiteX100" fmla="*/ 525891 w 611925"/>
              <a:gd name="connsiteY100" fmla="*/ 274587 h 611996"/>
              <a:gd name="connsiteX101" fmla="*/ 519609 w 611925"/>
              <a:gd name="connsiteY101" fmla="*/ 280869 h 611996"/>
              <a:gd name="connsiteX102" fmla="*/ 519609 w 611925"/>
              <a:gd name="connsiteY102" fmla="*/ 306000 h 611996"/>
              <a:gd name="connsiteX103" fmla="*/ 524050 w 611925"/>
              <a:gd name="connsiteY103" fmla="*/ 316724 h 611996"/>
              <a:gd name="connsiteX104" fmla="*/ 546576 w 611925"/>
              <a:gd name="connsiteY104" fmla="*/ 339242 h 611996"/>
              <a:gd name="connsiteX105" fmla="*/ 551017 w 611925"/>
              <a:gd name="connsiteY105" fmla="*/ 349965 h 611996"/>
              <a:gd name="connsiteX106" fmla="*/ 551017 w 611925"/>
              <a:gd name="connsiteY106" fmla="*/ 375093 h 611996"/>
              <a:gd name="connsiteX107" fmla="*/ 546576 w 611925"/>
              <a:gd name="connsiteY107" fmla="*/ 385818 h 611996"/>
              <a:gd name="connsiteX108" fmla="*/ 524050 w 611925"/>
              <a:gd name="connsiteY108" fmla="*/ 408344 h 611996"/>
              <a:gd name="connsiteX109" fmla="*/ 519609 w 611925"/>
              <a:gd name="connsiteY109" fmla="*/ 419068 h 611996"/>
              <a:gd name="connsiteX110" fmla="*/ 519609 w 611925"/>
              <a:gd name="connsiteY110" fmla="*/ 470764 h 611996"/>
              <a:gd name="connsiteX111" fmla="*/ 431774 w 611925"/>
              <a:gd name="connsiteY111" fmla="*/ 544814 h 61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11925" h="611996">
                <a:moveTo>
                  <a:pt x="307999" y="6"/>
                </a:moveTo>
                <a:cubicBezTo>
                  <a:pt x="307320" y="0"/>
                  <a:pt x="305913" y="0"/>
                  <a:pt x="305913" y="0"/>
                </a:cubicBezTo>
                <a:cubicBezTo>
                  <a:pt x="137889" y="12"/>
                  <a:pt x="1112" y="135661"/>
                  <a:pt x="7" y="303959"/>
                </a:cubicBezTo>
                <a:cubicBezTo>
                  <a:pt x="-1128" y="472956"/>
                  <a:pt x="134937" y="610864"/>
                  <a:pt x="303923" y="611994"/>
                </a:cubicBezTo>
                <a:cubicBezTo>
                  <a:pt x="304617" y="612000"/>
                  <a:pt x="305298" y="611994"/>
                  <a:pt x="305990" y="611994"/>
                </a:cubicBezTo>
                <a:cubicBezTo>
                  <a:pt x="474015" y="611994"/>
                  <a:pt x="610785" y="476327"/>
                  <a:pt x="611919" y="308035"/>
                </a:cubicBezTo>
                <a:cubicBezTo>
                  <a:pt x="613032" y="139032"/>
                  <a:pt x="476967" y="1130"/>
                  <a:pt x="307999" y="6"/>
                </a:cubicBezTo>
                <a:close/>
                <a:moveTo>
                  <a:pt x="274632" y="37760"/>
                </a:moveTo>
                <a:lnTo>
                  <a:pt x="274632" y="54707"/>
                </a:lnTo>
                <a:cubicBezTo>
                  <a:pt x="274417" y="58685"/>
                  <a:pt x="272850" y="62469"/>
                  <a:pt x="270190" y="65435"/>
                </a:cubicBezTo>
                <a:lnTo>
                  <a:pt x="241384" y="94244"/>
                </a:lnTo>
                <a:cubicBezTo>
                  <a:pt x="238420" y="96902"/>
                  <a:pt x="234638" y="98469"/>
                  <a:pt x="230662" y="98685"/>
                </a:cubicBezTo>
                <a:lnTo>
                  <a:pt x="174130" y="98685"/>
                </a:lnTo>
                <a:cubicBezTo>
                  <a:pt x="170666" y="98696"/>
                  <a:pt x="167859" y="101503"/>
                  <a:pt x="167848" y="104967"/>
                </a:cubicBezTo>
                <a:lnTo>
                  <a:pt x="167848" y="130095"/>
                </a:lnTo>
                <a:cubicBezTo>
                  <a:pt x="167859" y="133561"/>
                  <a:pt x="170665" y="136367"/>
                  <a:pt x="174130" y="136377"/>
                </a:cubicBezTo>
                <a:lnTo>
                  <a:pt x="230663" y="136377"/>
                </a:lnTo>
                <a:cubicBezTo>
                  <a:pt x="234128" y="136389"/>
                  <a:pt x="236934" y="139195"/>
                  <a:pt x="236945" y="142659"/>
                </a:cubicBezTo>
                <a:lnTo>
                  <a:pt x="236945" y="167794"/>
                </a:lnTo>
                <a:cubicBezTo>
                  <a:pt x="236935" y="171259"/>
                  <a:pt x="234129" y="174066"/>
                  <a:pt x="230663" y="174076"/>
                </a:cubicBezTo>
                <a:lnTo>
                  <a:pt x="205535" y="174076"/>
                </a:lnTo>
                <a:cubicBezTo>
                  <a:pt x="201560" y="174293"/>
                  <a:pt x="197777" y="175859"/>
                  <a:pt x="194812" y="178518"/>
                </a:cubicBezTo>
                <a:lnTo>
                  <a:pt x="172288" y="201045"/>
                </a:lnTo>
                <a:cubicBezTo>
                  <a:pt x="169630" y="204009"/>
                  <a:pt x="168063" y="207793"/>
                  <a:pt x="167846" y="211769"/>
                </a:cubicBezTo>
                <a:lnTo>
                  <a:pt x="167846" y="236897"/>
                </a:lnTo>
                <a:cubicBezTo>
                  <a:pt x="167631" y="240872"/>
                  <a:pt x="166064" y="244656"/>
                  <a:pt x="163405" y="247620"/>
                </a:cubicBezTo>
                <a:lnTo>
                  <a:pt x="140882" y="270144"/>
                </a:lnTo>
                <a:cubicBezTo>
                  <a:pt x="137918" y="272802"/>
                  <a:pt x="134136" y="274369"/>
                  <a:pt x="130160" y="274586"/>
                </a:cubicBezTo>
                <a:lnTo>
                  <a:pt x="105032" y="274586"/>
                </a:lnTo>
                <a:cubicBezTo>
                  <a:pt x="101056" y="274369"/>
                  <a:pt x="97273" y="272802"/>
                  <a:pt x="94309" y="270144"/>
                </a:cubicBezTo>
                <a:lnTo>
                  <a:pt x="71785" y="247617"/>
                </a:lnTo>
                <a:cubicBezTo>
                  <a:pt x="68820" y="244958"/>
                  <a:pt x="65037" y="243392"/>
                  <a:pt x="61062" y="243175"/>
                </a:cubicBezTo>
                <a:lnTo>
                  <a:pt x="43350" y="243175"/>
                </a:lnTo>
                <a:cubicBezTo>
                  <a:pt x="69468" y="134436"/>
                  <a:pt x="161672" y="50934"/>
                  <a:pt x="274632" y="37760"/>
                </a:cubicBezTo>
                <a:close/>
                <a:moveTo>
                  <a:pt x="92472" y="471172"/>
                </a:moveTo>
                <a:lnTo>
                  <a:pt x="92472" y="456772"/>
                </a:lnTo>
                <a:cubicBezTo>
                  <a:pt x="92256" y="452796"/>
                  <a:pt x="90689" y="449013"/>
                  <a:pt x="88031" y="446048"/>
                </a:cubicBezTo>
                <a:lnTo>
                  <a:pt x="65506" y="423521"/>
                </a:lnTo>
                <a:cubicBezTo>
                  <a:pt x="62847" y="420556"/>
                  <a:pt x="61280" y="416773"/>
                  <a:pt x="61064" y="412797"/>
                </a:cubicBezTo>
                <a:lnTo>
                  <a:pt x="61064" y="356256"/>
                </a:lnTo>
                <a:cubicBezTo>
                  <a:pt x="61280" y="352280"/>
                  <a:pt x="62848" y="348497"/>
                  <a:pt x="65506" y="345532"/>
                </a:cubicBezTo>
                <a:lnTo>
                  <a:pt x="94312" y="316723"/>
                </a:lnTo>
                <a:cubicBezTo>
                  <a:pt x="97276" y="314065"/>
                  <a:pt x="101059" y="312498"/>
                  <a:pt x="105035" y="312281"/>
                </a:cubicBezTo>
                <a:lnTo>
                  <a:pt x="123879" y="312281"/>
                </a:lnTo>
                <a:cubicBezTo>
                  <a:pt x="127855" y="312498"/>
                  <a:pt x="131637" y="314065"/>
                  <a:pt x="134602" y="316723"/>
                </a:cubicBezTo>
                <a:lnTo>
                  <a:pt x="194815" y="376942"/>
                </a:lnTo>
                <a:cubicBezTo>
                  <a:pt x="197780" y="379601"/>
                  <a:pt x="201562" y="381167"/>
                  <a:pt x="205538" y="381384"/>
                </a:cubicBezTo>
                <a:lnTo>
                  <a:pt x="230666" y="381384"/>
                </a:lnTo>
                <a:cubicBezTo>
                  <a:pt x="234131" y="381396"/>
                  <a:pt x="236937" y="384201"/>
                  <a:pt x="236948" y="387666"/>
                </a:cubicBezTo>
                <a:lnTo>
                  <a:pt x="236948" y="446714"/>
                </a:lnTo>
                <a:cubicBezTo>
                  <a:pt x="236731" y="450690"/>
                  <a:pt x="235164" y="454473"/>
                  <a:pt x="232506" y="457438"/>
                </a:cubicBezTo>
                <a:lnTo>
                  <a:pt x="206209" y="483732"/>
                </a:lnTo>
                <a:cubicBezTo>
                  <a:pt x="203548" y="486695"/>
                  <a:pt x="201981" y="490479"/>
                  <a:pt x="201768" y="494456"/>
                </a:cubicBezTo>
                <a:lnTo>
                  <a:pt x="201768" y="517074"/>
                </a:lnTo>
                <a:cubicBezTo>
                  <a:pt x="201551" y="521050"/>
                  <a:pt x="199984" y="524833"/>
                  <a:pt x="197327" y="527798"/>
                </a:cubicBezTo>
                <a:lnTo>
                  <a:pt x="180191" y="544939"/>
                </a:lnTo>
                <a:cubicBezTo>
                  <a:pt x="146040" y="526864"/>
                  <a:pt x="116136" y="501716"/>
                  <a:pt x="92472" y="471172"/>
                </a:cubicBezTo>
                <a:close/>
                <a:moveTo>
                  <a:pt x="431774" y="544814"/>
                </a:moveTo>
                <a:lnTo>
                  <a:pt x="417264" y="530312"/>
                </a:lnTo>
                <a:cubicBezTo>
                  <a:pt x="414605" y="527347"/>
                  <a:pt x="413038" y="523564"/>
                  <a:pt x="412823" y="519588"/>
                </a:cubicBezTo>
                <a:lnTo>
                  <a:pt x="412823" y="425350"/>
                </a:lnTo>
                <a:cubicBezTo>
                  <a:pt x="412607" y="421374"/>
                  <a:pt x="411040" y="417591"/>
                  <a:pt x="408382" y="414627"/>
                </a:cubicBezTo>
                <a:lnTo>
                  <a:pt x="379575" y="385818"/>
                </a:lnTo>
                <a:cubicBezTo>
                  <a:pt x="376611" y="383160"/>
                  <a:pt x="372829" y="381592"/>
                  <a:pt x="368853" y="381375"/>
                </a:cubicBezTo>
                <a:lnTo>
                  <a:pt x="306041" y="381375"/>
                </a:lnTo>
                <a:cubicBezTo>
                  <a:pt x="302576" y="381365"/>
                  <a:pt x="299769" y="378559"/>
                  <a:pt x="299759" y="375093"/>
                </a:cubicBezTo>
                <a:lnTo>
                  <a:pt x="299759" y="318561"/>
                </a:lnTo>
                <a:cubicBezTo>
                  <a:pt x="299975" y="314585"/>
                  <a:pt x="301542" y="310802"/>
                  <a:pt x="304200" y="307837"/>
                </a:cubicBezTo>
                <a:lnTo>
                  <a:pt x="333006" y="279028"/>
                </a:lnTo>
                <a:cubicBezTo>
                  <a:pt x="335971" y="276370"/>
                  <a:pt x="339753" y="274803"/>
                  <a:pt x="343729" y="274586"/>
                </a:cubicBezTo>
                <a:lnTo>
                  <a:pt x="406544" y="274586"/>
                </a:lnTo>
                <a:cubicBezTo>
                  <a:pt x="410519" y="274369"/>
                  <a:pt x="414300" y="272802"/>
                  <a:pt x="417264" y="270144"/>
                </a:cubicBezTo>
                <a:lnTo>
                  <a:pt x="446070" y="241335"/>
                </a:lnTo>
                <a:cubicBezTo>
                  <a:pt x="449034" y="238676"/>
                  <a:pt x="452817" y="237110"/>
                  <a:pt x="456793" y="236893"/>
                </a:cubicBezTo>
                <a:lnTo>
                  <a:pt x="475638" y="236893"/>
                </a:lnTo>
                <a:cubicBezTo>
                  <a:pt x="479103" y="236883"/>
                  <a:pt x="481910" y="234076"/>
                  <a:pt x="481919" y="230611"/>
                </a:cubicBezTo>
                <a:lnTo>
                  <a:pt x="481919" y="211766"/>
                </a:lnTo>
                <a:cubicBezTo>
                  <a:pt x="481908" y="208301"/>
                  <a:pt x="479102" y="205495"/>
                  <a:pt x="475638" y="205484"/>
                </a:cubicBezTo>
                <a:lnTo>
                  <a:pt x="456795" y="205484"/>
                </a:lnTo>
                <a:cubicBezTo>
                  <a:pt x="452819" y="205700"/>
                  <a:pt x="449037" y="207267"/>
                  <a:pt x="446072" y="209925"/>
                </a:cubicBezTo>
                <a:lnTo>
                  <a:pt x="417264" y="238735"/>
                </a:lnTo>
                <a:cubicBezTo>
                  <a:pt x="414299" y="241392"/>
                  <a:pt x="410517" y="242959"/>
                  <a:pt x="406541" y="243176"/>
                </a:cubicBezTo>
                <a:lnTo>
                  <a:pt x="344071" y="243170"/>
                </a:lnTo>
                <a:cubicBezTo>
                  <a:pt x="340605" y="243162"/>
                  <a:pt x="337797" y="240354"/>
                  <a:pt x="337789" y="236888"/>
                </a:cubicBezTo>
                <a:lnTo>
                  <a:pt x="337789" y="211760"/>
                </a:lnTo>
                <a:cubicBezTo>
                  <a:pt x="338004" y="207782"/>
                  <a:pt x="339563" y="203994"/>
                  <a:pt x="342212" y="201018"/>
                </a:cubicBezTo>
                <a:lnTo>
                  <a:pt x="370711" y="172246"/>
                </a:lnTo>
                <a:cubicBezTo>
                  <a:pt x="373663" y="169577"/>
                  <a:pt x="377442" y="168002"/>
                  <a:pt x="381416" y="167785"/>
                </a:cubicBezTo>
                <a:lnTo>
                  <a:pt x="437948" y="167785"/>
                </a:lnTo>
                <a:cubicBezTo>
                  <a:pt x="441414" y="167775"/>
                  <a:pt x="444220" y="164969"/>
                  <a:pt x="444231" y="161503"/>
                </a:cubicBezTo>
                <a:lnTo>
                  <a:pt x="444231" y="142656"/>
                </a:lnTo>
                <a:cubicBezTo>
                  <a:pt x="444220" y="139192"/>
                  <a:pt x="441413" y="136385"/>
                  <a:pt x="437948" y="136374"/>
                </a:cubicBezTo>
                <a:lnTo>
                  <a:pt x="412821" y="136374"/>
                </a:lnTo>
                <a:cubicBezTo>
                  <a:pt x="409355" y="136364"/>
                  <a:pt x="406549" y="133558"/>
                  <a:pt x="406539" y="130092"/>
                </a:cubicBezTo>
                <a:lnTo>
                  <a:pt x="406539" y="104964"/>
                </a:lnTo>
                <a:cubicBezTo>
                  <a:pt x="406550" y="101500"/>
                  <a:pt x="409356" y="98694"/>
                  <a:pt x="412821" y="98682"/>
                </a:cubicBezTo>
                <a:lnTo>
                  <a:pt x="478929" y="98689"/>
                </a:lnTo>
                <a:cubicBezTo>
                  <a:pt x="536726" y="147007"/>
                  <a:pt x="573969" y="218993"/>
                  <a:pt x="575893" y="299470"/>
                </a:cubicBezTo>
                <a:lnTo>
                  <a:pt x="555454" y="279029"/>
                </a:lnTo>
                <a:cubicBezTo>
                  <a:pt x="552490" y="276371"/>
                  <a:pt x="548707" y="274804"/>
                  <a:pt x="544731" y="274587"/>
                </a:cubicBezTo>
                <a:lnTo>
                  <a:pt x="525891" y="274587"/>
                </a:lnTo>
                <a:cubicBezTo>
                  <a:pt x="522427" y="274598"/>
                  <a:pt x="519620" y="277404"/>
                  <a:pt x="519609" y="280869"/>
                </a:cubicBezTo>
                <a:lnTo>
                  <a:pt x="519609" y="306000"/>
                </a:lnTo>
                <a:cubicBezTo>
                  <a:pt x="519825" y="309976"/>
                  <a:pt x="521391" y="313759"/>
                  <a:pt x="524050" y="316724"/>
                </a:cubicBezTo>
                <a:lnTo>
                  <a:pt x="546576" y="339242"/>
                </a:lnTo>
                <a:cubicBezTo>
                  <a:pt x="549234" y="342207"/>
                  <a:pt x="550801" y="345990"/>
                  <a:pt x="551017" y="349965"/>
                </a:cubicBezTo>
                <a:lnTo>
                  <a:pt x="551017" y="375093"/>
                </a:lnTo>
                <a:cubicBezTo>
                  <a:pt x="550801" y="379070"/>
                  <a:pt x="549235" y="382854"/>
                  <a:pt x="546576" y="385818"/>
                </a:cubicBezTo>
                <a:lnTo>
                  <a:pt x="524050" y="408344"/>
                </a:lnTo>
                <a:cubicBezTo>
                  <a:pt x="521392" y="411309"/>
                  <a:pt x="519825" y="415092"/>
                  <a:pt x="519609" y="419068"/>
                </a:cubicBezTo>
                <a:lnTo>
                  <a:pt x="519609" y="470764"/>
                </a:lnTo>
                <a:cubicBezTo>
                  <a:pt x="495921" y="501404"/>
                  <a:pt x="465979" y="526648"/>
                  <a:pt x="431774" y="544814"/>
                </a:cubicBezTo>
                <a:close/>
              </a:path>
            </a:pathLst>
          </a:custGeom>
          <a:solidFill>
            <a:schemeClr val="bg1"/>
          </a:solidFill>
          <a:ln w="714" cap="flat">
            <a:noFill/>
            <a:prstDash val="solid"/>
            <a:miter/>
          </a:ln>
        </p:spPr>
        <p:txBody>
          <a:bodyPr rtlCol="0" anchor="ctr"/>
          <a:lstStyle/>
          <a:p>
            <a:endParaRPr lang="de-DE" sz="1275"/>
          </a:p>
        </p:txBody>
      </p:sp>
      <p:sp>
        <p:nvSpPr>
          <p:cNvPr id="65" name="Grafik 35">
            <a:extLst>
              <a:ext uri="{FF2B5EF4-FFF2-40B4-BE49-F238E27FC236}">
                <a16:creationId xmlns:a16="http://schemas.microsoft.com/office/drawing/2014/main" id="{C1278255-071B-43CF-ACBD-F8FB706DD9E7}"/>
              </a:ext>
            </a:extLst>
          </p:cNvPr>
          <p:cNvSpPr/>
          <p:nvPr userDrawn="1"/>
        </p:nvSpPr>
        <p:spPr>
          <a:xfrm>
            <a:off x="1634245" y="4186140"/>
            <a:ext cx="418500" cy="418500"/>
          </a:xfrm>
          <a:custGeom>
            <a:avLst/>
            <a:gdLst>
              <a:gd name="connsiteX0" fmla="*/ 306000 w 612000"/>
              <a:gd name="connsiteY0" fmla="*/ 0 h 612000"/>
              <a:gd name="connsiteX1" fmla="*/ 0 w 612000"/>
              <a:gd name="connsiteY1" fmla="*/ 306000 h 612000"/>
              <a:gd name="connsiteX2" fmla="*/ 306000 w 612000"/>
              <a:gd name="connsiteY2" fmla="*/ 612000 h 612000"/>
              <a:gd name="connsiteX3" fmla="*/ 612000 w 612000"/>
              <a:gd name="connsiteY3" fmla="*/ 306000 h 612000"/>
              <a:gd name="connsiteX4" fmla="*/ 306000 w 612000"/>
              <a:gd name="connsiteY4" fmla="*/ 0 h 612000"/>
              <a:gd name="connsiteX5" fmla="*/ 179662 w 612000"/>
              <a:gd name="connsiteY5" fmla="*/ 524128 h 612000"/>
              <a:gd name="connsiteX6" fmla="*/ 127809 w 612000"/>
              <a:gd name="connsiteY6" fmla="*/ 484191 h 612000"/>
              <a:gd name="connsiteX7" fmla="*/ 125610 w 612000"/>
              <a:gd name="connsiteY7" fmla="*/ 482286 h 612000"/>
              <a:gd name="connsiteX8" fmla="*/ 125610 w 612000"/>
              <a:gd name="connsiteY8" fmla="*/ 451872 h 612000"/>
              <a:gd name="connsiteX9" fmla="*/ 179662 w 612000"/>
              <a:gd name="connsiteY9" fmla="*/ 397817 h 612000"/>
              <a:gd name="connsiteX10" fmla="*/ 179662 w 612000"/>
              <a:gd name="connsiteY10" fmla="*/ 524128 h 612000"/>
              <a:gd name="connsiteX11" fmla="*/ 287662 w 612000"/>
              <a:gd name="connsiteY11" fmla="*/ 557307 h 612000"/>
              <a:gd name="connsiteX12" fmla="*/ 233637 w 612000"/>
              <a:gd name="connsiteY12" fmla="*/ 547428 h 612000"/>
              <a:gd name="connsiteX13" fmla="*/ 233637 w 612000"/>
              <a:gd name="connsiteY13" fmla="*/ 363240 h 612000"/>
              <a:gd name="connsiteX14" fmla="*/ 275685 w 612000"/>
              <a:gd name="connsiteY14" fmla="*/ 405229 h 612000"/>
              <a:gd name="connsiteX15" fmla="*/ 287675 w 612000"/>
              <a:gd name="connsiteY15" fmla="*/ 417435 h 612000"/>
              <a:gd name="connsiteX16" fmla="*/ 395640 w 612000"/>
              <a:gd name="connsiteY16" fmla="*/ 541451 h 612000"/>
              <a:gd name="connsiteX17" fmla="*/ 341928 w 612000"/>
              <a:gd name="connsiteY17" fmla="*/ 555460 h 612000"/>
              <a:gd name="connsiteX18" fmla="*/ 341618 w 612000"/>
              <a:gd name="connsiteY18" fmla="*/ 380023 h 612000"/>
              <a:gd name="connsiteX19" fmla="*/ 395640 w 612000"/>
              <a:gd name="connsiteY19" fmla="*/ 325800 h 612000"/>
              <a:gd name="connsiteX20" fmla="*/ 395640 w 612000"/>
              <a:gd name="connsiteY20" fmla="*/ 541451 h 612000"/>
              <a:gd name="connsiteX21" fmla="*/ 503629 w 612000"/>
              <a:gd name="connsiteY21" fmla="*/ 461922 h 612000"/>
              <a:gd name="connsiteX22" fmla="*/ 484189 w 612000"/>
              <a:gd name="connsiteY22" fmla="*/ 484191 h 612000"/>
              <a:gd name="connsiteX23" fmla="*/ 449616 w 612000"/>
              <a:gd name="connsiteY23" fmla="*/ 513135 h 612000"/>
              <a:gd name="connsiteX24" fmla="*/ 449640 w 612000"/>
              <a:gd name="connsiteY24" fmla="*/ 292674 h 612000"/>
              <a:gd name="connsiteX25" fmla="*/ 457910 w 612000"/>
              <a:gd name="connsiteY25" fmla="*/ 300640 h 612000"/>
              <a:gd name="connsiteX26" fmla="*/ 483636 w 612000"/>
              <a:gd name="connsiteY26" fmla="*/ 326364 h 612000"/>
              <a:gd name="connsiteX27" fmla="*/ 503626 w 612000"/>
              <a:gd name="connsiteY27" fmla="*/ 346756 h 612000"/>
              <a:gd name="connsiteX28" fmla="*/ 503655 w 612000"/>
              <a:gd name="connsiteY28" fmla="*/ 306000 h 612000"/>
              <a:gd name="connsiteX29" fmla="*/ 439456 w 612000"/>
              <a:gd name="connsiteY29" fmla="*/ 241456 h 612000"/>
              <a:gd name="connsiteX30" fmla="*/ 296045 w 612000"/>
              <a:gd name="connsiteY30" fmla="*/ 384865 h 612000"/>
              <a:gd name="connsiteX31" fmla="*/ 224045 w 612000"/>
              <a:gd name="connsiteY31" fmla="*/ 312865 h 612000"/>
              <a:gd name="connsiteX32" fmla="*/ 94229 w 612000"/>
              <a:gd name="connsiteY32" fmla="*/ 442681 h 612000"/>
              <a:gd name="connsiteX33" fmla="*/ 62801 w 612000"/>
              <a:gd name="connsiteY33" fmla="*/ 372288 h 612000"/>
              <a:gd name="connsiteX34" fmla="*/ 224045 w 612000"/>
              <a:gd name="connsiteY34" fmla="*/ 211042 h 612000"/>
              <a:gd name="connsiteX35" fmla="*/ 296045 w 612000"/>
              <a:gd name="connsiteY35" fmla="*/ 283042 h 612000"/>
              <a:gd name="connsiteX36" fmla="*/ 388544 w 612000"/>
              <a:gd name="connsiteY36" fmla="*/ 190544 h 612000"/>
              <a:gd name="connsiteX37" fmla="*/ 324255 w 612000"/>
              <a:gd name="connsiteY37" fmla="*/ 126340 h 612000"/>
              <a:gd name="connsiteX38" fmla="*/ 485618 w 612000"/>
              <a:gd name="connsiteY38" fmla="*/ 126382 h 612000"/>
              <a:gd name="connsiteX39" fmla="*/ 503668 w 612000"/>
              <a:gd name="connsiteY39" fmla="*/ 144332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2000" h="612000">
                <a:moveTo>
                  <a:pt x="306000" y="0"/>
                </a:moveTo>
                <a:cubicBezTo>
                  <a:pt x="137001" y="0"/>
                  <a:pt x="0" y="137001"/>
                  <a:pt x="0" y="306000"/>
                </a:cubicBezTo>
                <a:cubicBezTo>
                  <a:pt x="0" y="474999"/>
                  <a:pt x="137001" y="612000"/>
                  <a:pt x="306000" y="612000"/>
                </a:cubicBezTo>
                <a:cubicBezTo>
                  <a:pt x="474999" y="612000"/>
                  <a:pt x="612000" y="474999"/>
                  <a:pt x="612000" y="306000"/>
                </a:cubicBezTo>
                <a:cubicBezTo>
                  <a:pt x="612000" y="137001"/>
                  <a:pt x="474999" y="0"/>
                  <a:pt x="306000" y="0"/>
                </a:cubicBezTo>
                <a:close/>
                <a:moveTo>
                  <a:pt x="179662" y="524128"/>
                </a:moveTo>
                <a:cubicBezTo>
                  <a:pt x="160697" y="513154"/>
                  <a:pt x="143262" y="499725"/>
                  <a:pt x="127809" y="484191"/>
                </a:cubicBezTo>
                <a:cubicBezTo>
                  <a:pt x="127181" y="483562"/>
                  <a:pt x="126232" y="482921"/>
                  <a:pt x="125610" y="482286"/>
                </a:cubicBezTo>
                <a:lnTo>
                  <a:pt x="125610" y="451872"/>
                </a:lnTo>
                <a:lnTo>
                  <a:pt x="179662" y="397817"/>
                </a:lnTo>
                <a:lnTo>
                  <a:pt x="179662" y="524128"/>
                </a:lnTo>
                <a:close/>
                <a:moveTo>
                  <a:pt x="287662" y="557307"/>
                </a:moveTo>
                <a:cubicBezTo>
                  <a:pt x="269346" y="556006"/>
                  <a:pt x="251228" y="552694"/>
                  <a:pt x="233637" y="547428"/>
                </a:cubicBezTo>
                <a:lnTo>
                  <a:pt x="233637" y="363240"/>
                </a:lnTo>
                <a:lnTo>
                  <a:pt x="275685" y="405229"/>
                </a:lnTo>
                <a:lnTo>
                  <a:pt x="287675" y="417435"/>
                </a:lnTo>
                <a:close/>
                <a:moveTo>
                  <a:pt x="395640" y="541451"/>
                </a:moveTo>
                <a:cubicBezTo>
                  <a:pt x="378323" y="548133"/>
                  <a:pt x="360303" y="552833"/>
                  <a:pt x="341928" y="555460"/>
                </a:cubicBezTo>
                <a:lnTo>
                  <a:pt x="341618" y="380023"/>
                </a:lnTo>
                <a:lnTo>
                  <a:pt x="395640" y="325800"/>
                </a:lnTo>
                <a:lnTo>
                  <a:pt x="395640" y="541451"/>
                </a:lnTo>
                <a:close/>
                <a:moveTo>
                  <a:pt x="503629" y="461922"/>
                </a:moveTo>
                <a:cubicBezTo>
                  <a:pt x="497593" y="469721"/>
                  <a:pt x="491102" y="477157"/>
                  <a:pt x="484189" y="484191"/>
                </a:cubicBezTo>
                <a:cubicBezTo>
                  <a:pt x="473528" y="494826"/>
                  <a:pt x="461961" y="504510"/>
                  <a:pt x="449616" y="513135"/>
                </a:cubicBezTo>
                <a:lnTo>
                  <a:pt x="449640" y="292674"/>
                </a:lnTo>
                <a:lnTo>
                  <a:pt x="457910" y="300640"/>
                </a:lnTo>
                <a:lnTo>
                  <a:pt x="483636" y="326364"/>
                </a:lnTo>
                <a:lnTo>
                  <a:pt x="503626" y="346756"/>
                </a:lnTo>
                <a:close/>
                <a:moveTo>
                  <a:pt x="503655" y="306000"/>
                </a:moveTo>
                <a:lnTo>
                  <a:pt x="439456" y="241456"/>
                </a:lnTo>
                <a:lnTo>
                  <a:pt x="296045" y="384865"/>
                </a:lnTo>
                <a:lnTo>
                  <a:pt x="224045" y="312865"/>
                </a:lnTo>
                <a:lnTo>
                  <a:pt x="94229" y="442681"/>
                </a:lnTo>
                <a:cubicBezTo>
                  <a:pt x="80184" y="420979"/>
                  <a:pt x="69582" y="397233"/>
                  <a:pt x="62801" y="372288"/>
                </a:cubicBezTo>
                <a:lnTo>
                  <a:pt x="224045" y="211042"/>
                </a:lnTo>
                <a:lnTo>
                  <a:pt x="296045" y="283042"/>
                </a:lnTo>
                <a:lnTo>
                  <a:pt x="388544" y="190544"/>
                </a:lnTo>
                <a:lnTo>
                  <a:pt x="324255" y="126340"/>
                </a:lnTo>
                <a:lnTo>
                  <a:pt x="485618" y="126382"/>
                </a:lnTo>
                <a:cubicBezTo>
                  <a:pt x="495559" y="126354"/>
                  <a:pt x="503640" y="134391"/>
                  <a:pt x="503668" y="144332"/>
                </a:cubicBezTo>
                <a:close/>
              </a:path>
            </a:pathLst>
          </a:custGeom>
          <a:solidFill>
            <a:schemeClr val="bg1"/>
          </a:solidFill>
          <a:ln w="714" cap="flat">
            <a:noFill/>
            <a:prstDash val="solid"/>
            <a:miter/>
          </a:ln>
        </p:spPr>
        <p:txBody>
          <a:bodyPr rtlCol="0" anchor="ctr"/>
          <a:lstStyle/>
          <a:p>
            <a:endParaRPr lang="de-DE" sz="1275"/>
          </a:p>
        </p:txBody>
      </p:sp>
      <p:sp>
        <p:nvSpPr>
          <p:cNvPr id="66" name="Grafik 36">
            <a:extLst>
              <a:ext uri="{FF2B5EF4-FFF2-40B4-BE49-F238E27FC236}">
                <a16:creationId xmlns:a16="http://schemas.microsoft.com/office/drawing/2014/main" id="{D6BE1275-8340-44FD-B650-73DCFDC238A0}"/>
              </a:ext>
            </a:extLst>
          </p:cNvPr>
          <p:cNvSpPr>
            <a:spLocks noChangeAspect="1"/>
          </p:cNvSpPr>
          <p:nvPr userDrawn="1"/>
        </p:nvSpPr>
        <p:spPr>
          <a:xfrm>
            <a:off x="918631" y="4186140"/>
            <a:ext cx="366883" cy="378000"/>
          </a:xfrm>
          <a:custGeom>
            <a:avLst/>
            <a:gdLst>
              <a:gd name="connsiteX0" fmla="*/ 180000 w 594000"/>
              <a:gd name="connsiteY0" fmla="*/ 576000 h 612000"/>
              <a:gd name="connsiteX1" fmla="*/ 180000 w 594000"/>
              <a:gd name="connsiteY1" fmla="*/ 447696 h 612000"/>
              <a:gd name="connsiteX2" fmla="*/ 126000 w 594000"/>
              <a:gd name="connsiteY2" fmla="*/ 378000 h 612000"/>
              <a:gd name="connsiteX3" fmla="*/ 126000 w 594000"/>
              <a:gd name="connsiteY3" fmla="*/ 297000 h 612000"/>
              <a:gd name="connsiteX4" fmla="*/ 138672 w 594000"/>
              <a:gd name="connsiteY4" fmla="*/ 239832 h 612000"/>
              <a:gd name="connsiteX5" fmla="*/ 61488 w 594000"/>
              <a:gd name="connsiteY5" fmla="*/ 207216 h 612000"/>
              <a:gd name="connsiteX6" fmla="*/ 0 w 594000"/>
              <a:gd name="connsiteY6" fmla="*/ 306000 h 612000"/>
              <a:gd name="connsiteX7" fmla="*/ 0 w 594000"/>
              <a:gd name="connsiteY7" fmla="*/ 391752 h 612000"/>
              <a:gd name="connsiteX8" fmla="*/ 51120 w 594000"/>
              <a:gd name="connsiteY8" fmla="*/ 442800 h 612000"/>
              <a:gd name="connsiteX9" fmla="*/ 51120 w 594000"/>
              <a:gd name="connsiteY9" fmla="*/ 576000 h 612000"/>
              <a:gd name="connsiteX10" fmla="*/ 86616 w 594000"/>
              <a:gd name="connsiteY10" fmla="*/ 612000 h 612000"/>
              <a:gd name="connsiteX11" fmla="*/ 86832 w 594000"/>
              <a:gd name="connsiteY11" fmla="*/ 612000 h 612000"/>
              <a:gd name="connsiteX12" fmla="*/ 193824 w 594000"/>
              <a:gd name="connsiteY12" fmla="*/ 612000 h 612000"/>
              <a:gd name="connsiteX13" fmla="*/ 180000 w 594000"/>
              <a:gd name="connsiteY13" fmla="*/ 576000 h 612000"/>
              <a:gd name="connsiteX14" fmla="*/ 532512 w 594000"/>
              <a:gd name="connsiteY14" fmla="*/ 207144 h 612000"/>
              <a:gd name="connsiteX15" fmla="*/ 455328 w 594000"/>
              <a:gd name="connsiteY15" fmla="*/ 239760 h 612000"/>
              <a:gd name="connsiteX16" fmla="*/ 468000 w 594000"/>
              <a:gd name="connsiteY16" fmla="*/ 296928 h 612000"/>
              <a:gd name="connsiteX17" fmla="*/ 468000 w 594000"/>
              <a:gd name="connsiteY17" fmla="*/ 378000 h 612000"/>
              <a:gd name="connsiteX18" fmla="*/ 414000 w 594000"/>
              <a:gd name="connsiteY18" fmla="*/ 447696 h 612000"/>
              <a:gd name="connsiteX19" fmla="*/ 414000 w 594000"/>
              <a:gd name="connsiteY19" fmla="*/ 576000 h 612000"/>
              <a:gd name="connsiteX20" fmla="*/ 400176 w 594000"/>
              <a:gd name="connsiteY20" fmla="*/ 612000 h 612000"/>
              <a:gd name="connsiteX21" fmla="*/ 507168 w 594000"/>
              <a:gd name="connsiteY21" fmla="*/ 612000 h 612000"/>
              <a:gd name="connsiteX22" fmla="*/ 542880 w 594000"/>
              <a:gd name="connsiteY22" fmla="*/ 576216 h 612000"/>
              <a:gd name="connsiteX23" fmla="*/ 542880 w 594000"/>
              <a:gd name="connsiteY23" fmla="*/ 576000 h 612000"/>
              <a:gd name="connsiteX24" fmla="*/ 542880 w 594000"/>
              <a:gd name="connsiteY24" fmla="*/ 442800 h 612000"/>
              <a:gd name="connsiteX25" fmla="*/ 594000 w 594000"/>
              <a:gd name="connsiteY25" fmla="*/ 391752 h 612000"/>
              <a:gd name="connsiteX26" fmla="*/ 594000 w 594000"/>
              <a:gd name="connsiteY26" fmla="*/ 306000 h 612000"/>
              <a:gd name="connsiteX27" fmla="*/ 532512 w 594000"/>
              <a:gd name="connsiteY27" fmla="*/ 207144 h 612000"/>
              <a:gd name="connsiteX28" fmla="*/ 450000 w 594000"/>
              <a:gd name="connsiteY28" fmla="*/ 36000 h 612000"/>
              <a:gd name="connsiteX29" fmla="*/ 402912 w 594000"/>
              <a:gd name="connsiteY29" fmla="*/ 49248 h 612000"/>
              <a:gd name="connsiteX30" fmla="*/ 404784 w 594000"/>
              <a:gd name="connsiteY30" fmla="*/ 53424 h 612000"/>
              <a:gd name="connsiteX31" fmla="*/ 387360 w 594000"/>
              <a:gd name="connsiteY31" fmla="*/ 173232 h 612000"/>
              <a:gd name="connsiteX32" fmla="*/ 392544 w 594000"/>
              <a:gd name="connsiteY32" fmla="*/ 175824 h 612000"/>
              <a:gd name="connsiteX33" fmla="*/ 440568 w 594000"/>
              <a:gd name="connsiteY33" fmla="*/ 215496 h 612000"/>
              <a:gd name="connsiteX34" fmla="*/ 539424 w 594000"/>
              <a:gd name="connsiteY34" fmla="*/ 135288 h 612000"/>
              <a:gd name="connsiteX35" fmla="*/ 459216 w 594000"/>
              <a:gd name="connsiteY35" fmla="*/ 36432 h 612000"/>
              <a:gd name="connsiteX36" fmla="*/ 450000 w 594000"/>
              <a:gd name="connsiteY36" fmla="*/ 36000 h 612000"/>
              <a:gd name="connsiteX37" fmla="*/ 396000 w 594000"/>
              <a:gd name="connsiteY37" fmla="*/ 99000 h 612000"/>
              <a:gd name="connsiteX38" fmla="*/ 297000 w 594000"/>
              <a:gd name="connsiteY38" fmla="*/ 198000 h 612000"/>
              <a:gd name="connsiteX39" fmla="*/ 198000 w 594000"/>
              <a:gd name="connsiteY39" fmla="*/ 99000 h 612000"/>
              <a:gd name="connsiteX40" fmla="*/ 297000 w 594000"/>
              <a:gd name="connsiteY40" fmla="*/ 0 h 612000"/>
              <a:gd name="connsiteX41" fmla="*/ 396000 w 594000"/>
              <a:gd name="connsiteY41" fmla="*/ 99000 h 612000"/>
              <a:gd name="connsiteX42" fmla="*/ 384624 w 594000"/>
              <a:gd name="connsiteY42" fmla="*/ 192024 h 612000"/>
              <a:gd name="connsiteX43" fmla="*/ 209304 w 594000"/>
              <a:gd name="connsiteY43" fmla="*/ 192024 h 612000"/>
              <a:gd name="connsiteX44" fmla="*/ 144000 w 594000"/>
              <a:gd name="connsiteY44" fmla="*/ 297000 h 612000"/>
              <a:gd name="connsiteX45" fmla="*/ 144000 w 594000"/>
              <a:gd name="connsiteY45" fmla="*/ 378000 h 612000"/>
              <a:gd name="connsiteX46" fmla="*/ 198000 w 594000"/>
              <a:gd name="connsiteY46" fmla="*/ 432000 h 612000"/>
              <a:gd name="connsiteX47" fmla="*/ 198000 w 594000"/>
              <a:gd name="connsiteY47" fmla="*/ 432000 h 612000"/>
              <a:gd name="connsiteX48" fmla="*/ 198000 w 594000"/>
              <a:gd name="connsiteY48" fmla="*/ 576000 h 612000"/>
              <a:gd name="connsiteX49" fmla="*/ 234000 w 594000"/>
              <a:gd name="connsiteY49" fmla="*/ 612000 h 612000"/>
              <a:gd name="connsiteX50" fmla="*/ 360000 w 594000"/>
              <a:gd name="connsiteY50" fmla="*/ 612000 h 612000"/>
              <a:gd name="connsiteX51" fmla="*/ 396000 w 594000"/>
              <a:gd name="connsiteY51" fmla="*/ 576000 h 612000"/>
              <a:gd name="connsiteX52" fmla="*/ 396000 w 594000"/>
              <a:gd name="connsiteY52" fmla="*/ 432000 h 612000"/>
              <a:gd name="connsiteX53" fmla="*/ 450000 w 594000"/>
              <a:gd name="connsiteY53" fmla="*/ 378000 h 612000"/>
              <a:gd name="connsiteX54" fmla="*/ 450000 w 594000"/>
              <a:gd name="connsiteY54" fmla="*/ 378000 h 612000"/>
              <a:gd name="connsiteX55" fmla="*/ 450000 w 594000"/>
              <a:gd name="connsiteY55" fmla="*/ 297000 h 612000"/>
              <a:gd name="connsiteX56" fmla="*/ 384624 w 594000"/>
              <a:gd name="connsiteY56" fmla="*/ 192024 h 612000"/>
              <a:gd name="connsiteX57" fmla="*/ 297000 w 594000"/>
              <a:gd name="connsiteY57" fmla="*/ 414000 h 612000"/>
              <a:gd name="connsiteX58" fmla="*/ 270000 w 594000"/>
              <a:gd name="connsiteY58" fmla="*/ 378648 h 612000"/>
              <a:gd name="connsiteX59" fmla="*/ 286560 w 594000"/>
              <a:gd name="connsiteY59" fmla="*/ 252000 h 612000"/>
              <a:gd name="connsiteX60" fmla="*/ 308160 w 594000"/>
              <a:gd name="connsiteY60" fmla="*/ 252000 h 612000"/>
              <a:gd name="connsiteX61" fmla="*/ 324000 w 594000"/>
              <a:gd name="connsiteY61" fmla="*/ 378648 h 612000"/>
              <a:gd name="connsiteX62" fmla="*/ 297000 w 594000"/>
              <a:gd name="connsiteY62" fmla="*/ 414000 h 612000"/>
              <a:gd name="connsiteX63" fmla="*/ 153360 w 594000"/>
              <a:gd name="connsiteY63" fmla="*/ 215496 h 612000"/>
              <a:gd name="connsiteX64" fmla="*/ 201384 w 594000"/>
              <a:gd name="connsiteY64" fmla="*/ 175824 h 612000"/>
              <a:gd name="connsiteX65" fmla="*/ 206568 w 594000"/>
              <a:gd name="connsiteY65" fmla="*/ 173232 h 612000"/>
              <a:gd name="connsiteX66" fmla="*/ 189144 w 594000"/>
              <a:gd name="connsiteY66" fmla="*/ 53424 h 612000"/>
              <a:gd name="connsiteX67" fmla="*/ 191016 w 594000"/>
              <a:gd name="connsiteY67" fmla="*/ 49248 h 612000"/>
              <a:gd name="connsiteX68" fmla="*/ 67248 w 594000"/>
              <a:gd name="connsiteY68" fmla="*/ 78912 h 612000"/>
              <a:gd name="connsiteX69" fmla="*/ 96912 w 594000"/>
              <a:gd name="connsiteY69" fmla="*/ 202680 h 612000"/>
              <a:gd name="connsiteX70" fmla="*/ 143928 w 594000"/>
              <a:gd name="connsiteY70" fmla="*/ 215928 h 612000"/>
              <a:gd name="connsiteX71" fmla="*/ 153360 w 594000"/>
              <a:gd name="connsiteY71" fmla="*/ 215496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94000" h="612000">
                <a:moveTo>
                  <a:pt x="180000" y="576000"/>
                </a:moveTo>
                <a:lnTo>
                  <a:pt x="180000" y="447696"/>
                </a:lnTo>
                <a:cubicBezTo>
                  <a:pt x="148248" y="439416"/>
                  <a:pt x="126072" y="410760"/>
                  <a:pt x="126000" y="378000"/>
                </a:cubicBezTo>
                <a:lnTo>
                  <a:pt x="126000" y="297000"/>
                </a:lnTo>
                <a:cubicBezTo>
                  <a:pt x="126000" y="277272"/>
                  <a:pt x="130320" y="257688"/>
                  <a:pt x="138672" y="239832"/>
                </a:cubicBezTo>
                <a:cubicBezTo>
                  <a:pt x="109872" y="238608"/>
                  <a:pt x="82440" y="227016"/>
                  <a:pt x="61488" y="207216"/>
                </a:cubicBezTo>
                <a:cubicBezTo>
                  <a:pt x="23832" y="225720"/>
                  <a:pt x="0" y="264024"/>
                  <a:pt x="0" y="306000"/>
                </a:cubicBezTo>
                <a:lnTo>
                  <a:pt x="0" y="391752"/>
                </a:lnTo>
                <a:cubicBezTo>
                  <a:pt x="0" y="419832"/>
                  <a:pt x="23040" y="442800"/>
                  <a:pt x="51120" y="442800"/>
                </a:cubicBezTo>
                <a:lnTo>
                  <a:pt x="51120" y="576000"/>
                </a:lnTo>
                <a:cubicBezTo>
                  <a:pt x="50976" y="595728"/>
                  <a:pt x="66888" y="611856"/>
                  <a:pt x="86616" y="612000"/>
                </a:cubicBezTo>
                <a:cubicBezTo>
                  <a:pt x="86688" y="612000"/>
                  <a:pt x="86760" y="612000"/>
                  <a:pt x="86832" y="612000"/>
                </a:cubicBezTo>
                <a:lnTo>
                  <a:pt x="193824" y="612000"/>
                </a:lnTo>
                <a:cubicBezTo>
                  <a:pt x="184896" y="602136"/>
                  <a:pt x="180000" y="589320"/>
                  <a:pt x="180000" y="576000"/>
                </a:cubicBezTo>
                <a:close/>
                <a:moveTo>
                  <a:pt x="532512" y="207144"/>
                </a:moveTo>
                <a:cubicBezTo>
                  <a:pt x="511560" y="226944"/>
                  <a:pt x="484128" y="238536"/>
                  <a:pt x="455328" y="239760"/>
                </a:cubicBezTo>
                <a:cubicBezTo>
                  <a:pt x="463680" y="257688"/>
                  <a:pt x="468000" y="277200"/>
                  <a:pt x="468000" y="296928"/>
                </a:cubicBezTo>
                <a:lnTo>
                  <a:pt x="468000" y="378000"/>
                </a:lnTo>
                <a:cubicBezTo>
                  <a:pt x="467928" y="410832"/>
                  <a:pt x="445752" y="439488"/>
                  <a:pt x="414000" y="447696"/>
                </a:cubicBezTo>
                <a:lnTo>
                  <a:pt x="414000" y="576000"/>
                </a:lnTo>
                <a:cubicBezTo>
                  <a:pt x="414000" y="589320"/>
                  <a:pt x="409104" y="602136"/>
                  <a:pt x="400176" y="612000"/>
                </a:cubicBezTo>
                <a:lnTo>
                  <a:pt x="507168" y="612000"/>
                </a:lnTo>
                <a:cubicBezTo>
                  <a:pt x="526896" y="612000"/>
                  <a:pt x="542880" y="595944"/>
                  <a:pt x="542880" y="576216"/>
                </a:cubicBezTo>
                <a:cubicBezTo>
                  <a:pt x="542880" y="576144"/>
                  <a:pt x="542880" y="576072"/>
                  <a:pt x="542880" y="576000"/>
                </a:cubicBezTo>
                <a:lnTo>
                  <a:pt x="542880" y="442800"/>
                </a:lnTo>
                <a:cubicBezTo>
                  <a:pt x="570960" y="442800"/>
                  <a:pt x="594000" y="419832"/>
                  <a:pt x="594000" y="391752"/>
                </a:cubicBezTo>
                <a:lnTo>
                  <a:pt x="594000" y="306000"/>
                </a:lnTo>
                <a:cubicBezTo>
                  <a:pt x="594000" y="264024"/>
                  <a:pt x="570168" y="225720"/>
                  <a:pt x="532512" y="207144"/>
                </a:cubicBezTo>
                <a:close/>
                <a:moveTo>
                  <a:pt x="450000" y="36000"/>
                </a:moveTo>
                <a:cubicBezTo>
                  <a:pt x="433368" y="36000"/>
                  <a:pt x="417096" y="40608"/>
                  <a:pt x="402912" y="49248"/>
                </a:cubicBezTo>
                <a:cubicBezTo>
                  <a:pt x="403560" y="50616"/>
                  <a:pt x="404208" y="51984"/>
                  <a:pt x="404784" y="53424"/>
                </a:cubicBezTo>
                <a:cubicBezTo>
                  <a:pt x="421704" y="93528"/>
                  <a:pt x="415008" y="139680"/>
                  <a:pt x="387360" y="173232"/>
                </a:cubicBezTo>
                <a:lnTo>
                  <a:pt x="392544" y="175824"/>
                </a:lnTo>
                <a:cubicBezTo>
                  <a:pt x="411408" y="185112"/>
                  <a:pt x="427824" y="198720"/>
                  <a:pt x="440568" y="215496"/>
                </a:cubicBezTo>
                <a:cubicBezTo>
                  <a:pt x="490032" y="220680"/>
                  <a:pt x="534240" y="184752"/>
                  <a:pt x="539424" y="135288"/>
                </a:cubicBezTo>
                <a:cubicBezTo>
                  <a:pt x="544608" y="85824"/>
                  <a:pt x="508680" y="41616"/>
                  <a:pt x="459216" y="36432"/>
                </a:cubicBezTo>
                <a:cubicBezTo>
                  <a:pt x="456192" y="36144"/>
                  <a:pt x="453096" y="36000"/>
                  <a:pt x="450000" y="36000"/>
                </a:cubicBezTo>
                <a:close/>
                <a:moveTo>
                  <a:pt x="396000" y="99000"/>
                </a:moveTo>
                <a:cubicBezTo>
                  <a:pt x="396000" y="153648"/>
                  <a:pt x="351648" y="198000"/>
                  <a:pt x="297000" y="198000"/>
                </a:cubicBezTo>
                <a:cubicBezTo>
                  <a:pt x="242352" y="198000"/>
                  <a:pt x="198000" y="153648"/>
                  <a:pt x="198000" y="99000"/>
                </a:cubicBezTo>
                <a:cubicBezTo>
                  <a:pt x="198000" y="44352"/>
                  <a:pt x="242352" y="0"/>
                  <a:pt x="297000" y="0"/>
                </a:cubicBezTo>
                <a:cubicBezTo>
                  <a:pt x="351648" y="0"/>
                  <a:pt x="396000" y="44352"/>
                  <a:pt x="396000" y="99000"/>
                </a:cubicBezTo>
                <a:close/>
                <a:moveTo>
                  <a:pt x="384624" y="192024"/>
                </a:moveTo>
                <a:cubicBezTo>
                  <a:pt x="335376" y="238392"/>
                  <a:pt x="258552" y="238392"/>
                  <a:pt x="209304" y="192024"/>
                </a:cubicBezTo>
                <a:cubicBezTo>
                  <a:pt x="169344" y="211680"/>
                  <a:pt x="144000" y="252432"/>
                  <a:pt x="144000" y="297000"/>
                </a:cubicBezTo>
                <a:lnTo>
                  <a:pt x="144000" y="378000"/>
                </a:lnTo>
                <a:cubicBezTo>
                  <a:pt x="144000" y="407808"/>
                  <a:pt x="168192" y="432000"/>
                  <a:pt x="198000" y="432000"/>
                </a:cubicBezTo>
                <a:lnTo>
                  <a:pt x="198000" y="432000"/>
                </a:lnTo>
                <a:lnTo>
                  <a:pt x="198000" y="576000"/>
                </a:lnTo>
                <a:cubicBezTo>
                  <a:pt x="198000" y="595872"/>
                  <a:pt x="214128" y="612000"/>
                  <a:pt x="234000" y="612000"/>
                </a:cubicBezTo>
                <a:lnTo>
                  <a:pt x="360000" y="612000"/>
                </a:lnTo>
                <a:cubicBezTo>
                  <a:pt x="379872" y="612000"/>
                  <a:pt x="396000" y="595872"/>
                  <a:pt x="396000" y="576000"/>
                </a:cubicBezTo>
                <a:lnTo>
                  <a:pt x="396000" y="432000"/>
                </a:lnTo>
                <a:cubicBezTo>
                  <a:pt x="425808" y="432000"/>
                  <a:pt x="450000" y="407808"/>
                  <a:pt x="450000" y="378000"/>
                </a:cubicBezTo>
                <a:lnTo>
                  <a:pt x="450000" y="378000"/>
                </a:lnTo>
                <a:lnTo>
                  <a:pt x="450000" y="297000"/>
                </a:lnTo>
                <a:cubicBezTo>
                  <a:pt x="450000" y="252432"/>
                  <a:pt x="424656" y="211680"/>
                  <a:pt x="384624" y="192024"/>
                </a:cubicBezTo>
                <a:close/>
                <a:moveTo>
                  <a:pt x="297000" y="414000"/>
                </a:moveTo>
                <a:lnTo>
                  <a:pt x="270000" y="378648"/>
                </a:lnTo>
                <a:lnTo>
                  <a:pt x="286560" y="252000"/>
                </a:lnTo>
                <a:lnTo>
                  <a:pt x="308160" y="252000"/>
                </a:lnTo>
                <a:lnTo>
                  <a:pt x="324000" y="378648"/>
                </a:lnTo>
                <a:lnTo>
                  <a:pt x="297000" y="414000"/>
                </a:lnTo>
                <a:close/>
                <a:moveTo>
                  <a:pt x="153360" y="215496"/>
                </a:moveTo>
                <a:cubicBezTo>
                  <a:pt x="166032" y="198720"/>
                  <a:pt x="182520" y="185112"/>
                  <a:pt x="201384" y="175824"/>
                </a:cubicBezTo>
                <a:lnTo>
                  <a:pt x="206568" y="173232"/>
                </a:lnTo>
                <a:cubicBezTo>
                  <a:pt x="178992" y="139608"/>
                  <a:pt x="172296" y="93456"/>
                  <a:pt x="189144" y="53424"/>
                </a:cubicBezTo>
                <a:cubicBezTo>
                  <a:pt x="189720" y="51984"/>
                  <a:pt x="190368" y="50616"/>
                  <a:pt x="191016" y="49248"/>
                </a:cubicBezTo>
                <a:cubicBezTo>
                  <a:pt x="148680" y="23256"/>
                  <a:pt x="93240" y="36576"/>
                  <a:pt x="67248" y="78912"/>
                </a:cubicBezTo>
                <a:cubicBezTo>
                  <a:pt x="41256" y="121248"/>
                  <a:pt x="54576" y="176688"/>
                  <a:pt x="96912" y="202680"/>
                </a:cubicBezTo>
                <a:cubicBezTo>
                  <a:pt x="111096" y="211392"/>
                  <a:pt x="127368" y="215928"/>
                  <a:pt x="143928" y="215928"/>
                </a:cubicBezTo>
                <a:cubicBezTo>
                  <a:pt x="147168" y="216000"/>
                  <a:pt x="150264" y="215856"/>
                  <a:pt x="153360" y="215496"/>
                </a:cubicBezTo>
                <a:close/>
              </a:path>
            </a:pathLst>
          </a:custGeom>
          <a:solidFill>
            <a:schemeClr val="bg1"/>
          </a:solidFill>
          <a:ln w="714" cap="flat">
            <a:noFill/>
            <a:prstDash val="solid"/>
            <a:miter/>
          </a:ln>
        </p:spPr>
        <p:txBody>
          <a:bodyPr rtlCol="0" anchor="ctr"/>
          <a:lstStyle/>
          <a:p>
            <a:endParaRPr lang="de-DE" sz="1275"/>
          </a:p>
        </p:txBody>
      </p:sp>
      <p:sp>
        <p:nvSpPr>
          <p:cNvPr id="67" name="Rectangle 8">
            <a:extLst>
              <a:ext uri="{FF2B5EF4-FFF2-40B4-BE49-F238E27FC236}">
                <a16:creationId xmlns:a16="http://schemas.microsoft.com/office/drawing/2014/main" id="{133ACEFD-9728-4ACA-ACAE-C2130FAC1838}"/>
              </a:ext>
            </a:extLst>
          </p:cNvPr>
          <p:cNvSpPr/>
          <p:nvPr userDrawn="1"/>
        </p:nvSpPr>
        <p:spPr>
          <a:xfrm>
            <a:off x="0" y="3960150"/>
            <a:ext cx="2903320" cy="12471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900" b="1">
                <a:solidFill>
                  <a:schemeClr val="bg2"/>
                </a:solidFill>
                <a:latin typeface="+mj-lt"/>
                <a:ea typeface="ＭＳ Ｐゴシック" pitchFamily="34" charset="-128"/>
              </a:rPr>
              <a:t>Customer profile</a:t>
            </a:r>
          </a:p>
        </p:txBody>
      </p:sp>
    </p:spTree>
    <p:extLst>
      <p:ext uri="{BB962C8B-B14F-4D97-AF65-F5344CB8AC3E}">
        <p14:creationId xmlns:p14="http://schemas.microsoft.com/office/powerpoint/2010/main" val="52907288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ase Study - Identify">
    <p:bg>
      <p:bgPr>
        <a:solidFill>
          <a:schemeClr val="tx1"/>
        </a:solidFill>
        <a:effectLst/>
      </p:bgPr>
    </p:bg>
    <p:spTree>
      <p:nvGrpSpPr>
        <p:cNvPr id="1" name=""/>
        <p:cNvGrpSpPr/>
        <p:nvPr/>
      </p:nvGrpSpPr>
      <p:grpSpPr>
        <a:xfrm>
          <a:off x="0" y="0"/>
          <a:ext cx="0" cy="0"/>
          <a:chOff x="0" y="0"/>
          <a:chExt cx="0" cy="0"/>
        </a:xfrm>
      </p:grpSpPr>
      <p:sp>
        <p:nvSpPr>
          <p:cNvPr id="18" name="Bildplatzhalter 2">
            <a:extLst>
              <a:ext uri="{FF2B5EF4-FFF2-40B4-BE49-F238E27FC236}">
                <a16:creationId xmlns:a16="http://schemas.microsoft.com/office/drawing/2014/main" id="{59005CCC-599A-4E18-9D63-2C7BE19A8049}"/>
              </a:ext>
            </a:extLst>
          </p:cNvPr>
          <p:cNvSpPr>
            <a:spLocks noGrp="1"/>
          </p:cNvSpPr>
          <p:nvPr>
            <p:ph type="pic" sz="quarter" idx="19"/>
          </p:nvPr>
        </p:nvSpPr>
        <p:spPr>
          <a:xfrm>
            <a:off x="-10391" y="1"/>
            <a:ext cx="2935433" cy="3896358"/>
          </a:xfrm>
          <a:prstGeom prst="rect">
            <a:avLst/>
          </a:prstGeom>
        </p:spPr>
        <p:txBody>
          <a:bodyPr tIns="1440000"/>
          <a:lstStyle>
            <a:lvl1pPr>
              <a:defRPr lang="de-DE" dirty="0">
                <a:solidFill>
                  <a:schemeClr val="bg1"/>
                </a:solidFill>
                <a:latin typeface="+mj-lt"/>
              </a:defRPr>
            </a:lvl1pPr>
          </a:lstStyle>
          <a:p>
            <a:pPr lvl="0"/>
            <a:r>
              <a:rPr lang="de-DE"/>
              <a:t>Bild durch Klicken auf Symbol hinzufügen</a:t>
            </a:r>
          </a:p>
        </p:txBody>
      </p:sp>
      <p:sp>
        <p:nvSpPr>
          <p:cNvPr id="9" name="Rectangle 8">
            <a:extLst>
              <a:ext uri="{FF2B5EF4-FFF2-40B4-BE49-F238E27FC236}">
                <a16:creationId xmlns:a16="http://schemas.microsoft.com/office/drawing/2014/main" id="{89B8DA8A-9F23-45D7-8F94-A996D162D967}"/>
              </a:ext>
            </a:extLst>
          </p:cNvPr>
          <p:cNvSpPr/>
          <p:nvPr userDrawn="1"/>
        </p:nvSpPr>
        <p:spPr>
          <a:xfrm>
            <a:off x="2919848" y="718944"/>
            <a:ext cx="6224153" cy="131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indent="-170131" eaLnBrk="0" hangingPunct="0">
              <a:defRPr/>
            </a:pPr>
            <a:r>
              <a:rPr lang="fr-FR" altLang="fr-FR" sz="1574" b="1" kern="1200">
                <a:solidFill>
                  <a:schemeClr val="bg1"/>
                </a:solidFill>
                <a:latin typeface="+mn-lt"/>
                <a:ea typeface="ＭＳ Ｐゴシック" pitchFamily="34" charset="-128"/>
                <a:cs typeface="+mn-cs"/>
              </a:rPr>
              <a:t>Challenges</a:t>
            </a:r>
          </a:p>
        </p:txBody>
      </p:sp>
      <p:sp>
        <p:nvSpPr>
          <p:cNvPr id="11" name="Rectangle 8">
            <a:extLst>
              <a:ext uri="{FF2B5EF4-FFF2-40B4-BE49-F238E27FC236}">
                <a16:creationId xmlns:a16="http://schemas.microsoft.com/office/drawing/2014/main" id="{09591033-8EE7-434B-85CE-2BEC7BEA0971}"/>
              </a:ext>
            </a:extLst>
          </p:cNvPr>
          <p:cNvSpPr/>
          <p:nvPr userDrawn="1"/>
        </p:nvSpPr>
        <p:spPr>
          <a:xfrm>
            <a:off x="2919848" y="1874935"/>
            <a:ext cx="6224153" cy="18934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1574" b="1">
                <a:solidFill>
                  <a:schemeClr val="bg1"/>
                </a:solidFill>
                <a:latin typeface="+mj-lt"/>
                <a:ea typeface="ＭＳ Ｐゴシック" pitchFamily="34" charset="-128"/>
              </a:rPr>
              <a:t>Solutions</a:t>
            </a:r>
          </a:p>
        </p:txBody>
      </p:sp>
      <p:sp>
        <p:nvSpPr>
          <p:cNvPr id="12" name="Rectangle 9">
            <a:extLst>
              <a:ext uri="{FF2B5EF4-FFF2-40B4-BE49-F238E27FC236}">
                <a16:creationId xmlns:a16="http://schemas.microsoft.com/office/drawing/2014/main" id="{E59CCFF5-948C-4631-BC9B-82E8EAF510E4}"/>
              </a:ext>
            </a:extLst>
          </p:cNvPr>
          <p:cNvSpPr/>
          <p:nvPr userDrawn="1"/>
        </p:nvSpPr>
        <p:spPr>
          <a:xfrm>
            <a:off x="2930238" y="3896362"/>
            <a:ext cx="6224153" cy="12467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r>
              <a:rPr lang="fr-FR" altLang="fr-FR" sz="1574" b="1" err="1">
                <a:solidFill>
                  <a:schemeClr val="bg1"/>
                </a:solidFill>
                <a:latin typeface="+mj-lt"/>
                <a:ea typeface="ＭＳ Ｐゴシック" pitchFamily="34" charset="-128"/>
              </a:rPr>
              <a:t>Benefits</a:t>
            </a:r>
            <a:endParaRPr lang="fr-FR" altLang="fr-FR" sz="1574" b="1">
              <a:solidFill>
                <a:schemeClr val="bg1"/>
              </a:solidFill>
              <a:latin typeface="+mj-lt"/>
              <a:ea typeface="ＭＳ Ｐゴシック" pitchFamily="34" charset="-128"/>
            </a:endParaRPr>
          </a:p>
        </p:txBody>
      </p:sp>
      <p:sp>
        <p:nvSpPr>
          <p:cNvPr id="13" name="Espace réservé du titre 1">
            <a:extLst>
              <a:ext uri="{FF2B5EF4-FFF2-40B4-BE49-F238E27FC236}">
                <a16:creationId xmlns:a16="http://schemas.microsoft.com/office/drawing/2014/main" id="{30EBFDA2-D687-43DD-A80A-6779E354F47D}"/>
              </a:ext>
            </a:extLst>
          </p:cNvPr>
          <p:cNvSpPr>
            <a:spLocks noGrp="1"/>
          </p:cNvSpPr>
          <p:nvPr>
            <p:ph type="title"/>
          </p:nvPr>
        </p:nvSpPr>
        <p:spPr>
          <a:xfrm>
            <a:off x="3091302" y="166256"/>
            <a:ext cx="5896845" cy="413099"/>
          </a:xfrm>
          <a:prstGeom prst="rect">
            <a:avLst/>
          </a:prstGeom>
        </p:spPr>
        <p:txBody>
          <a:bodyPr tIns="0" rtlCol="0">
            <a:noAutofit/>
          </a:bodyPr>
          <a:lstStyle>
            <a:lvl1pPr>
              <a:lnSpc>
                <a:spcPct val="100000"/>
              </a:lnSpc>
              <a:defRPr sz="2099">
                <a:solidFill>
                  <a:schemeClr val="bg2"/>
                </a:solidFill>
                <a:latin typeface="+mj-lt"/>
              </a:defRPr>
            </a:lvl1pPr>
          </a:lstStyle>
          <a:p>
            <a:r>
              <a:rPr lang="de-DE"/>
              <a:t>Mastertitelformat bearbeiten</a:t>
            </a:r>
            <a:endParaRPr lang="fr-FR"/>
          </a:p>
        </p:txBody>
      </p:sp>
      <p:sp>
        <p:nvSpPr>
          <p:cNvPr id="20" name="Espace réservé du texte 32">
            <a:extLst>
              <a:ext uri="{FF2B5EF4-FFF2-40B4-BE49-F238E27FC236}">
                <a16:creationId xmlns:a16="http://schemas.microsoft.com/office/drawing/2014/main" id="{F3C0FFFE-A29F-4651-88DF-B9FC0B05C8BE}"/>
              </a:ext>
            </a:extLst>
          </p:cNvPr>
          <p:cNvSpPr>
            <a:spLocks noGrp="1"/>
          </p:cNvSpPr>
          <p:nvPr>
            <p:ph type="body" sz="quarter" idx="12"/>
          </p:nvPr>
        </p:nvSpPr>
        <p:spPr>
          <a:xfrm>
            <a:off x="3091302" y="1080173"/>
            <a:ext cx="5896844" cy="768802"/>
          </a:xfrm>
          <a:prstGeom prst="rect">
            <a:avLst/>
          </a:prstGeom>
        </p:spPr>
        <p:txBody>
          <a:bodyPr lIns="0"/>
          <a:lstStyle>
            <a:lvl1pPr marL="0" indent="0">
              <a:buNone/>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21" name="Espace réservé du texte 34">
            <a:extLst>
              <a:ext uri="{FF2B5EF4-FFF2-40B4-BE49-F238E27FC236}">
                <a16:creationId xmlns:a16="http://schemas.microsoft.com/office/drawing/2014/main" id="{C2552BE9-F143-49B5-888F-BC1570604ABB}"/>
              </a:ext>
            </a:extLst>
          </p:cNvPr>
          <p:cNvSpPr>
            <a:spLocks noGrp="1"/>
          </p:cNvSpPr>
          <p:nvPr>
            <p:ph type="body" sz="quarter" idx="13"/>
          </p:nvPr>
        </p:nvSpPr>
        <p:spPr>
          <a:xfrm>
            <a:off x="3091302" y="2227399"/>
            <a:ext cx="5896844" cy="1485900"/>
          </a:xfrm>
          <a:prstGeom prst="rect">
            <a:avLst/>
          </a:prstGeom>
        </p:spPr>
        <p:txBody>
          <a:bodyPr lIns="0"/>
          <a:lstStyle>
            <a:lvl1pPr marL="171321" indent="-171321">
              <a:buClr>
                <a:schemeClr val="bg2"/>
              </a:buClr>
              <a:buFont typeface="Wingdings" panose="05000000000000000000" pitchFamily="2" charset="2"/>
              <a:buChar char="§"/>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41" name="Rectangle 9">
            <a:extLst>
              <a:ext uri="{FF2B5EF4-FFF2-40B4-BE49-F238E27FC236}">
                <a16:creationId xmlns:a16="http://schemas.microsoft.com/office/drawing/2014/main" id="{8E9ABEEF-7EA8-4864-B731-1385C4828B18}"/>
              </a:ext>
            </a:extLst>
          </p:cNvPr>
          <p:cNvSpPr/>
          <p:nvPr userDrawn="1"/>
        </p:nvSpPr>
        <p:spPr>
          <a:xfrm>
            <a:off x="2928292" y="3896739"/>
            <a:ext cx="69523" cy="124676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endParaRPr lang="fr-FR" altLang="fr-FR" sz="1574" b="1">
              <a:solidFill>
                <a:schemeClr val="bg1"/>
              </a:solidFill>
              <a:latin typeface="+mj-lt"/>
              <a:ea typeface="ＭＳ Ｐゴシック" pitchFamily="34" charset="-128"/>
            </a:endParaRPr>
          </a:p>
        </p:txBody>
      </p:sp>
      <p:sp>
        <p:nvSpPr>
          <p:cNvPr id="42" name="Espace réservé du texte 36">
            <a:extLst>
              <a:ext uri="{FF2B5EF4-FFF2-40B4-BE49-F238E27FC236}">
                <a16:creationId xmlns:a16="http://schemas.microsoft.com/office/drawing/2014/main" id="{D74F9AFB-048B-4EF7-80B8-50804EB79F02}"/>
              </a:ext>
            </a:extLst>
          </p:cNvPr>
          <p:cNvSpPr>
            <a:spLocks noGrp="1"/>
          </p:cNvSpPr>
          <p:nvPr>
            <p:ph type="body" sz="quarter" idx="14"/>
          </p:nvPr>
        </p:nvSpPr>
        <p:spPr>
          <a:xfrm>
            <a:off x="3091302" y="4226561"/>
            <a:ext cx="5896845" cy="916562"/>
          </a:xfrm>
          <a:prstGeom prst="rect">
            <a:avLst/>
          </a:prstGeom>
        </p:spPr>
        <p:txBody>
          <a:bodyPr lIns="0">
            <a:noAutofit/>
          </a:bodyPr>
          <a:lstStyle>
            <a:lvl1pPr marL="171321" indent="-171321">
              <a:buClr>
                <a:schemeClr val="bg1"/>
              </a:buClr>
              <a:buFont typeface="Wingdings" panose="05000000000000000000" pitchFamily="2" charset="2"/>
              <a:buChar char="§"/>
              <a:defRPr sz="1050">
                <a:solidFill>
                  <a:schemeClr val="bg1"/>
                </a:solidFill>
                <a:latin typeface="+mn-lt"/>
              </a:defRPr>
            </a:lvl1pPr>
            <a:lvl2pPr marL="387126" indent="-214220">
              <a:buClr>
                <a:schemeClr val="bg1"/>
              </a:buClr>
              <a:buFont typeface="Wingdings" panose="05000000000000000000" pitchFamily="2" charset="2"/>
              <a:buChar char="§"/>
              <a:defRPr sz="1050">
                <a:solidFill>
                  <a:schemeClr val="bg1"/>
                </a:solidFill>
                <a:latin typeface="+mn-lt"/>
              </a:defRPr>
            </a:lvl2pPr>
            <a:lvl3pPr marL="856600" indent="-171321">
              <a:buClr>
                <a:schemeClr val="bg1"/>
              </a:buClr>
              <a:buFont typeface="Wingdings" panose="05000000000000000000" pitchFamily="2" charset="2"/>
              <a:buChar char="§"/>
              <a:defRPr sz="1050">
                <a:solidFill>
                  <a:schemeClr val="bg1"/>
                </a:solidFill>
                <a:latin typeface="+mn-lt"/>
              </a:defRPr>
            </a:lvl3pPr>
            <a:lvl4pPr marL="1199240" indent="-171321">
              <a:buClr>
                <a:schemeClr val="bg1"/>
              </a:buClr>
              <a:buFont typeface="Wingdings" panose="05000000000000000000" pitchFamily="2" charset="2"/>
              <a:buChar char="§"/>
              <a:defRPr sz="1050">
                <a:solidFill>
                  <a:schemeClr val="bg1"/>
                </a:solidFill>
                <a:latin typeface="+mn-lt"/>
              </a:defRPr>
            </a:lvl4pPr>
            <a:lvl5pPr marL="1541880" indent="-171321">
              <a:buClr>
                <a:schemeClr val="bg1"/>
              </a:buClr>
              <a:buFont typeface="Wingdings" panose="05000000000000000000" pitchFamily="2" charset="2"/>
              <a:buChar char="§"/>
              <a:defRPr sz="1050">
                <a:solidFill>
                  <a:schemeClr val="bg1"/>
                </a:solidFill>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44" name="Espace réservé du texte 40">
            <a:extLst>
              <a:ext uri="{FF2B5EF4-FFF2-40B4-BE49-F238E27FC236}">
                <a16:creationId xmlns:a16="http://schemas.microsoft.com/office/drawing/2014/main" id="{021FD8F3-A748-4854-8C2F-81AE1C7A2EB5}"/>
              </a:ext>
            </a:extLst>
          </p:cNvPr>
          <p:cNvSpPr>
            <a:spLocks noGrp="1"/>
          </p:cNvSpPr>
          <p:nvPr>
            <p:ph type="body" sz="quarter" idx="16" hasCustomPrompt="1"/>
          </p:nvPr>
        </p:nvSpPr>
        <p:spPr>
          <a:xfrm>
            <a:off x="745676" y="4639137"/>
            <a:ext cx="711406" cy="458070"/>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Number</a:t>
            </a:r>
            <a:r>
              <a:rPr lang="fr-FR"/>
              <a:t> of </a:t>
            </a:r>
            <a:r>
              <a:rPr lang="fr-FR" err="1"/>
              <a:t>employees</a:t>
            </a:r>
            <a:endParaRPr lang="fr-FR"/>
          </a:p>
          <a:p>
            <a:pPr lvl="0"/>
            <a:endParaRPr lang="fr-FR"/>
          </a:p>
        </p:txBody>
      </p:sp>
      <p:sp>
        <p:nvSpPr>
          <p:cNvPr id="45" name="Espace réservé du texte 40">
            <a:extLst>
              <a:ext uri="{FF2B5EF4-FFF2-40B4-BE49-F238E27FC236}">
                <a16:creationId xmlns:a16="http://schemas.microsoft.com/office/drawing/2014/main" id="{9334479A-6FFE-44EA-A0B9-3125AC7B2680}"/>
              </a:ext>
            </a:extLst>
          </p:cNvPr>
          <p:cNvSpPr>
            <a:spLocks noGrp="1"/>
          </p:cNvSpPr>
          <p:nvPr>
            <p:ph type="body" sz="quarter" idx="17" hasCustomPrompt="1"/>
          </p:nvPr>
        </p:nvSpPr>
        <p:spPr>
          <a:xfrm>
            <a:off x="20435" y="4639137"/>
            <a:ext cx="711406" cy="458999"/>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Industry</a:t>
            </a:r>
            <a:endParaRPr lang="fr-FR"/>
          </a:p>
        </p:txBody>
      </p:sp>
      <p:sp>
        <p:nvSpPr>
          <p:cNvPr id="46" name="Espace réservé du texte 40">
            <a:extLst>
              <a:ext uri="{FF2B5EF4-FFF2-40B4-BE49-F238E27FC236}">
                <a16:creationId xmlns:a16="http://schemas.microsoft.com/office/drawing/2014/main" id="{00069B70-6854-4F3D-A6B0-833AE7ECE988}"/>
              </a:ext>
            </a:extLst>
          </p:cNvPr>
          <p:cNvSpPr>
            <a:spLocks noGrp="1"/>
          </p:cNvSpPr>
          <p:nvPr>
            <p:ph type="body" sz="quarter" idx="18" hasCustomPrompt="1"/>
          </p:nvPr>
        </p:nvSpPr>
        <p:spPr>
          <a:xfrm>
            <a:off x="1470917"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Revenue</a:t>
            </a:r>
          </a:p>
        </p:txBody>
      </p:sp>
      <p:sp>
        <p:nvSpPr>
          <p:cNvPr id="47" name="Bildplatzhalter 2">
            <a:extLst>
              <a:ext uri="{FF2B5EF4-FFF2-40B4-BE49-F238E27FC236}">
                <a16:creationId xmlns:a16="http://schemas.microsoft.com/office/drawing/2014/main" id="{B8F75FB0-A93C-430E-A3DA-EF37A129B40C}"/>
              </a:ext>
            </a:extLst>
          </p:cNvPr>
          <p:cNvSpPr>
            <a:spLocks noGrp="1"/>
          </p:cNvSpPr>
          <p:nvPr>
            <p:ph type="pic" sz="quarter" idx="24"/>
          </p:nvPr>
        </p:nvSpPr>
        <p:spPr>
          <a:xfrm>
            <a:off x="153462" y="4153677"/>
            <a:ext cx="459000" cy="459000"/>
          </a:xfrm>
          <a:prstGeom prst="rect">
            <a:avLst/>
          </a:prstGeom>
        </p:spPr>
        <p:txBody>
          <a:bodyPr lIns="36000" tIns="36000" rIns="0" bIns="36000">
            <a:normAutofit/>
          </a:bodyPr>
          <a:lstStyle>
            <a:lvl1pPr marL="0" indent="0">
              <a:buFontTx/>
              <a:buNone/>
              <a:defRPr sz="675">
                <a:solidFill>
                  <a:schemeClr val="bg1"/>
                </a:solidFill>
              </a:defRPr>
            </a:lvl1pPr>
          </a:lstStyle>
          <a:p>
            <a:r>
              <a:rPr lang="de-DE"/>
              <a:t>Bild durch Klicken auf Symbol hinzufügen</a:t>
            </a:r>
          </a:p>
        </p:txBody>
      </p:sp>
      <p:sp>
        <p:nvSpPr>
          <p:cNvPr id="48" name="Espace réservé du texte 40">
            <a:extLst>
              <a:ext uri="{FF2B5EF4-FFF2-40B4-BE49-F238E27FC236}">
                <a16:creationId xmlns:a16="http://schemas.microsoft.com/office/drawing/2014/main" id="{C8F23938-9719-46FC-A8E8-E398D218261D}"/>
              </a:ext>
            </a:extLst>
          </p:cNvPr>
          <p:cNvSpPr>
            <a:spLocks noGrp="1"/>
          </p:cNvSpPr>
          <p:nvPr>
            <p:ph type="body" sz="quarter" idx="28" hasCustomPrompt="1"/>
          </p:nvPr>
        </p:nvSpPr>
        <p:spPr>
          <a:xfrm>
            <a:off x="2196159"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Country</a:t>
            </a:r>
          </a:p>
        </p:txBody>
      </p:sp>
      <p:sp>
        <p:nvSpPr>
          <p:cNvPr id="49" name="Grafik 38">
            <a:extLst>
              <a:ext uri="{FF2B5EF4-FFF2-40B4-BE49-F238E27FC236}">
                <a16:creationId xmlns:a16="http://schemas.microsoft.com/office/drawing/2014/main" id="{34728FCD-8A1D-48B2-B852-0ABEFEE4C2FD}"/>
              </a:ext>
            </a:extLst>
          </p:cNvPr>
          <p:cNvSpPr/>
          <p:nvPr userDrawn="1"/>
        </p:nvSpPr>
        <p:spPr>
          <a:xfrm>
            <a:off x="2342611" y="4187427"/>
            <a:ext cx="418500" cy="418500"/>
          </a:xfrm>
          <a:custGeom>
            <a:avLst/>
            <a:gdLst>
              <a:gd name="connsiteX0" fmla="*/ 307999 w 611925"/>
              <a:gd name="connsiteY0" fmla="*/ 6 h 611996"/>
              <a:gd name="connsiteX1" fmla="*/ 305913 w 611925"/>
              <a:gd name="connsiteY1" fmla="*/ 0 h 611996"/>
              <a:gd name="connsiteX2" fmla="*/ 7 w 611925"/>
              <a:gd name="connsiteY2" fmla="*/ 303959 h 611996"/>
              <a:gd name="connsiteX3" fmla="*/ 303923 w 611925"/>
              <a:gd name="connsiteY3" fmla="*/ 611994 h 611996"/>
              <a:gd name="connsiteX4" fmla="*/ 305990 w 611925"/>
              <a:gd name="connsiteY4" fmla="*/ 611994 h 611996"/>
              <a:gd name="connsiteX5" fmla="*/ 611919 w 611925"/>
              <a:gd name="connsiteY5" fmla="*/ 308035 h 611996"/>
              <a:gd name="connsiteX6" fmla="*/ 307999 w 611925"/>
              <a:gd name="connsiteY6" fmla="*/ 6 h 611996"/>
              <a:gd name="connsiteX7" fmla="*/ 274632 w 611925"/>
              <a:gd name="connsiteY7" fmla="*/ 37760 h 611996"/>
              <a:gd name="connsiteX8" fmla="*/ 274632 w 611925"/>
              <a:gd name="connsiteY8" fmla="*/ 54707 h 611996"/>
              <a:gd name="connsiteX9" fmla="*/ 270190 w 611925"/>
              <a:gd name="connsiteY9" fmla="*/ 65435 h 611996"/>
              <a:gd name="connsiteX10" fmla="*/ 241384 w 611925"/>
              <a:gd name="connsiteY10" fmla="*/ 94244 h 611996"/>
              <a:gd name="connsiteX11" fmla="*/ 230662 w 611925"/>
              <a:gd name="connsiteY11" fmla="*/ 98685 h 611996"/>
              <a:gd name="connsiteX12" fmla="*/ 174130 w 611925"/>
              <a:gd name="connsiteY12" fmla="*/ 98685 h 611996"/>
              <a:gd name="connsiteX13" fmla="*/ 167848 w 611925"/>
              <a:gd name="connsiteY13" fmla="*/ 104967 h 611996"/>
              <a:gd name="connsiteX14" fmla="*/ 167848 w 611925"/>
              <a:gd name="connsiteY14" fmla="*/ 130095 h 611996"/>
              <a:gd name="connsiteX15" fmla="*/ 174130 w 611925"/>
              <a:gd name="connsiteY15" fmla="*/ 136377 h 611996"/>
              <a:gd name="connsiteX16" fmla="*/ 230663 w 611925"/>
              <a:gd name="connsiteY16" fmla="*/ 136377 h 611996"/>
              <a:gd name="connsiteX17" fmla="*/ 236945 w 611925"/>
              <a:gd name="connsiteY17" fmla="*/ 142659 h 611996"/>
              <a:gd name="connsiteX18" fmla="*/ 236945 w 611925"/>
              <a:gd name="connsiteY18" fmla="*/ 167794 h 611996"/>
              <a:gd name="connsiteX19" fmla="*/ 230663 w 611925"/>
              <a:gd name="connsiteY19" fmla="*/ 174076 h 611996"/>
              <a:gd name="connsiteX20" fmla="*/ 205535 w 611925"/>
              <a:gd name="connsiteY20" fmla="*/ 174076 h 611996"/>
              <a:gd name="connsiteX21" fmla="*/ 194812 w 611925"/>
              <a:gd name="connsiteY21" fmla="*/ 178518 h 611996"/>
              <a:gd name="connsiteX22" fmla="*/ 172288 w 611925"/>
              <a:gd name="connsiteY22" fmla="*/ 201045 h 611996"/>
              <a:gd name="connsiteX23" fmla="*/ 167846 w 611925"/>
              <a:gd name="connsiteY23" fmla="*/ 211769 h 611996"/>
              <a:gd name="connsiteX24" fmla="*/ 167846 w 611925"/>
              <a:gd name="connsiteY24" fmla="*/ 236897 h 611996"/>
              <a:gd name="connsiteX25" fmla="*/ 163405 w 611925"/>
              <a:gd name="connsiteY25" fmla="*/ 247620 h 611996"/>
              <a:gd name="connsiteX26" fmla="*/ 140882 w 611925"/>
              <a:gd name="connsiteY26" fmla="*/ 270144 h 611996"/>
              <a:gd name="connsiteX27" fmla="*/ 130160 w 611925"/>
              <a:gd name="connsiteY27" fmla="*/ 274586 h 611996"/>
              <a:gd name="connsiteX28" fmla="*/ 105032 w 611925"/>
              <a:gd name="connsiteY28" fmla="*/ 274586 h 611996"/>
              <a:gd name="connsiteX29" fmla="*/ 94309 w 611925"/>
              <a:gd name="connsiteY29" fmla="*/ 270144 h 611996"/>
              <a:gd name="connsiteX30" fmla="*/ 71785 w 611925"/>
              <a:gd name="connsiteY30" fmla="*/ 247617 h 611996"/>
              <a:gd name="connsiteX31" fmla="*/ 61062 w 611925"/>
              <a:gd name="connsiteY31" fmla="*/ 243175 h 611996"/>
              <a:gd name="connsiteX32" fmla="*/ 43350 w 611925"/>
              <a:gd name="connsiteY32" fmla="*/ 243175 h 611996"/>
              <a:gd name="connsiteX33" fmla="*/ 274632 w 611925"/>
              <a:gd name="connsiteY33" fmla="*/ 37760 h 611996"/>
              <a:gd name="connsiteX34" fmla="*/ 92472 w 611925"/>
              <a:gd name="connsiteY34" fmla="*/ 471172 h 611996"/>
              <a:gd name="connsiteX35" fmla="*/ 92472 w 611925"/>
              <a:gd name="connsiteY35" fmla="*/ 456772 h 611996"/>
              <a:gd name="connsiteX36" fmla="*/ 88031 w 611925"/>
              <a:gd name="connsiteY36" fmla="*/ 446048 h 611996"/>
              <a:gd name="connsiteX37" fmla="*/ 65506 w 611925"/>
              <a:gd name="connsiteY37" fmla="*/ 423521 h 611996"/>
              <a:gd name="connsiteX38" fmla="*/ 61064 w 611925"/>
              <a:gd name="connsiteY38" fmla="*/ 412797 h 611996"/>
              <a:gd name="connsiteX39" fmla="*/ 61064 w 611925"/>
              <a:gd name="connsiteY39" fmla="*/ 356256 h 611996"/>
              <a:gd name="connsiteX40" fmla="*/ 65506 w 611925"/>
              <a:gd name="connsiteY40" fmla="*/ 345532 h 611996"/>
              <a:gd name="connsiteX41" fmla="*/ 94312 w 611925"/>
              <a:gd name="connsiteY41" fmla="*/ 316723 h 611996"/>
              <a:gd name="connsiteX42" fmla="*/ 105035 w 611925"/>
              <a:gd name="connsiteY42" fmla="*/ 312281 h 611996"/>
              <a:gd name="connsiteX43" fmla="*/ 123879 w 611925"/>
              <a:gd name="connsiteY43" fmla="*/ 312281 h 611996"/>
              <a:gd name="connsiteX44" fmla="*/ 134602 w 611925"/>
              <a:gd name="connsiteY44" fmla="*/ 316723 h 611996"/>
              <a:gd name="connsiteX45" fmla="*/ 194815 w 611925"/>
              <a:gd name="connsiteY45" fmla="*/ 376942 h 611996"/>
              <a:gd name="connsiteX46" fmla="*/ 205538 w 611925"/>
              <a:gd name="connsiteY46" fmla="*/ 381384 h 611996"/>
              <a:gd name="connsiteX47" fmla="*/ 230666 w 611925"/>
              <a:gd name="connsiteY47" fmla="*/ 381384 h 611996"/>
              <a:gd name="connsiteX48" fmla="*/ 236948 w 611925"/>
              <a:gd name="connsiteY48" fmla="*/ 387666 h 611996"/>
              <a:gd name="connsiteX49" fmla="*/ 236948 w 611925"/>
              <a:gd name="connsiteY49" fmla="*/ 446714 h 611996"/>
              <a:gd name="connsiteX50" fmla="*/ 232506 w 611925"/>
              <a:gd name="connsiteY50" fmla="*/ 457438 h 611996"/>
              <a:gd name="connsiteX51" fmla="*/ 206209 w 611925"/>
              <a:gd name="connsiteY51" fmla="*/ 483732 h 611996"/>
              <a:gd name="connsiteX52" fmla="*/ 201768 w 611925"/>
              <a:gd name="connsiteY52" fmla="*/ 494456 h 611996"/>
              <a:gd name="connsiteX53" fmla="*/ 201768 w 611925"/>
              <a:gd name="connsiteY53" fmla="*/ 517074 h 611996"/>
              <a:gd name="connsiteX54" fmla="*/ 197327 w 611925"/>
              <a:gd name="connsiteY54" fmla="*/ 527798 h 611996"/>
              <a:gd name="connsiteX55" fmla="*/ 180191 w 611925"/>
              <a:gd name="connsiteY55" fmla="*/ 544939 h 611996"/>
              <a:gd name="connsiteX56" fmla="*/ 92472 w 611925"/>
              <a:gd name="connsiteY56" fmla="*/ 471172 h 611996"/>
              <a:gd name="connsiteX57" fmla="*/ 431774 w 611925"/>
              <a:gd name="connsiteY57" fmla="*/ 544814 h 611996"/>
              <a:gd name="connsiteX58" fmla="*/ 417264 w 611925"/>
              <a:gd name="connsiteY58" fmla="*/ 530312 h 611996"/>
              <a:gd name="connsiteX59" fmla="*/ 412823 w 611925"/>
              <a:gd name="connsiteY59" fmla="*/ 519588 h 611996"/>
              <a:gd name="connsiteX60" fmla="*/ 412823 w 611925"/>
              <a:gd name="connsiteY60" fmla="*/ 425350 h 611996"/>
              <a:gd name="connsiteX61" fmla="*/ 408382 w 611925"/>
              <a:gd name="connsiteY61" fmla="*/ 414627 h 611996"/>
              <a:gd name="connsiteX62" fmla="*/ 379575 w 611925"/>
              <a:gd name="connsiteY62" fmla="*/ 385818 h 611996"/>
              <a:gd name="connsiteX63" fmla="*/ 368853 w 611925"/>
              <a:gd name="connsiteY63" fmla="*/ 381375 h 611996"/>
              <a:gd name="connsiteX64" fmla="*/ 306041 w 611925"/>
              <a:gd name="connsiteY64" fmla="*/ 381375 h 611996"/>
              <a:gd name="connsiteX65" fmla="*/ 299759 w 611925"/>
              <a:gd name="connsiteY65" fmla="*/ 375093 h 611996"/>
              <a:gd name="connsiteX66" fmla="*/ 299759 w 611925"/>
              <a:gd name="connsiteY66" fmla="*/ 318561 h 611996"/>
              <a:gd name="connsiteX67" fmla="*/ 304200 w 611925"/>
              <a:gd name="connsiteY67" fmla="*/ 307837 h 611996"/>
              <a:gd name="connsiteX68" fmla="*/ 333006 w 611925"/>
              <a:gd name="connsiteY68" fmla="*/ 279028 h 611996"/>
              <a:gd name="connsiteX69" fmla="*/ 343729 w 611925"/>
              <a:gd name="connsiteY69" fmla="*/ 274586 h 611996"/>
              <a:gd name="connsiteX70" fmla="*/ 406544 w 611925"/>
              <a:gd name="connsiteY70" fmla="*/ 274586 h 611996"/>
              <a:gd name="connsiteX71" fmla="*/ 417264 w 611925"/>
              <a:gd name="connsiteY71" fmla="*/ 270144 h 611996"/>
              <a:gd name="connsiteX72" fmla="*/ 446070 w 611925"/>
              <a:gd name="connsiteY72" fmla="*/ 241335 h 611996"/>
              <a:gd name="connsiteX73" fmla="*/ 456793 w 611925"/>
              <a:gd name="connsiteY73" fmla="*/ 236893 h 611996"/>
              <a:gd name="connsiteX74" fmla="*/ 475638 w 611925"/>
              <a:gd name="connsiteY74" fmla="*/ 236893 h 611996"/>
              <a:gd name="connsiteX75" fmla="*/ 481919 w 611925"/>
              <a:gd name="connsiteY75" fmla="*/ 230611 h 611996"/>
              <a:gd name="connsiteX76" fmla="*/ 481919 w 611925"/>
              <a:gd name="connsiteY76" fmla="*/ 211766 h 611996"/>
              <a:gd name="connsiteX77" fmla="*/ 475638 w 611925"/>
              <a:gd name="connsiteY77" fmla="*/ 205484 h 611996"/>
              <a:gd name="connsiteX78" fmla="*/ 456795 w 611925"/>
              <a:gd name="connsiteY78" fmla="*/ 205484 h 611996"/>
              <a:gd name="connsiteX79" fmla="*/ 446072 w 611925"/>
              <a:gd name="connsiteY79" fmla="*/ 209925 h 611996"/>
              <a:gd name="connsiteX80" fmla="*/ 417264 w 611925"/>
              <a:gd name="connsiteY80" fmla="*/ 238735 h 611996"/>
              <a:gd name="connsiteX81" fmla="*/ 406541 w 611925"/>
              <a:gd name="connsiteY81" fmla="*/ 243176 h 611996"/>
              <a:gd name="connsiteX82" fmla="*/ 344071 w 611925"/>
              <a:gd name="connsiteY82" fmla="*/ 243170 h 611996"/>
              <a:gd name="connsiteX83" fmla="*/ 337789 w 611925"/>
              <a:gd name="connsiteY83" fmla="*/ 236888 h 611996"/>
              <a:gd name="connsiteX84" fmla="*/ 337789 w 611925"/>
              <a:gd name="connsiteY84" fmla="*/ 211760 h 611996"/>
              <a:gd name="connsiteX85" fmla="*/ 342212 w 611925"/>
              <a:gd name="connsiteY85" fmla="*/ 201018 h 611996"/>
              <a:gd name="connsiteX86" fmla="*/ 370711 w 611925"/>
              <a:gd name="connsiteY86" fmla="*/ 172246 h 611996"/>
              <a:gd name="connsiteX87" fmla="*/ 381416 w 611925"/>
              <a:gd name="connsiteY87" fmla="*/ 167785 h 611996"/>
              <a:gd name="connsiteX88" fmla="*/ 437948 w 611925"/>
              <a:gd name="connsiteY88" fmla="*/ 167785 h 611996"/>
              <a:gd name="connsiteX89" fmla="*/ 444231 w 611925"/>
              <a:gd name="connsiteY89" fmla="*/ 161503 h 611996"/>
              <a:gd name="connsiteX90" fmla="*/ 444231 w 611925"/>
              <a:gd name="connsiteY90" fmla="*/ 142656 h 611996"/>
              <a:gd name="connsiteX91" fmla="*/ 437948 w 611925"/>
              <a:gd name="connsiteY91" fmla="*/ 136374 h 611996"/>
              <a:gd name="connsiteX92" fmla="*/ 412821 w 611925"/>
              <a:gd name="connsiteY92" fmla="*/ 136374 h 611996"/>
              <a:gd name="connsiteX93" fmla="*/ 406539 w 611925"/>
              <a:gd name="connsiteY93" fmla="*/ 130092 h 611996"/>
              <a:gd name="connsiteX94" fmla="*/ 406539 w 611925"/>
              <a:gd name="connsiteY94" fmla="*/ 104964 h 611996"/>
              <a:gd name="connsiteX95" fmla="*/ 412821 w 611925"/>
              <a:gd name="connsiteY95" fmla="*/ 98682 h 611996"/>
              <a:gd name="connsiteX96" fmla="*/ 478929 w 611925"/>
              <a:gd name="connsiteY96" fmla="*/ 98689 h 611996"/>
              <a:gd name="connsiteX97" fmla="*/ 575893 w 611925"/>
              <a:gd name="connsiteY97" fmla="*/ 299470 h 611996"/>
              <a:gd name="connsiteX98" fmla="*/ 555454 w 611925"/>
              <a:gd name="connsiteY98" fmla="*/ 279029 h 611996"/>
              <a:gd name="connsiteX99" fmla="*/ 544731 w 611925"/>
              <a:gd name="connsiteY99" fmla="*/ 274587 h 611996"/>
              <a:gd name="connsiteX100" fmla="*/ 525891 w 611925"/>
              <a:gd name="connsiteY100" fmla="*/ 274587 h 611996"/>
              <a:gd name="connsiteX101" fmla="*/ 519609 w 611925"/>
              <a:gd name="connsiteY101" fmla="*/ 280869 h 611996"/>
              <a:gd name="connsiteX102" fmla="*/ 519609 w 611925"/>
              <a:gd name="connsiteY102" fmla="*/ 306000 h 611996"/>
              <a:gd name="connsiteX103" fmla="*/ 524050 w 611925"/>
              <a:gd name="connsiteY103" fmla="*/ 316724 h 611996"/>
              <a:gd name="connsiteX104" fmla="*/ 546576 w 611925"/>
              <a:gd name="connsiteY104" fmla="*/ 339242 h 611996"/>
              <a:gd name="connsiteX105" fmla="*/ 551017 w 611925"/>
              <a:gd name="connsiteY105" fmla="*/ 349965 h 611996"/>
              <a:gd name="connsiteX106" fmla="*/ 551017 w 611925"/>
              <a:gd name="connsiteY106" fmla="*/ 375093 h 611996"/>
              <a:gd name="connsiteX107" fmla="*/ 546576 w 611925"/>
              <a:gd name="connsiteY107" fmla="*/ 385818 h 611996"/>
              <a:gd name="connsiteX108" fmla="*/ 524050 w 611925"/>
              <a:gd name="connsiteY108" fmla="*/ 408344 h 611996"/>
              <a:gd name="connsiteX109" fmla="*/ 519609 w 611925"/>
              <a:gd name="connsiteY109" fmla="*/ 419068 h 611996"/>
              <a:gd name="connsiteX110" fmla="*/ 519609 w 611925"/>
              <a:gd name="connsiteY110" fmla="*/ 470764 h 611996"/>
              <a:gd name="connsiteX111" fmla="*/ 431774 w 611925"/>
              <a:gd name="connsiteY111" fmla="*/ 544814 h 61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11925" h="611996">
                <a:moveTo>
                  <a:pt x="307999" y="6"/>
                </a:moveTo>
                <a:cubicBezTo>
                  <a:pt x="307320" y="0"/>
                  <a:pt x="305913" y="0"/>
                  <a:pt x="305913" y="0"/>
                </a:cubicBezTo>
                <a:cubicBezTo>
                  <a:pt x="137889" y="12"/>
                  <a:pt x="1112" y="135661"/>
                  <a:pt x="7" y="303959"/>
                </a:cubicBezTo>
                <a:cubicBezTo>
                  <a:pt x="-1128" y="472956"/>
                  <a:pt x="134937" y="610864"/>
                  <a:pt x="303923" y="611994"/>
                </a:cubicBezTo>
                <a:cubicBezTo>
                  <a:pt x="304617" y="612000"/>
                  <a:pt x="305298" y="611994"/>
                  <a:pt x="305990" y="611994"/>
                </a:cubicBezTo>
                <a:cubicBezTo>
                  <a:pt x="474015" y="611994"/>
                  <a:pt x="610785" y="476327"/>
                  <a:pt x="611919" y="308035"/>
                </a:cubicBezTo>
                <a:cubicBezTo>
                  <a:pt x="613032" y="139032"/>
                  <a:pt x="476967" y="1130"/>
                  <a:pt x="307999" y="6"/>
                </a:cubicBezTo>
                <a:close/>
                <a:moveTo>
                  <a:pt x="274632" y="37760"/>
                </a:moveTo>
                <a:lnTo>
                  <a:pt x="274632" y="54707"/>
                </a:lnTo>
                <a:cubicBezTo>
                  <a:pt x="274417" y="58685"/>
                  <a:pt x="272850" y="62469"/>
                  <a:pt x="270190" y="65435"/>
                </a:cubicBezTo>
                <a:lnTo>
                  <a:pt x="241384" y="94244"/>
                </a:lnTo>
                <a:cubicBezTo>
                  <a:pt x="238420" y="96902"/>
                  <a:pt x="234638" y="98469"/>
                  <a:pt x="230662" y="98685"/>
                </a:cubicBezTo>
                <a:lnTo>
                  <a:pt x="174130" y="98685"/>
                </a:lnTo>
                <a:cubicBezTo>
                  <a:pt x="170666" y="98696"/>
                  <a:pt x="167859" y="101503"/>
                  <a:pt x="167848" y="104967"/>
                </a:cubicBezTo>
                <a:lnTo>
                  <a:pt x="167848" y="130095"/>
                </a:lnTo>
                <a:cubicBezTo>
                  <a:pt x="167859" y="133561"/>
                  <a:pt x="170665" y="136367"/>
                  <a:pt x="174130" y="136377"/>
                </a:cubicBezTo>
                <a:lnTo>
                  <a:pt x="230663" y="136377"/>
                </a:lnTo>
                <a:cubicBezTo>
                  <a:pt x="234128" y="136389"/>
                  <a:pt x="236934" y="139195"/>
                  <a:pt x="236945" y="142659"/>
                </a:cubicBezTo>
                <a:lnTo>
                  <a:pt x="236945" y="167794"/>
                </a:lnTo>
                <a:cubicBezTo>
                  <a:pt x="236935" y="171259"/>
                  <a:pt x="234129" y="174066"/>
                  <a:pt x="230663" y="174076"/>
                </a:cubicBezTo>
                <a:lnTo>
                  <a:pt x="205535" y="174076"/>
                </a:lnTo>
                <a:cubicBezTo>
                  <a:pt x="201560" y="174293"/>
                  <a:pt x="197777" y="175859"/>
                  <a:pt x="194812" y="178518"/>
                </a:cubicBezTo>
                <a:lnTo>
                  <a:pt x="172288" y="201045"/>
                </a:lnTo>
                <a:cubicBezTo>
                  <a:pt x="169630" y="204009"/>
                  <a:pt x="168063" y="207793"/>
                  <a:pt x="167846" y="211769"/>
                </a:cubicBezTo>
                <a:lnTo>
                  <a:pt x="167846" y="236897"/>
                </a:lnTo>
                <a:cubicBezTo>
                  <a:pt x="167631" y="240872"/>
                  <a:pt x="166064" y="244656"/>
                  <a:pt x="163405" y="247620"/>
                </a:cubicBezTo>
                <a:lnTo>
                  <a:pt x="140882" y="270144"/>
                </a:lnTo>
                <a:cubicBezTo>
                  <a:pt x="137918" y="272802"/>
                  <a:pt x="134136" y="274369"/>
                  <a:pt x="130160" y="274586"/>
                </a:cubicBezTo>
                <a:lnTo>
                  <a:pt x="105032" y="274586"/>
                </a:lnTo>
                <a:cubicBezTo>
                  <a:pt x="101056" y="274369"/>
                  <a:pt x="97273" y="272802"/>
                  <a:pt x="94309" y="270144"/>
                </a:cubicBezTo>
                <a:lnTo>
                  <a:pt x="71785" y="247617"/>
                </a:lnTo>
                <a:cubicBezTo>
                  <a:pt x="68820" y="244958"/>
                  <a:pt x="65037" y="243392"/>
                  <a:pt x="61062" y="243175"/>
                </a:cubicBezTo>
                <a:lnTo>
                  <a:pt x="43350" y="243175"/>
                </a:lnTo>
                <a:cubicBezTo>
                  <a:pt x="69468" y="134436"/>
                  <a:pt x="161672" y="50934"/>
                  <a:pt x="274632" y="37760"/>
                </a:cubicBezTo>
                <a:close/>
                <a:moveTo>
                  <a:pt x="92472" y="471172"/>
                </a:moveTo>
                <a:lnTo>
                  <a:pt x="92472" y="456772"/>
                </a:lnTo>
                <a:cubicBezTo>
                  <a:pt x="92256" y="452796"/>
                  <a:pt x="90689" y="449013"/>
                  <a:pt x="88031" y="446048"/>
                </a:cubicBezTo>
                <a:lnTo>
                  <a:pt x="65506" y="423521"/>
                </a:lnTo>
                <a:cubicBezTo>
                  <a:pt x="62847" y="420556"/>
                  <a:pt x="61280" y="416773"/>
                  <a:pt x="61064" y="412797"/>
                </a:cubicBezTo>
                <a:lnTo>
                  <a:pt x="61064" y="356256"/>
                </a:lnTo>
                <a:cubicBezTo>
                  <a:pt x="61280" y="352280"/>
                  <a:pt x="62848" y="348497"/>
                  <a:pt x="65506" y="345532"/>
                </a:cubicBezTo>
                <a:lnTo>
                  <a:pt x="94312" y="316723"/>
                </a:lnTo>
                <a:cubicBezTo>
                  <a:pt x="97276" y="314065"/>
                  <a:pt x="101059" y="312498"/>
                  <a:pt x="105035" y="312281"/>
                </a:cubicBezTo>
                <a:lnTo>
                  <a:pt x="123879" y="312281"/>
                </a:lnTo>
                <a:cubicBezTo>
                  <a:pt x="127855" y="312498"/>
                  <a:pt x="131637" y="314065"/>
                  <a:pt x="134602" y="316723"/>
                </a:cubicBezTo>
                <a:lnTo>
                  <a:pt x="194815" y="376942"/>
                </a:lnTo>
                <a:cubicBezTo>
                  <a:pt x="197780" y="379601"/>
                  <a:pt x="201562" y="381167"/>
                  <a:pt x="205538" y="381384"/>
                </a:cubicBezTo>
                <a:lnTo>
                  <a:pt x="230666" y="381384"/>
                </a:lnTo>
                <a:cubicBezTo>
                  <a:pt x="234131" y="381396"/>
                  <a:pt x="236937" y="384201"/>
                  <a:pt x="236948" y="387666"/>
                </a:cubicBezTo>
                <a:lnTo>
                  <a:pt x="236948" y="446714"/>
                </a:lnTo>
                <a:cubicBezTo>
                  <a:pt x="236731" y="450690"/>
                  <a:pt x="235164" y="454473"/>
                  <a:pt x="232506" y="457438"/>
                </a:cubicBezTo>
                <a:lnTo>
                  <a:pt x="206209" y="483732"/>
                </a:lnTo>
                <a:cubicBezTo>
                  <a:pt x="203548" y="486695"/>
                  <a:pt x="201981" y="490479"/>
                  <a:pt x="201768" y="494456"/>
                </a:cubicBezTo>
                <a:lnTo>
                  <a:pt x="201768" y="517074"/>
                </a:lnTo>
                <a:cubicBezTo>
                  <a:pt x="201551" y="521050"/>
                  <a:pt x="199984" y="524833"/>
                  <a:pt x="197327" y="527798"/>
                </a:cubicBezTo>
                <a:lnTo>
                  <a:pt x="180191" y="544939"/>
                </a:lnTo>
                <a:cubicBezTo>
                  <a:pt x="146040" y="526864"/>
                  <a:pt x="116136" y="501716"/>
                  <a:pt x="92472" y="471172"/>
                </a:cubicBezTo>
                <a:close/>
                <a:moveTo>
                  <a:pt x="431774" y="544814"/>
                </a:moveTo>
                <a:lnTo>
                  <a:pt x="417264" y="530312"/>
                </a:lnTo>
                <a:cubicBezTo>
                  <a:pt x="414605" y="527347"/>
                  <a:pt x="413038" y="523564"/>
                  <a:pt x="412823" y="519588"/>
                </a:cubicBezTo>
                <a:lnTo>
                  <a:pt x="412823" y="425350"/>
                </a:lnTo>
                <a:cubicBezTo>
                  <a:pt x="412607" y="421374"/>
                  <a:pt x="411040" y="417591"/>
                  <a:pt x="408382" y="414627"/>
                </a:cubicBezTo>
                <a:lnTo>
                  <a:pt x="379575" y="385818"/>
                </a:lnTo>
                <a:cubicBezTo>
                  <a:pt x="376611" y="383160"/>
                  <a:pt x="372829" y="381592"/>
                  <a:pt x="368853" y="381375"/>
                </a:cubicBezTo>
                <a:lnTo>
                  <a:pt x="306041" y="381375"/>
                </a:lnTo>
                <a:cubicBezTo>
                  <a:pt x="302576" y="381365"/>
                  <a:pt x="299769" y="378559"/>
                  <a:pt x="299759" y="375093"/>
                </a:cubicBezTo>
                <a:lnTo>
                  <a:pt x="299759" y="318561"/>
                </a:lnTo>
                <a:cubicBezTo>
                  <a:pt x="299975" y="314585"/>
                  <a:pt x="301542" y="310802"/>
                  <a:pt x="304200" y="307837"/>
                </a:cubicBezTo>
                <a:lnTo>
                  <a:pt x="333006" y="279028"/>
                </a:lnTo>
                <a:cubicBezTo>
                  <a:pt x="335971" y="276370"/>
                  <a:pt x="339753" y="274803"/>
                  <a:pt x="343729" y="274586"/>
                </a:cubicBezTo>
                <a:lnTo>
                  <a:pt x="406544" y="274586"/>
                </a:lnTo>
                <a:cubicBezTo>
                  <a:pt x="410519" y="274369"/>
                  <a:pt x="414300" y="272802"/>
                  <a:pt x="417264" y="270144"/>
                </a:cubicBezTo>
                <a:lnTo>
                  <a:pt x="446070" y="241335"/>
                </a:lnTo>
                <a:cubicBezTo>
                  <a:pt x="449034" y="238676"/>
                  <a:pt x="452817" y="237110"/>
                  <a:pt x="456793" y="236893"/>
                </a:cubicBezTo>
                <a:lnTo>
                  <a:pt x="475638" y="236893"/>
                </a:lnTo>
                <a:cubicBezTo>
                  <a:pt x="479103" y="236883"/>
                  <a:pt x="481910" y="234076"/>
                  <a:pt x="481919" y="230611"/>
                </a:cubicBezTo>
                <a:lnTo>
                  <a:pt x="481919" y="211766"/>
                </a:lnTo>
                <a:cubicBezTo>
                  <a:pt x="481908" y="208301"/>
                  <a:pt x="479102" y="205495"/>
                  <a:pt x="475638" y="205484"/>
                </a:cubicBezTo>
                <a:lnTo>
                  <a:pt x="456795" y="205484"/>
                </a:lnTo>
                <a:cubicBezTo>
                  <a:pt x="452819" y="205700"/>
                  <a:pt x="449037" y="207267"/>
                  <a:pt x="446072" y="209925"/>
                </a:cubicBezTo>
                <a:lnTo>
                  <a:pt x="417264" y="238735"/>
                </a:lnTo>
                <a:cubicBezTo>
                  <a:pt x="414299" y="241392"/>
                  <a:pt x="410517" y="242959"/>
                  <a:pt x="406541" y="243176"/>
                </a:cubicBezTo>
                <a:lnTo>
                  <a:pt x="344071" y="243170"/>
                </a:lnTo>
                <a:cubicBezTo>
                  <a:pt x="340605" y="243162"/>
                  <a:pt x="337797" y="240354"/>
                  <a:pt x="337789" y="236888"/>
                </a:cubicBezTo>
                <a:lnTo>
                  <a:pt x="337789" y="211760"/>
                </a:lnTo>
                <a:cubicBezTo>
                  <a:pt x="338004" y="207782"/>
                  <a:pt x="339563" y="203994"/>
                  <a:pt x="342212" y="201018"/>
                </a:cubicBezTo>
                <a:lnTo>
                  <a:pt x="370711" y="172246"/>
                </a:lnTo>
                <a:cubicBezTo>
                  <a:pt x="373663" y="169577"/>
                  <a:pt x="377442" y="168002"/>
                  <a:pt x="381416" y="167785"/>
                </a:cubicBezTo>
                <a:lnTo>
                  <a:pt x="437948" y="167785"/>
                </a:lnTo>
                <a:cubicBezTo>
                  <a:pt x="441414" y="167775"/>
                  <a:pt x="444220" y="164969"/>
                  <a:pt x="444231" y="161503"/>
                </a:cubicBezTo>
                <a:lnTo>
                  <a:pt x="444231" y="142656"/>
                </a:lnTo>
                <a:cubicBezTo>
                  <a:pt x="444220" y="139192"/>
                  <a:pt x="441413" y="136385"/>
                  <a:pt x="437948" y="136374"/>
                </a:cubicBezTo>
                <a:lnTo>
                  <a:pt x="412821" y="136374"/>
                </a:lnTo>
                <a:cubicBezTo>
                  <a:pt x="409355" y="136364"/>
                  <a:pt x="406549" y="133558"/>
                  <a:pt x="406539" y="130092"/>
                </a:cubicBezTo>
                <a:lnTo>
                  <a:pt x="406539" y="104964"/>
                </a:lnTo>
                <a:cubicBezTo>
                  <a:pt x="406550" y="101500"/>
                  <a:pt x="409356" y="98694"/>
                  <a:pt x="412821" y="98682"/>
                </a:cubicBezTo>
                <a:lnTo>
                  <a:pt x="478929" y="98689"/>
                </a:lnTo>
                <a:cubicBezTo>
                  <a:pt x="536726" y="147007"/>
                  <a:pt x="573969" y="218993"/>
                  <a:pt x="575893" y="299470"/>
                </a:cubicBezTo>
                <a:lnTo>
                  <a:pt x="555454" y="279029"/>
                </a:lnTo>
                <a:cubicBezTo>
                  <a:pt x="552490" y="276371"/>
                  <a:pt x="548707" y="274804"/>
                  <a:pt x="544731" y="274587"/>
                </a:cubicBezTo>
                <a:lnTo>
                  <a:pt x="525891" y="274587"/>
                </a:lnTo>
                <a:cubicBezTo>
                  <a:pt x="522427" y="274598"/>
                  <a:pt x="519620" y="277404"/>
                  <a:pt x="519609" y="280869"/>
                </a:cubicBezTo>
                <a:lnTo>
                  <a:pt x="519609" y="306000"/>
                </a:lnTo>
                <a:cubicBezTo>
                  <a:pt x="519825" y="309976"/>
                  <a:pt x="521391" y="313759"/>
                  <a:pt x="524050" y="316724"/>
                </a:cubicBezTo>
                <a:lnTo>
                  <a:pt x="546576" y="339242"/>
                </a:lnTo>
                <a:cubicBezTo>
                  <a:pt x="549234" y="342207"/>
                  <a:pt x="550801" y="345990"/>
                  <a:pt x="551017" y="349965"/>
                </a:cubicBezTo>
                <a:lnTo>
                  <a:pt x="551017" y="375093"/>
                </a:lnTo>
                <a:cubicBezTo>
                  <a:pt x="550801" y="379070"/>
                  <a:pt x="549235" y="382854"/>
                  <a:pt x="546576" y="385818"/>
                </a:cubicBezTo>
                <a:lnTo>
                  <a:pt x="524050" y="408344"/>
                </a:lnTo>
                <a:cubicBezTo>
                  <a:pt x="521392" y="411309"/>
                  <a:pt x="519825" y="415092"/>
                  <a:pt x="519609" y="419068"/>
                </a:cubicBezTo>
                <a:lnTo>
                  <a:pt x="519609" y="470764"/>
                </a:lnTo>
                <a:cubicBezTo>
                  <a:pt x="495921" y="501404"/>
                  <a:pt x="465979" y="526648"/>
                  <a:pt x="431774" y="544814"/>
                </a:cubicBezTo>
                <a:close/>
              </a:path>
            </a:pathLst>
          </a:custGeom>
          <a:solidFill>
            <a:schemeClr val="bg1"/>
          </a:solidFill>
          <a:ln w="714" cap="flat">
            <a:noFill/>
            <a:prstDash val="solid"/>
            <a:miter/>
          </a:ln>
        </p:spPr>
        <p:txBody>
          <a:bodyPr rtlCol="0" anchor="ctr"/>
          <a:lstStyle/>
          <a:p>
            <a:endParaRPr lang="de-DE" sz="1275"/>
          </a:p>
        </p:txBody>
      </p:sp>
      <p:sp>
        <p:nvSpPr>
          <p:cNvPr id="50" name="Grafik 35">
            <a:extLst>
              <a:ext uri="{FF2B5EF4-FFF2-40B4-BE49-F238E27FC236}">
                <a16:creationId xmlns:a16="http://schemas.microsoft.com/office/drawing/2014/main" id="{2824F7AB-806B-4080-9645-D8FC1040E9AC}"/>
              </a:ext>
            </a:extLst>
          </p:cNvPr>
          <p:cNvSpPr/>
          <p:nvPr userDrawn="1"/>
        </p:nvSpPr>
        <p:spPr>
          <a:xfrm>
            <a:off x="1634245" y="4186140"/>
            <a:ext cx="418500" cy="418500"/>
          </a:xfrm>
          <a:custGeom>
            <a:avLst/>
            <a:gdLst>
              <a:gd name="connsiteX0" fmla="*/ 306000 w 612000"/>
              <a:gd name="connsiteY0" fmla="*/ 0 h 612000"/>
              <a:gd name="connsiteX1" fmla="*/ 0 w 612000"/>
              <a:gd name="connsiteY1" fmla="*/ 306000 h 612000"/>
              <a:gd name="connsiteX2" fmla="*/ 306000 w 612000"/>
              <a:gd name="connsiteY2" fmla="*/ 612000 h 612000"/>
              <a:gd name="connsiteX3" fmla="*/ 612000 w 612000"/>
              <a:gd name="connsiteY3" fmla="*/ 306000 h 612000"/>
              <a:gd name="connsiteX4" fmla="*/ 306000 w 612000"/>
              <a:gd name="connsiteY4" fmla="*/ 0 h 612000"/>
              <a:gd name="connsiteX5" fmla="*/ 179662 w 612000"/>
              <a:gd name="connsiteY5" fmla="*/ 524128 h 612000"/>
              <a:gd name="connsiteX6" fmla="*/ 127809 w 612000"/>
              <a:gd name="connsiteY6" fmla="*/ 484191 h 612000"/>
              <a:gd name="connsiteX7" fmla="*/ 125610 w 612000"/>
              <a:gd name="connsiteY7" fmla="*/ 482286 h 612000"/>
              <a:gd name="connsiteX8" fmla="*/ 125610 w 612000"/>
              <a:gd name="connsiteY8" fmla="*/ 451872 h 612000"/>
              <a:gd name="connsiteX9" fmla="*/ 179662 w 612000"/>
              <a:gd name="connsiteY9" fmla="*/ 397817 h 612000"/>
              <a:gd name="connsiteX10" fmla="*/ 179662 w 612000"/>
              <a:gd name="connsiteY10" fmla="*/ 524128 h 612000"/>
              <a:gd name="connsiteX11" fmla="*/ 287662 w 612000"/>
              <a:gd name="connsiteY11" fmla="*/ 557307 h 612000"/>
              <a:gd name="connsiteX12" fmla="*/ 233637 w 612000"/>
              <a:gd name="connsiteY12" fmla="*/ 547428 h 612000"/>
              <a:gd name="connsiteX13" fmla="*/ 233637 w 612000"/>
              <a:gd name="connsiteY13" fmla="*/ 363240 h 612000"/>
              <a:gd name="connsiteX14" fmla="*/ 275685 w 612000"/>
              <a:gd name="connsiteY14" fmla="*/ 405229 h 612000"/>
              <a:gd name="connsiteX15" fmla="*/ 287675 w 612000"/>
              <a:gd name="connsiteY15" fmla="*/ 417435 h 612000"/>
              <a:gd name="connsiteX16" fmla="*/ 395640 w 612000"/>
              <a:gd name="connsiteY16" fmla="*/ 541451 h 612000"/>
              <a:gd name="connsiteX17" fmla="*/ 341928 w 612000"/>
              <a:gd name="connsiteY17" fmla="*/ 555460 h 612000"/>
              <a:gd name="connsiteX18" fmla="*/ 341618 w 612000"/>
              <a:gd name="connsiteY18" fmla="*/ 380023 h 612000"/>
              <a:gd name="connsiteX19" fmla="*/ 395640 w 612000"/>
              <a:gd name="connsiteY19" fmla="*/ 325800 h 612000"/>
              <a:gd name="connsiteX20" fmla="*/ 395640 w 612000"/>
              <a:gd name="connsiteY20" fmla="*/ 541451 h 612000"/>
              <a:gd name="connsiteX21" fmla="*/ 503629 w 612000"/>
              <a:gd name="connsiteY21" fmla="*/ 461922 h 612000"/>
              <a:gd name="connsiteX22" fmla="*/ 484189 w 612000"/>
              <a:gd name="connsiteY22" fmla="*/ 484191 h 612000"/>
              <a:gd name="connsiteX23" fmla="*/ 449616 w 612000"/>
              <a:gd name="connsiteY23" fmla="*/ 513135 h 612000"/>
              <a:gd name="connsiteX24" fmla="*/ 449640 w 612000"/>
              <a:gd name="connsiteY24" fmla="*/ 292674 h 612000"/>
              <a:gd name="connsiteX25" fmla="*/ 457910 w 612000"/>
              <a:gd name="connsiteY25" fmla="*/ 300640 h 612000"/>
              <a:gd name="connsiteX26" fmla="*/ 483636 w 612000"/>
              <a:gd name="connsiteY26" fmla="*/ 326364 h 612000"/>
              <a:gd name="connsiteX27" fmla="*/ 503626 w 612000"/>
              <a:gd name="connsiteY27" fmla="*/ 346756 h 612000"/>
              <a:gd name="connsiteX28" fmla="*/ 503655 w 612000"/>
              <a:gd name="connsiteY28" fmla="*/ 306000 h 612000"/>
              <a:gd name="connsiteX29" fmla="*/ 439456 w 612000"/>
              <a:gd name="connsiteY29" fmla="*/ 241456 h 612000"/>
              <a:gd name="connsiteX30" fmla="*/ 296045 w 612000"/>
              <a:gd name="connsiteY30" fmla="*/ 384865 h 612000"/>
              <a:gd name="connsiteX31" fmla="*/ 224045 w 612000"/>
              <a:gd name="connsiteY31" fmla="*/ 312865 h 612000"/>
              <a:gd name="connsiteX32" fmla="*/ 94229 w 612000"/>
              <a:gd name="connsiteY32" fmla="*/ 442681 h 612000"/>
              <a:gd name="connsiteX33" fmla="*/ 62801 w 612000"/>
              <a:gd name="connsiteY33" fmla="*/ 372288 h 612000"/>
              <a:gd name="connsiteX34" fmla="*/ 224045 w 612000"/>
              <a:gd name="connsiteY34" fmla="*/ 211042 h 612000"/>
              <a:gd name="connsiteX35" fmla="*/ 296045 w 612000"/>
              <a:gd name="connsiteY35" fmla="*/ 283042 h 612000"/>
              <a:gd name="connsiteX36" fmla="*/ 388544 w 612000"/>
              <a:gd name="connsiteY36" fmla="*/ 190544 h 612000"/>
              <a:gd name="connsiteX37" fmla="*/ 324255 w 612000"/>
              <a:gd name="connsiteY37" fmla="*/ 126340 h 612000"/>
              <a:gd name="connsiteX38" fmla="*/ 485618 w 612000"/>
              <a:gd name="connsiteY38" fmla="*/ 126382 h 612000"/>
              <a:gd name="connsiteX39" fmla="*/ 503668 w 612000"/>
              <a:gd name="connsiteY39" fmla="*/ 144332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2000" h="612000">
                <a:moveTo>
                  <a:pt x="306000" y="0"/>
                </a:moveTo>
                <a:cubicBezTo>
                  <a:pt x="137001" y="0"/>
                  <a:pt x="0" y="137001"/>
                  <a:pt x="0" y="306000"/>
                </a:cubicBezTo>
                <a:cubicBezTo>
                  <a:pt x="0" y="474999"/>
                  <a:pt x="137001" y="612000"/>
                  <a:pt x="306000" y="612000"/>
                </a:cubicBezTo>
                <a:cubicBezTo>
                  <a:pt x="474999" y="612000"/>
                  <a:pt x="612000" y="474999"/>
                  <a:pt x="612000" y="306000"/>
                </a:cubicBezTo>
                <a:cubicBezTo>
                  <a:pt x="612000" y="137001"/>
                  <a:pt x="474999" y="0"/>
                  <a:pt x="306000" y="0"/>
                </a:cubicBezTo>
                <a:close/>
                <a:moveTo>
                  <a:pt x="179662" y="524128"/>
                </a:moveTo>
                <a:cubicBezTo>
                  <a:pt x="160697" y="513154"/>
                  <a:pt x="143262" y="499725"/>
                  <a:pt x="127809" y="484191"/>
                </a:cubicBezTo>
                <a:cubicBezTo>
                  <a:pt x="127181" y="483562"/>
                  <a:pt x="126232" y="482921"/>
                  <a:pt x="125610" y="482286"/>
                </a:cubicBezTo>
                <a:lnTo>
                  <a:pt x="125610" y="451872"/>
                </a:lnTo>
                <a:lnTo>
                  <a:pt x="179662" y="397817"/>
                </a:lnTo>
                <a:lnTo>
                  <a:pt x="179662" y="524128"/>
                </a:lnTo>
                <a:close/>
                <a:moveTo>
                  <a:pt x="287662" y="557307"/>
                </a:moveTo>
                <a:cubicBezTo>
                  <a:pt x="269346" y="556006"/>
                  <a:pt x="251228" y="552694"/>
                  <a:pt x="233637" y="547428"/>
                </a:cubicBezTo>
                <a:lnTo>
                  <a:pt x="233637" y="363240"/>
                </a:lnTo>
                <a:lnTo>
                  <a:pt x="275685" y="405229"/>
                </a:lnTo>
                <a:lnTo>
                  <a:pt x="287675" y="417435"/>
                </a:lnTo>
                <a:close/>
                <a:moveTo>
                  <a:pt x="395640" y="541451"/>
                </a:moveTo>
                <a:cubicBezTo>
                  <a:pt x="378323" y="548133"/>
                  <a:pt x="360303" y="552833"/>
                  <a:pt x="341928" y="555460"/>
                </a:cubicBezTo>
                <a:lnTo>
                  <a:pt x="341618" y="380023"/>
                </a:lnTo>
                <a:lnTo>
                  <a:pt x="395640" y="325800"/>
                </a:lnTo>
                <a:lnTo>
                  <a:pt x="395640" y="541451"/>
                </a:lnTo>
                <a:close/>
                <a:moveTo>
                  <a:pt x="503629" y="461922"/>
                </a:moveTo>
                <a:cubicBezTo>
                  <a:pt x="497593" y="469721"/>
                  <a:pt x="491102" y="477157"/>
                  <a:pt x="484189" y="484191"/>
                </a:cubicBezTo>
                <a:cubicBezTo>
                  <a:pt x="473528" y="494826"/>
                  <a:pt x="461961" y="504510"/>
                  <a:pt x="449616" y="513135"/>
                </a:cubicBezTo>
                <a:lnTo>
                  <a:pt x="449640" y="292674"/>
                </a:lnTo>
                <a:lnTo>
                  <a:pt x="457910" y="300640"/>
                </a:lnTo>
                <a:lnTo>
                  <a:pt x="483636" y="326364"/>
                </a:lnTo>
                <a:lnTo>
                  <a:pt x="503626" y="346756"/>
                </a:lnTo>
                <a:close/>
                <a:moveTo>
                  <a:pt x="503655" y="306000"/>
                </a:moveTo>
                <a:lnTo>
                  <a:pt x="439456" y="241456"/>
                </a:lnTo>
                <a:lnTo>
                  <a:pt x="296045" y="384865"/>
                </a:lnTo>
                <a:lnTo>
                  <a:pt x="224045" y="312865"/>
                </a:lnTo>
                <a:lnTo>
                  <a:pt x="94229" y="442681"/>
                </a:lnTo>
                <a:cubicBezTo>
                  <a:pt x="80184" y="420979"/>
                  <a:pt x="69582" y="397233"/>
                  <a:pt x="62801" y="372288"/>
                </a:cubicBezTo>
                <a:lnTo>
                  <a:pt x="224045" y="211042"/>
                </a:lnTo>
                <a:lnTo>
                  <a:pt x="296045" y="283042"/>
                </a:lnTo>
                <a:lnTo>
                  <a:pt x="388544" y="190544"/>
                </a:lnTo>
                <a:lnTo>
                  <a:pt x="324255" y="126340"/>
                </a:lnTo>
                <a:lnTo>
                  <a:pt x="485618" y="126382"/>
                </a:lnTo>
                <a:cubicBezTo>
                  <a:pt x="495559" y="126354"/>
                  <a:pt x="503640" y="134391"/>
                  <a:pt x="503668" y="144332"/>
                </a:cubicBezTo>
                <a:close/>
              </a:path>
            </a:pathLst>
          </a:custGeom>
          <a:solidFill>
            <a:schemeClr val="bg1"/>
          </a:solidFill>
          <a:ln w="714" cap="flat">
            <a:noFill/>
            <a:prstDash val="solid"/>
            <a:miter/>
          </a:ln>
        </p:spPr>
        <p:txBody>
          <a:bodyPr rtlCol="0" anchor="ctr"/>
          <a:lstStyle/>
          <a:p>
            <a:endParaRPr lang="de-DE" sz="1275"/>
          </a:p>
        </p:txBody>
      </p:sp>
      <p:sp>
        <p:nvSpPr>
          <p:cNvPr id="51" name="Grafik 36">
            <a:extLst>
              <a:ext uri="{FF2B5EF4-FFF2-40B4-BE49-F238E27FC236}">
                <a16:creationId xmlns:a16="http://schemas.microsoft.com/office/drawing/2014/main" id="{50536B0B-F3A3-462D-BAFD-A54BBED95040}"/>
              </a:ext>
            </a:extLst>
          </p:cNvPr>
          <p:cNvSpPr>
            <a:spLocks noChangeAspect="1"/>
          </p:cNvSpPr>
          <p:nvPr userDrawn="1"/>
        </p:nvSpPr>
        <p:spPr>
          <a:xfrm>
            <a:off x="918631" y="4186140"/>
            <a:ext cx="366883" cy="378000"/>
          </a:xfrm>
          <a:custGeom>
            <a:avLst/>
            <a:gdLst>
              <a:gd name="connsiteX0" fmla="*/ 180000 w 594000"/>
              <a:gd name="connsiteY0" fmla="*/ 576000 h 612000"/>
              <a:gd name="connsiteX1" fmla="*/ 180000 w 594000"/>
              <a:gd name="connsiteY1" fmla="*/ 447696 h 612000"/>
              <a:gd name="connsiteX2" fmla="*/ 126000 w 594000"/>
              <a:gd name="connsiteY2" fmla="*/ 378000 h 612000"/>
              <a:gd name="connsiteX3" fmla="*/ 126000 w 594000"/>
              <a:gd name="connsiteY3" fmla="*/ 297000 h 612000"/>
              <a:gd name="connsiteX4" fmla="*/ 138672 w 594000"/>
              <a:gd name="connsiteY4" fmla="*/ 239832 h 612000"/>
              <a:gd name="connsiteX5" fmla="*/ 61488 w 594000"/>
              <a:gd name="connsiteY5" fmla="*/ 207216 h 612000"/>
              <a:gd name="connsiteX6" fmla="*/ 0 w 594000"/>
              <a:gd name="connsiteY6" fmla="*/ 306000 h 612000"/>
              <a:gd name="connsiteX7" fmla="*/ 0 w 594000"/>
              <a:gd name="connsiteY7" fmla="*/ 391752 h 612000"/>
              <a:gd name="connsiteX8" fmla="*/ 51120 w 594000"/>
              <a:gd name="connsiteY8" fmla="*/ 442800 h 612000"/>
              <a:gd name="connsiteX9" fmla="*/ 51120 w 594000"/>
              <a:gd name="connsiteY9" fmla="*/ 576000 h 612000"/>
              <a:gd name="connsiteX10" fmla="*/ 86616 w 594000"/>
              <a:gd name="connsiteY10" fmla="*/ 612000 h 612000"/>
              <a:gd name="connsiteX11" fmla="*/ 86832 w 594000"/>
              <a:gd name="connsiteY11" fmla="*/ 612000 h 612000"/>
              <a:gd name="connsiteX12" fmla="*/ 193824 w 594000"/>
              <a:gd name="connsiteY12" fmla="*/ 612000 h 612000"/>
              <a:gd name="connsiteX13" fmla="*/ 180000 w 594000"/>
              <a:gd name="connsiteY13" fmla="*/ 576000 h 612000"/>
              <a:gd name="connsiteX14" fmla="*/ 532512 w 594000"/>
              <a:gd name="connsiteY14" fmla="*/ 207144 h 612000"/>
              <a:gd name="connsiteX15" fmla="*/ 455328 w 594000"/>
              <a:gd name="connsiteY15" fmla="*/ 239760 h 612000"/>
              <a:gd name="connsiteX16" fmla="*/ 468000 w 594000"/>
              <a:gd name="connsiteY16" fmla="*/ 296928 h 612000"/>
              <a:gd name="connsiteX17" fmla="*/ 468000 w 594000"/>
              <a:gd name="connsiteY17" fmla="*/ 378000 h 612000"/>
              <a:gd name="connsiteX18" fmla="*/ 414000 w 594000"/>
              <a:gd name="connsiteY18" fmla="*/ 447696 h 612000"/>
              <a:gd name="connsiteX19" fmla="*/ 414000 w 594000"/>
              <a:gd name="connsiteY19" fmla="*/ 576000 h 612000"/>
              <a:gd name="connsiteX20" fmla="*/ 400176 w 594000"/>
              <a:gd name="connsiteY20" fmla="*/ 612000 h 612000"/>
              <a:gd name="connsiteX21" fmla="*/ 507168 w 594000"/>
              <a:gd name="connsiteY21" fmla="*/ 612000 h 612000"/>
              <a:gd name="connsiteX22" fmla="*/ 542880 w 594000"/>
              <a:gd name="connsiteY22" fmla="*/ 576216 h 612000"/>
              <a:gd name="connsiteX23" fmla="*/ 542880 w 594000"/>
              <a:gd name="connsiteY23" fmla="*/ 576000 h 612000"/>
              <a:gd name="connsiteX24" fmla="*/ 542880 w 594000"/>
              <a:gd name="connsiteY24" fmla="*/ 442800 h 612000"/>
              <a:gd name="connsiteX25" fmla="*/ 594000 w 594000"/>
              <a:gd name="connsiteY25" fmla="*/ 391752 h 612000"/>
              <a:gd name="connsiteX26" fmla="*/ 594000 w 594000"/>
              <a:gd name="connsiteY26" fmla="*/ 306000 h 612000"/>
              <a:gd name="connsiteX27" fmla="*/ 532512 w 594000"/>
              <a:gd name="connsiteY27" fmla="*/ 207144 h 612000"/>
              <a:gd name="connsiteX28" fmla="*/ 450000 w 594000"/>
              <a:gd name="connsiteY28" fmla="*/ 36000 h 612000"/>
              <a:gd name="connsiteX29" fmla="*/ 402912 w 594000"/>
              <a:gd name="connsiteY29" fmla="*/ 49248 h 612000"/>
              <a:gd name="connsiteX30" fmla="*/ 404784 w 594000"/>
              <a:gd name="connsiteY30" fmla="*/ 53424 h 612000"/>
              <a:gd name="connsiteX31" fmla="*/ 387360 w 594000"/>
              <a:gd name="connsiteY31" fmla="*/ 173232 h 612000"/>
              <a:gd name="connsiteX32" fmla="*/ 392544 w 594000"/>
              <a:gd name="connsiteY32" fmla="*/ 175824 h 612000"/>
              <a:gd name="connsiteX33" fmla="*/ 440568 w 594000"/>
              <a:gd name="connsiteY33" fmla="*/ 215496 h 612000"/>
              <a:gd name="connsiteX34" fmla="*/ 539424 w 594000"/>
              <a:gd name="connsiteY34" fmla="*/ 135288 h 612000"/>
              <a:gd name="connsiteX35" fmla="*/ 459216 w 594000"/>
              <a:gd name="connsiteY35" fmla="*/ 36432 h 612000"/>
              <a:gd name="connsiteX36" fmla="*/ 450000 w 594000"/>
              <a:gd name="connsiteY36" fmla="*/ 36000 h 612000"/>
              <a:gd name="connsiteX37" fmla="*/ 396000 w 594000"/>
              <a:gd name="connsiteY37" fmla="*/ 99000 h 612000"/>
              <a:gd name="connsiteX38" fmla="*/ 297000 w 594000"/>
              <a:gd name="connsiteY38" fmla="*/ 198000 h 612000"/>
              <a:gd name="connsiteX39" fmla="*/ 198000 w 594000"/>
              <a:gd name="connsiteY39" fmla="*/ 99000 h 612000"/>
              <a:gd name="connsiteX40" fmla="*/ 297000 w 594000"/>
              <a:gd name="connsiteY40" fmla="*/ 0 h 612000"/>
              <a:gd name="connsiteX41" fmla="*/ 396000 w 594000"/>
              <a:gd name="connsiteY41" fmla="*/ 99000 h 612000"/>
              <a:gd name="connsiteX42" fmla="*/ 384624 w 594000"/>
              <a:gd name="connsiteY42" fmla="*/ 192024 h 612000"/>
              <a:gd name="connsiteX43" fmla="*/ 209304 w 594000"/>
              <a:gd name="connsiteY43" fmla="*/ 192024 h 612000"/>
              <a:gd name="connsiteX44" fmla="*/ 144000 w 594000"/>
              <a:gd name="connsiteY44" fmla="*/ 297000 h 612000"/>
              <a:gd name="connsiteX45" fmla="*/ 144000 w 594000"/>
              <a:gd name="connsiteY45" fmla="*/ 378000 h 612000"/>
              <a:gd name="connsiteX46" fmla="*/ 198000 w 594000"/>
              <a:gd name="connsiteY46" fmla="*/ 432000 h 612000"/>
              <a:gd name="connsiteX47" fmla="*/ 198000 w 594000"/>
              <a:gd name="connsiteY47" fmla="*/ 432000 h 612000"/>
              <a:gd name="connsiteX48" fmla="*/ 198000 w 594000"/>
              <a:gd name="connsiteY48" fmla="*/ 576000 h 612000"/>
              <a:gd name="connsiteX49" fmla="*/ 234000 w 594000"/>
              <a:gd name="connsiteY49" fmla="*/ 612000 h 612000"/>
              <a:gd name="connsiteX50" fmla="*/ 360000 w 594000"/>
              <a:gd name="connsiteY50" fmla="*/ 612000 h 612000"/>
              <a:gd name="connsiteX51" fmla="*/ 396000 w 594000"/>
              <a:gd name="connsiteY51" fmla="*/ 576000 h 612000"/>
              <a:gd name="connsiteX52" fmla="*/ 396000 w 594000"/>
              <a:gd name="connsiteY52" fmla="*/ 432000 h 612000"/>
              <a:gd name="connsiteX53" fmla="*/ 450000 w 594000"/>
              <a:gd name="connsiteY53" fmla="*/ 378000 h 612000"/>
              <a:gd name="connsiteX54" fmla="*/ 450000 w 594000"/>
              <a:gd name="connsiteY54" fmla="*/ 378000 h 612000"/>
              <a:gd name="connsiteX55" fmla="*/ 450000 w 594000"/>
              <a:gd name="connsiteY55" fmla="*/ 297000 h 612000"/>
              <a:gd name="connsiteX56" fmla="*/ 384624 w 594000"/>
              <a:gd name="connsiteY56" fmla="*/ 192024 h 612000"/>
              <a:gd name="connsiteX57" fmla="*/ 297000 w 594000"/>
              <a:gd name="connsiteY57" fmla="*/ 414000 h 612000"/>
              <a:gd name="connsiteX58" fmla="*/ 270000 w 594000"/>
              <a:gd name="connsiteY58" fmla="*/ 378648 h 612000"/>
              <a:gd name="connsiteX59" fmla="*/ 286560 w 594000"/>
              <a:gd name="connsiteY59" fmla="*/ 252000 h 612000"/>
              <a:gd name="connsiteX60" fmla="*/ 308160 w 594000"/>
              <a:gd name="connsiteY60" fmla="*/ 252000 h 612000"/>
              <a:gd name="connsiteX61" fmla="*/ 324000 w 594000"/>
              <a:gd name="connsiteY61" fmla="*/ 378648 h 612000"/>
              <a:gd name="connsiteX62" fmla="*/ 297000 w 594000"/>
              <a:gd name="connsiteY62" fmla="*/ 414000 h 612000"/>
              <a:gd name="connsiteX63" fmla="*/ 153360 w 594000"/>
              <a:gd name="connsiteY63" fmla="*/ 215496 h 612000"/>
              <a:gd name="connsiteX64" fmla="*/ 201384 w 594000"/>
              <a:gd name="connsiteY64" fmla="*/ 175824 h 612000"/>
              <a:gd name="connsiteX65" fmla="*/ 206568 w 594000"/>
              <a:gd name="connsiteY65" fmla="*/ 173232 h 612000"/>
              <a:gd name="connsiteX66" fmla="*/ 189144 w 594000"/>
              <a:gd name="connsiteY66" fmla="*/ 53424 h 612000"/>
              <a:gd name="connsiteX67" fmla="*/ 191016 w 594000"/>
              <a:gd name="connsiteY67" fmla="*/ 49248 h 612000"/>
              <a:gd name="connsiteX68" fmla="*/ 67248 w 594000"/>
              <a:gd name="connsiteY68" fmla="*/ 78912 h 612000"/>
              <a:gd name="connsiteX69" fmla="*/ 96912 w 594000"/>
              <a:gd name="connsiteY69" fmla="*/ 202680 h 612000"/>
              <a:gd name="connsiteX70" fmla="*/ 143928 w 594000"/>
              <a:gd name="connsiteY70" fmla="*/ 215928 h 612000"/>
              <a:gd name="connsiteX71" fmla="*/ 153360 w 594000"/>
              <a:gd name="connsiteY71" fmla="*/ 215496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94000" h="612000">
                <a:moveTo>
                  <a:pt x="180000" y="576000"/>
                </a:moveTo>
                <a:lnTo>
                  <a:pt x="180000" y="447696"/>
                </a:lnTo>
                <a:cubicBezTo>
                  <a:pt x="148248" y="439416"/>
                  <a:pt x="126072" y="410760"/>
                  <a:pt x="126000" y="378000"/>
                </a:cubicBezTo>
                <a:lnTo>
                  <a:pt x="126000" y="297000"/>
                </a:lnTo>
                <a:cubicBezTo>
                  <a:pt x="126000" y="277272"/>
                  <a:pt x="130320" y="257688"/>
                  <a:pt x="138672" y="239832"/>
                </a:cubicBezTo>
                <a:cubicBezTo>
                  <a:pt x="109872" y="238608"/>
                  <a:pt x="82440" y="227016"/>
                  <a:pt x="61488" y="207216"/>
                </a:cubicBezTo>
                <a:cubicBezTo>
                  <a:pt x="23832" y="225720"/>
                  <a:pt x="0" y="264024"/>
                  <a:pt x="0" y="306000"/>
                </a:cubicBezTo>
                <a:lnTo>
                  <a:pt x="0" y="391752"/>
                </a:lnTo>
                <a:cubicBezTo>
                  <a:pt x="0" y="419832"/>
                  <a:pt x="23040" y="442800"/>
                  <a:pt x="51120" y="442800"/>
                </a:cubicBezTo>
                <a:lnTo>
                  <a:pt x="51120" y="576000"/>
                </a:lnTo>
                <a:cubicBezTo>
                  <a:pt x="50976" y="595728"/>
                  <a:pt x="66888" y="611856"/>
                  <a:pt x="86616" y="612000"/>
                </a:cubicBezTo>
                <a:cubicBezTo>
                  <a:pt x="86688" y="612000"/>
                  <a:pt x="86760" y="612000"/>
                  <a:pt x="86832" y="612000"/>
                </a:cubicBezTo>
                <a:lnTo>
                  <a:pt x="193824" y="612000"/>
                </a:lnTo>
                <a:cubicBezTo>
                  <a:pt x="184896" y="602136"/>
                  <a:pt x="180000" y="589320"/>
                  <a:pt x="180000" y="576000"/>
                </a:cubicBezTo>
                <a:close/>
                <a:moveTo>
                  <a:pt x="532512" y="207144"/>
                </a:moveTo>
                <a:cubicBezTo>
                  <a:pt x="511560" y="226944"/>
                  <a:pt x="484128" y="238536"/>
                  <a:pt x="455328" y="239760"/>
                </a:cubicBezTo>
                <a:cubicBezTo>
                  <a:pt x="463680" y="257688"/>
                  <a:pt x="468000" y="277200"/>
                  <a:pt x="468000" y="296928"/>
                </a:cubicBezTo>
                <a:lnTo>
                  <a:pt x="468000" y="378000"/>
                </a:lnTo>
                <a:cubicBezTo>
                  <a:pt x="467928" y="410832"/>
                  <a:pt x="445752" y="439488"/>
                  <a:pt x="414000" y="447696"/>
                </a:cubicBezTo>
                <a:lnTo>
                  <a:pt x="414000" y="576000"/>
                </a:lnTo>
                <a:cubicBezTo>
                  <a:pt x="414000" y="589320"/>
                  <a:pt x="409104" y="602136"/>
                  <a:pt x="400176" y="612000"/>
                </a:cubicBezTo>
                <a:lnTo>
                  <a:pt x="507168" y="612000"/>
                </a:lnTo>
                <a:cubicBezTo>
                  <a:pt x="526896" y="612000"/>
                  <a:pt x="542880" y="595944"/>
                  <a:pt x="542880" y="576216"/>
                </a:cubicBezTo>
                <a:cubicBezTo>
                  <a:pt x="542880" y="576144"/>
                  <a:pt x="542880" y="576072"/>
                  <a:pt x="542880" y="576000"/>
                </a:cubicBezTo>
                <a:lnTo>
                  <a:pt x="542880" y="442800"/>
                </a:lnTo>
                <a:cubicBezTo>
                  <a:pt x="570960" y="442800"/>
                  <a:pt x="594000" y="419832"/>
                  <a:pt x="594000" y="391752"/>
                </a:cubicBezTo>
                <a:lnTo>
                  <a:pt x="594000" y="306000"/>
                </a:lnTo>
                <a:cubicBezTo>
                  <a:pt x="594000" y="264024"/>
                  <a:pt x="570168" y="225720"/>
                  <a:pt x="532512" y="207144"/>
                </a:cubicBezTo>
                <a:close/>
                <a:moveTo>
                  <a:pt x="450000" y="36000"/>
                </a:moveTo>
                <a:cubicBezTo>
                  <a:pt x="433368" y="36000"/>
                  <a:pt x="417096" y="40608"/>
                  <a:pt x="402912" y="49248"/>
                </a:cubicBezTo>
                <a:cubicBezTo>
                  <a:pt x="403560" y="50616"/>
                  <a:pt x="404208" y="51984"/>
                  <a:pt x="404784" y="53424"/>
                </a:cubicBezTo>
                <a:cubicBezTo>
                  <a:pt x="421704" y="93528"/>
                  <a:pt x="415008" y="139680"/>
                  <a:pt x="387360" y="173232"/>
                </a:cubicBezTo>
                <a:lnTo>
                  <a:pt x="392544" y="175824"/>
                </a:lnTo>
                <a:cubicBezTo>
                  <a:pt x="411408" y="185112"/>
                  <a:pt x="427824" y="198720"/>
                  <a:pt x="440568" y="215496"/>
                </a:cubicBezTo>
                <a:cubicBezTo>
                  <a:pt x="490032" y="220680"/>
                  <a:pt x="534240" y="184752"/>
                  <a:pt x="539424" y="135288"/>
                </a:cubicBezTo>
                <a:cubicBezTo>
                  <a:pt x="544608" y="85824"/>
                  <a:pt x="508680" y="41616"/>
                  <a:pt x="459216" y="36432"/>
                </a:cubicBezTo>
                <a:cubicBezTo>
                  <a:pt x="456192" y="36144"/>
                  <a:pt x="453096" y="36000"/>
                  <a:pt x="450000" y="36000"/>
                </a:cubicBezTo>
                <a:close/>
                <a:moveTo>
                  <a:pt x="396000" y="99000"/>
                </a:moveTo>
                <a:cubicBezTo>
                  <a:pt x="396000" y="153648"/>
                  <a:pt x="351648" y="198000"/>
                  <a:pt x="297000" y="198000"/>
                </a:cubicBezTo>
                <a:cubicBezTo>
                  <a:pt x="242352" y="198000"/>
                  <a:pt x="198000" y="153648"/>
                  <a:pt x="198000" y="99000"/>
                </a:cubicBezTo>
                <a:cubicBezTo>
                  <a:pt x="198000" y="44352"/>
                  <a:pt x="242352" y="0"/>
                  <a:pt x="297000" y="0"/>
                </a:cubicBezTo>
                <a:cubicBezTo>
                  <a:pt x="351648" y="0"/>
                  <a:pt x="396000" y="44352"/>
                  <a:pt x="396000" y="99000"/>
                </a:cubicBezTo>
                <a:close/>
                <a:moveTo>
                  <a:pt x="384624" y="192024"/>
                </a:moveTo>
                <a:cubicBezTo>
                  <a:pt x="335376" y="238392"/>
                  <a:pt x="258552" y="238392"/>
                  <a:pt x="209304" y="192024"/>
                </a:cubicBezTo>
                <a:cubicBezTo>
                  <a:pt x="169344" y="211680"/>
                  <a:pt x="144000" y="252432"/>
                  <a:pt x="144000" y="297000"/>
                </a:cubicBezTo>
                <a:lnTo>
                  <a:pt x="144000" y="378000"/>
                </a:lnTo>
                <a:cubicBezTo>
                  <a:pt x="144000" y="407808"/>
                  <a:pt x="168192" y="432000"/>
                  <a:pt x="198000" y="432000"/>
                </a:cubicBezTo>
                <a:lnTo>
                  <a:pt x="198000" y="432000"/>
                </a:lnTo>
                <a:lnTo>
                  <a:pt x="198000" y="576000"/>
                </a:lnTo>
                <a:cubicBezTo>
                  <a:pt x="198000" y="595872"/>
                  <a:pt x="214128" y="612000"/>
                  <a:pt x="234000" y="612000"/>
                </a:cubicBezTo>
                <a:lnTo>
                  <a:pt x="360000" y="612000"/>
                </a:lnTo>
                <a:cubicBezTo>
                  <a:pt x="379872" y="612000"/>
                  <a:pt x="396000" y="595872"/>
                  <a:pt x="396000" y="576000"/>
                </a:cubicBezTo>
                <a:lnTo>
                  <a:pt x="396000" y="432000"/>
                </a:lnTo>
                <a:cubicBezTo>
                  <a:pt x="425808" y="432000"/>
                  <a:pt x="450000" y="407808"/>
                  <a:pt x="450000" y="378000"/>
                </a:cubicBezTo>
                <a:lnTo>
                  <a:pt x="450000" y="378000"/>
                </a:lnTo>
                <a:lnTo>
                  <a:pt x="450000" y="297000"/>
                </a:lnTo>
                <a:cubicBezTo>
                  <a:pt x="450000" y="252432"/>
                  <a:pt x="424656" y="211680"/>
                  <a:pt x="384624" y="192024"/>
                </a:cubicBezTo>
                <a:close/>
                <a:moveTo>
                  <a:pt x="297000" y="414000"/>
                </a:moveTo>
                <a:lnTo>
                  <a:pt x="270000" y="378648"/>
                </a:lnTo>
                <a:lnTo>
                  <a:pt x="286560" y="252000"/>
                </a:lnTo>
                <a:lnTo>
                  <a:pt x="308160" y="252000"/>
                </a:lnTo>
                <a:lnTo>
                  <a:pt x="324000" y="378648"/>
                </a:lnTo>
                <a:lnTo>
                  <a:pt x="297000" y="414000"/>
                </a:lnTo>
                <a:close/>
                <a:moveTo>
                  <a:pt x="153360" y="215496"/>
                </a:moveTo>
                <a:cubicBezTo>
                  <a:pt x="166032" y="198720"/>
                  <a:pt x="182520" y="185112"/>
                  <a:pt x="201384" y="175824"/>
                </a:cubicBezTo>
                <a:lnTo>
                  <a:pt x="206568" y="173232"/>
                </a:lnTo>
                <a:cubicBezTo>
                  <a:pt x="178992" y="139608"/>
                  <a:pt x="172296" y="93456"/>
                  <a:pt x="189144" y="53424"/>
                </a:cubicBezTo>
                <a:cubicBezTo>
                  <a:pt x="189720" y="51984"/>
                  <a:pt x="190368" y="50616"/>
                  <a:pt x="191016" y="49248"/>
                </a:cubicBezTo>
                <a:cubicBezTo>
                  <a:pt x="148680" y="23256"/>
                  <a:pt x="93240" y="36576"/>
                  <a:pt x="67248" y="78912"/>
                </a:cubicBezTo>
                <a:cubicBezTo>
                  <a:pt x="41256" y="121248"/>
                  <a:pt x="54576" y="176688"/>
                  <a:pt x="96912" y="202680"/>
                </a:cubicBezTo>
                <a:cubicBezTo>
                  <a:pt x="111096" y="211392"/>
                  <a:pt x="127368" y="215928"/>
                  <a:pt x="143928" y="215928"/>
                </a:cubicBezTo>
                <a:cubicBezTo>
                  <a:pt x="147168" y="216000"/>
                  <a:pt x="150264" y="215856"/>
                  <a:pt x="153360" y="215496"/>
                </a:cubicBezTo>
                <a:close/>
              </a:path>
            </a:pathLst>
          </a:custGeom>
          <a:solidFill>
            <a:schemeClr val="bg1"/>
          </a:solidFill>
          <a:ln w="714" cap="flat">
            <a:noFill/>
            <a:prstDash val="solid"/>
            <a:miter/>
          </a:ln>
        </p:spPr>
        <p:txBody>
          <a:bodyPr rtlCol="0" anchor="ctr"/>
          <a:lstStyle/>
          <a:p>
            <a:endParaRPr lang="de-DE" sz="1275"/>
          </a:p>
        </p:txBody>
      </p:sp>
      <p:sp>
        <p:nvSpPr>
          <p:cNvPr id="52" name="Rectangle 8">
            <a:extLst>
              <a:ext uri="{FF2B5EF4-FFF2-40B4-BE49-F238E27FC236}">
                <a16:creationId xmlns:a16="http://schemas.microsoft.com/office/drawing/2014/main" id="{3CEDDB0D-7D1D-401D-A00F-1F889D63EC27}"/>
              </a:ext>
            </a:extLst>
          </p:cNvPr>
          <p:cNvSpPr/>
          <p:nvPr userDrawn="1"/>
        </p:nvSpPr>
        <p:spPr>
          <a:xfrm>
            <a:off x="0" y="3960150"/>
            <a:ext cx="2903320" cy="12471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900" b="1">
                <a:solidFill>
                  <a:schemeClr val="bg2"/>
                </a:solidFill>
                <a:latin typeface="+mj-lt"/>
                <a:ea typeface="ＭＳ Ｐゴシック" pitchFamily="34" charset="-128"/>
              </a:rPr>
              <a:t>Customer profile</a:t>
            </a:r>
          </a:p>
        </p:txBody>
      </p:sp>
    </p:spTree>
    <p:extLst>
      <p:ext uri="{BB962C8B-B14F-4D97-AF65-F5344CB8AC3E}">
        <p14:creationId xmlns:p14="http://schemas.microsoft.com/office/powerpoint/2010/main" val="69986661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ase Study - Protect">
    <p:bg>
      <p:bgPr>
        <a:solidFill>
          <a:schemeClr val="tx1"/>
        </a:solidFill>
        <a:effectLst/>
      </p:bgPr>
    </p:bg>
    <p:spTree>
      <p:nvGrpSpPr>
        <p:cNvPr id="1" name=""/>
        <p:cNvGrpSpPr/>
        <p:nvPr/>
      </p:nvGrpSpPr>
      <p:grpSpPr>
        <a:xfrm>
          <a:off x="0" y="0"/>
          <a:ext cx="0" cy="0"/>
          <a:chOff x="0" y="0"/>
          <a:chExt cx="0" cy="0"/>
        </a:xfrm>
      </p:grpSpPr>
      <p:sp>
        <p:nvSpPr>
          <p:cNvPr id="25" name="Bildplatzhalter 2">
            <a:extLst>
              <a:ext uri="{FF2B5EF4-FFF2-40B4-BE49-F238E27FC236}">
                <a16:creationId xmlns:a16="http://schemas.microsoft.com/office/drawing/2014/main" id="{15652D91-4C71-40E2-86B9-CF7FEB7AD66F}"/>
              </a:ext>
            </a:extLst>
          </p:cNvPr>
          <p:cNvSpPr>
            <a:spLocks noGrp="1"/>
          </p:cNvSpPr>
          <p:nvPr>
            <p:ph type="pic" sz="quarter" idx="19"/>
          </p:nvPr>
        </p:nvSpPr>
        <p:spPr>
          <a:xfrm>
            <a:off x="-10391" y="1"/>
            <a:ext cx="2935433" cy="3896358"/>
          </a:xfrm>
          <a:prstGeom prst="rect">
            <a:avLst/>
          </a:prstGeom>
        </p:spPr>
        <p:txBody>
          <a:bodyPr tIns="1440000"/>
          <a:lstStyle>
            <a:lvl1pPr>
              <a:defRPr lang="de-DE" dirty="0">
                <a:solidFill>
                  <a:schemeClr val="bg1"/>
                </a:solidFill>
                <a:latin typeface="+mj-lt"/>
              </a:defRPr>
            </a:lvl1pPr>
          </a:lstStyle>
          <a:p>
            <a:pPr lvl="0"/>
            <a:r>
              <a:rPr lang="de-DE"/>
              <a:t>Bild durch Klicken auf Symbol hinzufügen</a:t>
            </a:r>
          </a:p>
        </p:txBody>
      </p:sp>
      <p:sp>
        <p:nvSpPr>
          <p:cNvPr id="31" name="Rectangle 8">
            <a:extLst>
              <a:ext uri="{FF2B5EF4-FFF2-40B4-BE49-F238E27FC236}">
                <a16:creationId xmlns:a16="http://schemas.microsoft.com/office/drawing/2014/main" id="{2DE6C286-BD2D-445D-A584-932FDCDBE6B3}"/>
              </a:ext>
            </a:extLst>
          </p:cNvPr>
          <p:cNvSpPr/>
          <p:nvPr userDrawn="1"/>
        </p:nvSpPr>
        <p:spPr>
          <a:xfrm>
            <a:off x="2919848" y="718944"/>
            <a:ext cx="6224153" cy="131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indent="-170131" eaLnBrk="0" hangingPunct="0">
              <a:defRPr/>
            </a:pPr>
            <a:r>
              <a:rPr lang="fr-FR" altLang="fr-FR" sz="1574" b="1" kern="1200">
                <a:solidFill>
                  <a:schemeClr val="bg1"/>
                </a:solidFill>
                <a:latin typeface="+mn-lt"/>
                <a:ea typeface="ＭＳ Ｐゴシック" pitchFamily="34" charset="-128"/>
                <a:cs typeface="+mn-cs"/>
              </a:rPr>
              <a:t>Challenges</a:t>
            </a:r>
          </a:p>
        </p:txBody>
      </p:sp>
      <p:sp>
        <p:nvSpPr>
          <p:cNvPr id="32" name="Rectangle 8">
            <a:extLst>
              <a:ext uri="{FF2B5EF4-FFF2-40B4-BE49-F238E27FC236}">
                <a16:creationId xmlns:a16="http://schemas.microsoft.com/office/drawing/2014/main" id="{AF414DE4-8CB4-4089-A10F-53D336D49E6A}"/>
              </a:ext>
            </a:extLst>
          </p:cNvPr>
          <p:cNvSpPr/>
          <p:nvPr userDrawn="1"/>
        </p:nvSpPr>
        <p:spPr>
          <a:xfrm>
            <a:off x="2919848" y="1874935"/>
            <a:ext cx="6224153" cy="18934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1574" b="1">
                <a:solidFill>
                  <a:schemeClr val="bg1"/>
                </a:solidFill>
                <a:latin typeface="+mj-lt"/>
                <a:ea typeface="ＭＳ Ｐゴシック" pitchFamily="34" charset="-128"/>
              </a:rPr>
              <a:t>Solutions</a:t>
            </a:r>
          </a:p>
        </p:txBody>
      </p:sp>
      <p:sp>
        <p:nvSpPr>
          <p:cNvPr id="33" name="Rectangle 9">
            <a:extLst>
              <a:ext uri="{FF2B5EF4-FFF2-40B4-BE49-F238E27FC236}">
                <a16:creationId xmlns:a16="http://schemas.microsoft.com/office/drawing/2014/main" id="{E69806AC-50DF-434B-857C-20DFB494143F}"/>
              </a:ext>
            </a:extLst>
          </p:cNvPr>
          <p:cNvSpPr/>
          <p:nvPr userDrawn="1"/>
        </p:nvSpPr>
        <p:spPr>
          <a:xfrm>
            <a:off x="2930238" y="3896362"/>
            <a:ext cx="6224153" cy="12467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r>
              <a:rPr lang="fr-FR" altLang="fr-FR" sz="1574" b="1" err="1">
                <a:solidFill>
                  <a:schemeClr val="bg1"/>
                </a:solidFill>
                <a:latin typeface="+mj-lt"/>
                <a:ea typeface="ＭＳ Ｐゴシック" pitchFamily="34" charset="-128"/>
              </a:rPr>
              <a:t>Benefits</a:t>
            </a:r>
            <a:endParaRPr lang="fr-FR" altLang="fr-FR" sz="1574" b="1">
              <a:solidFill>
                <a:schemeClr val="bg1"/>
              </a:solidFill>
              <a:latin typeface="+mj-lt"/>
              <a:ea typeface="ＭＳ Ｐゴシック" pitchFamily="34" charset="-128"/>
            </a:endParaRPr>
          </a:p>
        </p:txBody>
      </p:sp>
      <p:sp>
        <p:nvSpPr>
          <p:cNvPr id="34" name="Espace réservé du titre 1">
            <a:extLst>
              <a:ext uri="{FF2B5EF4-FFF2-40B4-BE49-F238E27FC236}">
                <a16:creationId xmlns:a16="http://schemas.microsoft.com/office/drawing/2014/main" id="{DA9B1D91-3663-4149-8D87-BE270EC015C3}"/>
              </a:ext>
            </a:extLst>
          </p:cNvPr>
          <p:cNvSpPr>
            <a:spLocks noGrp="1"/>
          </p:cNvSpPr>
          <p:nvPr>
            <p:ph type="title"/>
          </p:nvPr>
        </p:nvSpPr>
        <p:spPr>
          <a:xfrm>
            <a:off x="3091302" y="166256"/>
            <a:ext cx="5896845" cy="413099"/>
          </a:xfrm>
          <a:prstGeom prst="rect">
            <a:avLst/>
          </a:prstGeom>
        </p:spPr>
        <p:txBody>
          <a:bodyPr tIns="0" rtlCol="0">
            <a:noAutofit/>
          </a:bodyPr>
          <a:lstStyle>
            <a:lvl1pPr>
              <a:lnSpc>
                <a:spcPct val="100000"/>
              </a:lnSpc>
              <a:defRPr sz="2099">
                <a:solidFill>
                  <a:schemeClr val="bg2"/>
                </a:solidFill>
                <a:latin typeface="+mj-lt"/>
              </a:defRPr>
            </a:lvl1pPr>
          </a:lstStyle>
          <a:p>
            <a:r>
              <a:rPr lang="de-DE"/>
              <a:t>Mastertitelformat bearbeiten</a:t>
            </a:r>
            <a:endParaRPr lang="fr-FR"/>
          </a:p>
        </p:txBody>
      </p:sp>
      <p:sp>
        <p:nvSpPr>
          <p:cNvPr id="35" name="Espace réservé du texte 32">
            <a:extLst>
              <a:ext uri="{FF2B5EF4-FFF2-40B4-BE49-F238E27FC236}">
                <a16:creationId xmlns:a16="http://schemas.microsoft.com/office/drawing/2014/main" id="{0401D698-B459-497C-B63D-F67727D453E2}"/>
              </a:ext>
            </a:extLst>
          </p:cNvPr>
          <p:cNvSpPr>
            <a:spLocks noGrp="1"/>
          </p:cNvSpPr>
          <p:nvPr>
            <p:ph type="body" sz="quarter" idx="12"/>
          </p:nvPr>
        </p:nvSpPr>
        <p:spPr>
          <a:xfrm>
            <a:off x="3091302" y="1080173"/>
            <a:ext cx="5896844" cy="768802"/>
          </a:xfrm>
          <a:prstGeom prst="rect">
            <a:avLst/>
          </a:prstGeom>
        </p:spPr>
        <p:txBody>
          <a:bodyPr lIns="0"/>
          <a:lstStyle>
            <a:lvl1pPr marL="0" indent="0">
              <a:buNone/>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36" name="Espace réservé du texte 34">
            <a:extLst>
              <a:ext uri="{FF2B5EF4-FFF2-40B4-BE49-F238E27FC236}">
                <a16:creationId xmlns:a16="http://schemas.microsoft.com/office/drawing/2014/main" id="{87960134-4609-4212-81A7-5868C803C03E}"/>
              </a:ext>
            </a:extLst>
          </p:cNvPr>
          <p:cNvSpPr>
            <a:spLocks noGrp="1"/>
          </p:cNvSpPr>
          <p:nvPr>
            <p:ph type="body" sz="quarter" idx="13"/>
          </p:nvPr>
        </p:nvSpPr>
        <p:spPr>
          <a:xfrm>
            <a:off x="3091302" y="2227399"/>
            <a:ext cx="5896844" cy="1485900"/>
          </a:xfrm>
          <a:prstGeom prst="rect">
            <a:avLst/>
          </a:prstGeom>
        </p:spPr>
        <p:txBody>
          <a:bodyPr lIns="0"/>
          <a:lstStyle>
            <a:lvl1pPr marL="171321" indent="-171321">
              <a:buClr>
                <a:schemeClr val="bg2"/>
              </a:buClr>
              <a:buFont typeface="Wingdings" panose="05000000000000000000" pitchFamily="2" charset="2"/>
              <a:buChar char="§"/>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57" name="Rectangle 9">
            <a:extLst>
              <a:ext uri="{FF2B5EF4-FFF2-40B4-BE49-F238E27FC236}">
                <a16:creationId xmlns:a16="http://schemas.microsoft.com/office/drawing/2014/main" id="{8D81676B-8197-455F-BB94-4574A06FA29F}"/>
              </a:ext>
            </a:extLst>
          </p:cNvPr>
          <p:cNvSpPr/>
          <p:nvPr userDrawn="1"/>
        </p:nvSpPr>
        <p:spPr>
          <a:xfrm>
            <a:off x="2928292" y="3896739"/>
            <a:ext cx="69523" cy="12467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endParaRPr lang="fr-FR" altLang="fr-FR" sz="1574" b="1">
              <a:solidFill>
                <a:schemeClr val="bg1"/>
              </a:solidFill>
              <a:latin typeface="+mj-lt"/>
              <a:ea typeface="ＭＳ Ｐゴシック" pitchFamily="34" charset="-128"/>
            </a:endParaRPr>
          </a:p>
        </p:txBody>
      </p:sp>
      <p:sp>
        <p:nvSpPr>
          <p:cNvPr id="58" name="Espace réservé du texte 36">
            <a:extLst>
              <a:ext uri="{FF2B5EF4-FFF2-40B4-BE49-F238E27FC236}">
                <a16:creationId xmlns:a16="http://schemas.microsoft.com/office/drawing/2014/main" id="{75BFD340-EAD2-4848-835F-2840FFC35E25}"/>
              </a:ext>
            </a:extLst>
          </p:cNvPr>
          <p:cNvSpPr>
            <a:spLocks noGrp="1"/>
          </p:cNvSpPr>
          <p:nvPr>
            <p:ph type="body" sz="quarter" idx="14"/>
          </p:nvPr>
        </p:nvSpPr>
        <p:spPr>
          <a:xfrm>
            <a:off x="3091302" y="4226561"/>
            <a:ext cx="5896845" cy="916562"/>
          </a:xfrm>
          <a:prstGeom prst="rect">
            <a:avLst/>
          </a:prstGeom>
        </p:spPr>
        <p:txBody>
          <a:bodyPr lIns="0">
            <a:noAutofit/>
          </a:bodyPr>
          <a:lstStyle>
            <a:lvl1pPr marL="171321" indent="-171321">
              <a:buClr>
                <a:schemeClr val="bg1"/>
              </a:buClr>
              <a:buFont typeface="Wingdings" panose="05000000000000000000" pitchFamily="2" charset="2"/>
              <a:buChar char="§"/>
              <a:defRPr sz="1050">
                <a:solidFill>
                  <a:schemeClr val="bg1"/>
                </a:solidFill>
                <a:latin typeface="+mj-lt"/>
              </a:defRPr>
            </a:lvl1pPr>
            <a:lvl2pPr marL="387126" indent="-214220">
              <a:buClr>
                <a:schemeClr val="bg1"/>
              </a:buClr>
              <a:buFont typeface="Wingdings" panose="05000000000000000000" pitchFamily="2" charset="2"/>
              <a:buChar char="§"/>
              <a:defRPr sz="1050">
                <a:solidFill>
                  <a:schemeClr val="bg1"/>
                </a:solidFill>
                <a:latin typeface="+mj-lt"/>
              </a:defRPr>
            </a:lvl2pPr>
            <a:lvl3pPr marL="856600" indent="-171321">
              <a:buClr>
                <a:schemeClr val="bg1"/>
              </a:buClr>
              <a:buFont typeface="Wingdings" panose="05000000000000000000" pitchFamily="2" charset="2"/>
              <a:buChar char="§"/>
              <a:defRPr sz="1050">
                <a:solidFill>
                  <a:schemeClr val="bg1"/>
                </a:solidFill>
                <a:latin typeface="+mj-lt"/>
              </a:defRPr>
            </a:lvl3pPr>
            <a:lvl4pPr marL="1199240" indent="-171321">
              <a:buClr>
                <a:schemeClr val="bg1"/>
              </a:buClr>
              <a:buFont typeface="Wingdings" panose="05000000000000000000" pitchFamily="2" charset="2"/>
              <a:buChar char="§"/>
              <a:defRPr sz="1050">
                <a:solidFill>
                  <a:schemeClr val="bg1"/>
                </a:solidFill>
                <a:latin typeface="+mj-lt"/>
              </a:defRPr>
            </a:lvl4pPr>
            <a:lvl5pPr marL="1541880" indent="-171321">
              <a:buClr>
                <a:schemeClr val="bg1"/>
              </a:buClr>
              <a:buFont typeface="Wingdings" panose="05000000000000000000" pitchFamily="2" charset="2"/>
              <a:buChar char="§"/>
              <a:defRPr sz="1050">
                <a:solidFill>
                  <a:schemeClr val="bg1"/>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59" name="Espace réservé du texte 40">
            <a:extLst>
              <a:ext uri="{FF2B5EF4-FFF2-40B4-BE49-F238E27FC236}">
                <a16:creationId xmlns:a16="http://schemas.microsoft.com/office/drawing/2014/main" id="{C16D811D-551F-454B-A397-DB743951D23B}"/>
              </a:ext>
            </a:extLst>
          </p:cNvPr>
          <p:cNvSpPr>
            <a:spLocks noGrp="1"/>
          </p:cNvSpPr>
          <p:nvPr>
            <p:ph type="body" sz="quarter" idx="16" hasCustomPrompt="1"/>
          </p:nvPr>
        </p:nvSpPr>
        <p:spPr>
          <a:xfrm>
            <a:off x="745676" y="4639137"/>
            <a:ext cx="711406" cy="458070"/>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Number</a:t>
            </a:r>
            <a:r>
              <a:rPr lang="fr-FR"/>
              <a:t> of </a:t>
            </a:r>
            <a:r>
              <a:rPr lang="fr-FR" err="1"/>
              <a:t>employees</a:t>
            </a:r>
            <a:endParaRPr lang="fr-FR"/>
          </a:p>
          <a:p>
            <a:pPr lvl="0"/>
            <a:endParaRPr lang="fr-FR"/>
          </a:p>
        </p:txBody>
      </p:sp>
      <p:sp>
        <p:nvSpPr>
          <p:cNvPr id="60" name="Espace réservé du texte 40">
            <a:extLst>
              <a:ext uri="{FF2B5EF4-FFF2-40B4-BE49-F238E27FC236}">
                <a16:creationId xmlns:a16="http://schemas.microsoft.com/office/drawing/2014/main" id="{54C11768-B2E4-4968-A26A-23BFAFC2A4E1}"/>
              </a:ext>
            </a:extLst>
          </p:cNvPr>
          <p:cNvSpPr>
            <a:spLocks noGrp="1"/>
          </p:cNvSpPr>
          <p:nvPr>
            <p:ph type="body" sz="quarter" idx="17" hasCustomPrompt="1"/>
          </p:nvPr>
        </p:nvSpPr>
        <p:spPr>
          <a:xfrm>
            <a:off x="20435" y="4639137"/>
            <a:ext cx="711406" cy="458999"/>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Industry</a:t>
            </a:r>
            <a:endParaRPr lang="fr-FR"/>
          </a:p>
        </p:txBody>
      </p:sp>
      <p:sp>
        <p:nvSpPr>
          <p:cNvPr id="61" name="Espace réservé du texte 40">
            <a:extLst>
              <a:ext uri="{FF2B5EF4-FFF2-40B4-BE49-F238E27FC236}">
                <a16:creationId xmlns:a16="http://schemas.microsoft.com/office/drawing/2014/main" id="{C0AEEE19-58AB-483D-8285-F932108E0239}"/>
              </a:ext>
            </a:extLst>
          </p:cNvPr>
          <p:cNvSpPr>
            <a:spLocks noGrp="1"/>
          </p:cNvSpPr>
          <p:nvPr>
            <p:ph type="body" sz="quarter" idx="18" hasCustomPrompt="1"/>
          </p:nvPr>
        </p:nvSpPr>
        <p:spPr>
          <a:xfrm>
            <a:off x="1470917"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Revenue</a:t>
            </a:r>
          </a:p>
        </p:txBody>
      </p:sp>
      <p:sp>
        <p:nvSpPr>
          <p:cNvPr id="62" name="Bildplatzhalter 2">
            <a:extLst>
              <a:ext uri="{FF2B5EF4-FFF2-40B4-BE49-F238E27FC236}">
                <a16:creationId xmlns:a16="http://schemas.microsoft.com/office/drawing/2014/main" id="{D0B321E5-4854-496E-BA50-9DC87252790F}"/>
              </a:ext>
            </a:extLst>
          </p:cNvPr>
          <p:cNvSpPr>
            <a:spLocks noGrp="1"/>
          </p:cNvSpPr>
          <p:nvPr>
            <p:ph type="pic" sz="quarter" idx="24"/>
          </p:nvPr>
        </p:nvSpPr>
        <p:spPr>
          <a:xfrm>
            <a:off x="153462" y="4153677"/>
            <a:ext cx="459000" cy="459000"/>
          </a:xfrm>
          <a:prstGeom prst="rect">
            <a:avLst/>
          </a:prstGeom>
        </p:spPr>
        <p:txBody>
          <a:bodyPr lIns="36000" tIns="36000" rIns="0" bIns="36000">
            <a:normAutofit/>
          </a:bodyPr>
          <a:lstStyle>
            <a:lvl1pPr marL="0" indent="0">
              <a:buFontTx/>
              <a:buNone/>
              <a:defRPr sz="675">
                <a:solidFill>
                  <a:schemeClr val="bg1"/>
                </a:solidFill>
              </a:defRPr>
            </a:lvl1pPr>
          </a:lstStyle>
          <a:p>
            <a:r>
              <a:rPr lang="de-DE"/>
              <a:t>Bild durch Klicken auf Symbol hinzufügen</a:t>
            </a:r>
          </a:p>
        </p:txBody>
      </p:sp>
      <p:sp>
        <p:nvSpPr>
          <p:cNvPr id="63" name="Espace réservé du texte 40">
            <a:extLst>
              <a:ext uri="{FF2B5EF4-FFF2-40B4-BE49-F238E27FC236}">
                <a16:creationId xmlns:a16="http://schemas.microsoft.com/office/drawing/2014/main" id="{C2A14AFA-F689-428A-86BA-3FF0F597ADFD}"/>
              </a:ext>
            </a:extLst>
          </p:cNvPr>
          <p:cNvSpPr>
            <a:spLocks noGrp="1"/>
          </p:cNvSpPr>
          <p:nvPr>
            <p:ph type="body" sz="quarter" idx="28" hasCustomPrompt="1"/>
          </p:nvPr>
        </p:nvSpPr>
        <p:spPr>
          <a:xfrm>
            <a:off x="2196159"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Country</a:t>
            </a:r>
          </a:p>
        </p:txBody>
      </p:sp>
      <p:sp>
        <p:nvSpPr>
          <p:cNvPr id="64" name="Grafik 38">
            <a:extLst>
              <a:ext uri="{FF2B5EF4-FFF2-40B4-BE49-F238E27FC236}">
                <a16:creationId xmlns:a16="http://schemas.microsoft.com/office/drawing/2014/main" id="{351F9047-D141-496B-8D6D-B6F8F5E7F804}"/>
              </a:ext>
            </a:extLst>
          </p:cNvPr>
          <p:cNvSpPr/>
          <p:nvPr userDrawn="1"/>
        </p:nvSpPr>
        <p:spPr>
          <a:xfrm>
            <a:off x="2342611" y="4187427"/>
            <a:ext cx="418500" cy="418500"/>
          </a:xfrm>
          <a:custGeom>
            <a:avLst/>
            <a:gdLst>
              <a:gd name="connsiteX0" fmla="*/ 307999 w 611925"/>
              <a:gd name="connsiteY0" fmla="*/ 6 h 611996"/>
              <a:gd name="connsiteX1" fmla="*/ 305913 w 611925"/>
              <a:gd name="connsiteY1" fmla="*/ 0 h 611996"/>
              <a:gd name="connsiteX2" fmla="*/ 7 w 611925"/>
              <a:gd name="connsiteY2" fmla="*/ 303959 h 611996"/>
              <a:gd name="connsiteX3" fmla="*/ 303923 w 611925"/>
              <a:gd name="connsiteY3" fmla="*/ 611994 h 611996"/>
              <a:gd name="connsiteX4" fmla="*/ 305990 w 611925"/>
              <a:gd name="connsiteY4" fmla="*/ 611994 h 611996"/>
              <a:gd name="connsiteX5" fmla="*/ 611919 w 611925"/>
              <a:gd name="connsiteY5" fmla="*/ 308035 h 611996"/>
              <a:gd name="connsiteX6" fmla="*/ 307999 w 611925"/>
              <a:gd name="connsiteY6" fmla="*/ 6 h 611996"/>
              <a:gd name="connsiteX7" fmla="*/ 274632 w 611925"/>
              <a:gd name="connsiteY7" fmla="*/ 37760 h 611996"/>
              <a:gd name="connsiteX8" fmla="*/ 274632 w 611925"/>
              <a:gd name="connsiteY8" fmla="*/ 54707 h 611996"/>
              <a:gd name="connsiteX9" fmla="*/ 270190 w 611925"/>
              <a:gd name="connsiteY9" fmla="*/ 65435 h 611996"/>
              <a:gd name="connsiteX10" fmla="*/ 241384 w 611925"/>
              <a:gd name="connsiteY10" fmla="*/ 94244 h 611996"/>
              <a:gd name="connsiteX11" fmla="*/ 230662 w 611925"/>
              <a:gd name="connsiteY11" fmla="*/ 98685 h 611996"/>
              <a:gd name="connsiteX12" fmla="*/ 174130 w 611925"/>
              <a:gd name="connsiteY12" fmla="*/ 98685 h 611996"/>
              <a:gd name="connsiteX13" fmla="*/ 167848 w 611925"/>
              <a:gd name="connsiteY13" fmla="*/ 104967 h 611996"/>
              <a:gd name="connsiteX14" fmla="*/ 167848 w 611925"/>
              <a:gd name="connsiteY14" fmla="*/ 130095 h 611996"/>
              <a:gd name="connsiteX15" fmla="*/ 174130 w 611925"/>
              <a:gd name="connsiteY15" fmla="*/ 136377 h 611996"/>
              <a:gd name="connsiteX16" fmla="*/ 230663 w 611925"/>
              <a:gd name="connsiteY16" fmla="*/ 136377 h 611996"/>
              <a:gd name="connsiteX17" fmla="*/ 236945 w 611925"/>
              <a:gd name="connsiteY17" fmla="*/ 142659 h 611996"/>
              <a:gd name="connsiteX18" fmla="*/ 236945 w 611925"/>
              <a:gd name="connsiteY18" fmla="*/ 167794 h 611996"/>
              <a:gd name="connsiteX19" fmla="*/ 230663 w 611925"/>
              <a:gd name="connsiteY19" fmla="*/ 174076 h 611996"/>
              <a:gd name="connsiteX20" fmla="*/ 205535 w 611925"/>
              <a:gd name="connsiteY20" fmla="*/ 174076 h 611996"/>
              <a:gd name="connsiteX21" fmla="*/ 194812 w 611925"/>
              <a:gd name="connsiteY21" fmla="*/ 178518 h 611996"/>
              <a:gd name="connsiteX22" fmla="*/ 172288 w 611925"/>
              <a:gd name="connsiteY22" fmla="*/ 201045 h 611996"/>
              <a:gd name="connsiteX23" fmla="*/ 167846 w 611925"/>
              <a:gd name="connsiteY23" fmla="*/ 211769 h 611996"/>
              <a:gd name="connsiteX24" fmla="*/ 167846 w 611925"/>
              <a:gd name="connsiteY24" fmla="*/ 236897 h 611996"/>
              <a:gd name="connsiteX25" fmla="*/ 163405 w 611925"/>
              <a:gd name="connsiteY25" fmla="*/ 247620 h 611996"/>
              <a:gd name="connsiteX26" fmla="*/ 140882 w 611925"/>
              <a:gd name="connsiteY26" fmla="*/ 270144 h 611996"/>
              <a:gd name="connsiteX27" fmla="*/ 130160 w 611925"/>
              <a:gd name="connsiteY27" fmla="*/ 274586 h 611996"/>
              <a:gd name="connsiteX28" fmla="*/ 105032 w 611925"/>
              <a:gd name="connsiteY28" fmla="*/ 274586 h 611996"/>
              <a:gd name="connsiteX29" fmla="*/ 94309 w 611925"/>
              <a:gd name="connsiteY29" fmla="*/ 270144 h 611996"/>
              <a:gd name="connsiteX30" fmla="*/ 71785 w 611925"/>
              <a:gd name="connsiteY30" fmla="*/ 247617 h 611996"/>
              <a:gd name="connsiteX31" fmla="*/ 61062 w 611925"/>
              <a:gd name="connsiteY31" fmla="*/ 243175 h 611996"/>
              <a:gd name="connsiteX32" fmla="*/ 43350 w 611925"/>
              <a:gd name="connsiteY32" fmla="*/ 243175 h 611996"/>
              <a:gd name="connsiteX33" fmla="*/ 274632 w 611925"/>
              <a:gd name="connsiteY33" fmla="*/ 37760 h 611996"/>
              <a:gd name="connsiteX34" fmla="*/ 92472 w 611925"/>
              <a:gd name="connsiteY34" fmla="*/ 471172 h 611996"/>
              <a:gd name="connsiteX35" fmla="*/ 92472 w 611925"/>
              <a:gd name="connsiteY35" fmla="*/ 456772 h 611996"/>
              <a:gd name="connsiteX36" fmla="*/ 88031 w 611925"/>
              <a:gd name="connsiteY36" fmla="*/ 446048 h 611996"/>
              <a:gd name="connsiteX37" fmla="*/ 65506 w 611925"/>
              <a:gd name="connsiteY37" fmla="*/ 423521 h 611996"/>
              <a:gd name="connsiteX38" fmla="*/ 61064 w 611925"/>
              <a:gd name="connsiteY38" fmla="*/ 412797 h 611996"/>
              <a:gd name="connsiteX39" fmla="*/ 61064 w 611925"/>
              <a:gd name="connsiteY39" fmla="*/ 356256 h 611996"/>
              <a:gd name="connsiteX40" fmla="*/ 65506 w 611925"/>
              <a:gd name="connsiteY40" fmla="*/ 345532 h 611996"/>
              <a:gd name="connsiteX41" fmla="*/ 94312 w 611925"/>
              <a:gd name="connsiteY41" fmla="*/ 316723 h 611996"/>
              <a:gd name="connsiteX42" fmla="*/ 105035 w 611925"/>
              <a:gd name="connsiteY42" fmla="*/ 312281 h 611996"/>
              <a:gd name="connsiteX43" fmla="*/ 123879 w 611925"/>
              <a:gd name="connsiteY43" fmla="*/ 312281 h 611996"/>
              <a:gd name="connsiteX44" fmla="*/ 134602 w 611925"/>
              <a:gd name="connsiteY44" fmla="*/ 316723 h 611996"/>
              <a:gd name="connsiteX45" fmla="*/ 194815 w 611925"/>
              <a:gd name="connsiteY45" fmla="*/ 376942 h 611996"/>
              <a:gd name="connsiteX46" fmla="*/ 205538 w 611925"/>
              <a:gd name="connsiteY46" fmla="*/ 381384 h 611996"/>
              <a:gd name="connsiteX47" fmla="*/ 230666 w 611925"/>
              <a:gd name="connsiteY47" fmla="*/ 381384 h 611996"/>
              <a:gd name="connsiteX48" fmla="*/ 236948 w 611925"/>
              <a:gd name="connsiteY48" fmla="*/ 387666 h 611996"/>
              <a:gd name="connsiteX49" fmla="*/ 236948 w 611925"/>
              <a:gd name="connsiteY49" fmla="*/ 446714 h 611996"/>
              <a:gd name="connsiteX50" fmla="*/ 232506 w 611925"/>
              <a:gd name="connsiteY50" fmla="*/ 457438 h 611996"/>
              <a:gd name="connsiteX51" fmla="*/ 206209 w 611925"/>
              <a:gd name="connsiteY51" fmla="*/ 483732 h 611996"/>
              <a:gd name="connsiteX52" fmla="*/ 201768 w 611925"/>
              <a:gd name="connsiteY52" fmla="*/ 494456 h 611996"/>
              <a:gd name="connsiteX53" fmla="*/ 201768 w 611925"/>
              <a:gd name="connsiteY53" fmla="*/ 517074 h 611996"/>
              <a:gd name="connsiteX54" fmla="*/ 197327 w 611925"/>
              <a:gd name="connsiteY54" fmla="*/ 527798 h 611996"/>
              <a:gd name="connsiteX55" fmla="*/ 180191 w 611925"/>
              <a:gd name="connsiteY55" fmla="*/ 544939 h 611996"/>
              <a:gd name="connsiteX56" fmla="*/ 92472 w 611925"/>
              <a:gd name="connsiteY56" fmla="*/ 471172 h 611996"/>
              <a:gd name="connsiteX57" fmla="*/ 431774 w 611925"/>
              <a:gd name="connsiteY57" fmla="*/ 544814 h 611996"/>
              <a:gd name="connsiteX58" fmla="*/ 417264 w 611925"/>
              <a:gd name="connsiteY58" fmla="*/ 530312 h 611996"/>
              <a:gd name="connsiteX59" fmla="*/ 412823 w 611925"/>
              <a:gd name="connsiteY59" fmla="*/ 519588 h 611996"/>
              <a:gd name="connsiteX60" fmla="*/ 412823 w 611925"/>
              <a:gd name="connsiteY60" fmla="*/ 425350 h 611996"/>
              <a:gd name="connsiteX61" fmla="*/ 408382 w 611925"/>
              <a:gd name="connsiteY61" fmla="*/ 414627 h 611996"/>
              <a:gd name="connsiteX62" fmla="*/ 379575 w 611925"/>
              <a:gd name="connsiteY62" fmla="*/ 385818 h 611996"/>
              <a:gd name="connsiteX63" fmla="*/ 368853 w 611925"/>
              <a:gd name="connsiteY63" fmla="*/ 381375 h 611996"/>
              <a:gd name="connsiteX64" fmla="*/ 306041 w 611925"/>
              <a:gd name="connsiteY64" fmla="*/ 381375 h 611996"/>
              <a:gd name="connsiteX65" fmla="*/ 299759 w 611925"/>
              <a:gd name="connsiteY65" fmla="*/ 375093 h 611996"/>
              <a:gd name="connsiteX66" fmla="*/ 299759 w 611925"/>
              <a:gd name="connsiteY66" fmla="*/ 318561 h 611996"/>
              <a:gd name="connsiteX67" fmla="*/ 304200 w 611925"/>
              <a:gd name="connsiteY67" fmla="*/ 307837 h 611996"/>
              <a:gd name="connsiteX68" fmla="*/ 333006 w 611925"/>
              <a:gd name="connsiteY68" fmla="*/ 279028 h 611996"/>
              <a:gd name="connsiteX69" fmla="*/ 343729 w 611925"/>
              <a:gd name="connsiteY69" fmla="*/ 274586 h 611996"/>
              <a:gd name="connsiteX70" fmla="*/ 406544 w 611925"/>
              <a:gd name="connsiteY70" fmla="*/ 274586 h 611996"/>
              <a:gd name="connsiteX71" fmla="*/ 417264 w 611925"/>
              <a:gd name="connsiteY71" fmla="*/ 270144 h 611996"/>
              <a:gd name="connsiteX72" fmla="*/ 446070 w 611925"/>
              <a:gd name="connsiteY72" fmla="*/ 241335 h 611996"/>
              <a:gd name="connsiteX73" fmla="*/ 456793 w 611925"/>
              <a:gd name="connsiteY73" fmla="*/ 236893 h 611996"/>
              <a:gd name="connsiteX74" fmla="*/ 475638 w 611925"/>
              <a:gd name="connsiteY74" fmla="*/ 236893 h 611996"/>
              <a:gd name="connsiteX75" fmla="*/ 481919 w 611925"/>
              <a:gd name="connsiteY75" fmla="*/ 230611 h 611996"/>
              <a:gd name="connsiteX76" fmla="*/ 481919 w 611925"/>
              <a:gd name="connsiteY76" fmla="*/ 211766 h 611996"/>
              <a:gd name="connsiteX77" fmla="*/ 475638 w 611925"/>
              <a:gd name="connsiteY77" fmla="*/ 205484 h 611996"/>
              <a:gd name="connsiteX78" fmla="*/ 456795 w 611925"/>
              <a:gd name="connsiteY78" fmla="*/ 205484 h 611996"/>
              <a:gd name="connsiteX79" fmla="*/ 446072 w 611925"/>
              <a:gd name="connsiteY79" fmla="*/ 209925 h 611996"/>
              <a:gd name="connsiteX80" fmla="*/ 417264 w 611925"/>
              <a:gd name="connsiteY80" fmla="*/ 238735 h 611996"/>
              <a:gd name="connsiteX81" fmla="*/ 406541 w 611925"/>
              <a:gd name="connsiteY81" fmla="*/ 243176 h 611996"/>
              <a:gd name="connsiteX82" fmla="*/ 344071 w 611925"/>
              <a:gd name="connsiteY82" fmla="*/ 243170 h 611996"/>
              <a:gd name="connsiteX83" fmla="*/ 337789 w 611925"/>
              <a:gd name="connsiteY83" fmla="*/ 236888 h 611996"/>
              <a:gd name="connsiteX84" fmla="*/ 337789 w 611925"/>
              <a:gd name="connsiteY84" fmla="*/ 211760 h 611996"/>
              <a:gd name="connsiteX85" fmla="*/ 342212 w 611925"/>
              <a:gd name="connsiteY85" fmla="*/ 201018 h 611996"/>
              <a:gd name="connsiteX86" fmla="*/ 370711 w 611925"/>
              <a:gd name="connsiteY86" fmla="*/ 172246 h 611996"/>
              <a:gd name="connsiteX87" fmla="*/ 381416 w 611925"/>
              <a:gd name="connsiteY87" fmla="*/ 167785 h 611996"/>
              <a:gd name="connsiteX88" fmla="*/ 437948 w 611925"/>
              <a:gd name="connsiteY88" fmla="*/ 167785 h 611996"/>
              <a:gd name="connsiteX89" fmla="*/ 444231 w 611925"/>
              <a:gd name="connsiteY89" fmla="*/ 161503 h 611996"/>
              <a:gd name="connsiteX90" fmla="*/ 444231 w 611925"/>
              <a:gd name="connsiteY90" fmla="*/ 142656 h 611996"/>
              <a:gd name="connsiteX91" fmla="*/ 437948 w 611925"/>
              <a:gd name="connsiteY91" fmla="*/ 136374 h 611996"/>
              <a:gd name="connsiteX92" fmla="*/ 412821 w 611925"/>
              <a:gd name="connsiteY92" fmla="*/ 136374 h 611996"/>
              <a:gd name="connsiteX93" fmla="*/ 406539 w 611925"/>
              <a:gd name="connsiteY93" fmla="*/ 130092 h 611996"/>
              <a:gd name="connsiteX94" fmla="*/ 406539 w 611925"/>
              <a:gd name="connsiteY94" fmla="*/ 104964 h 611996"/>
              <a:gd name="connsiteX95" fmla="*/ 412821 w 611925"/>
              <a:gd name="connsiteY95" fmla="*/ 98682 h 611996"/>
              <a:gd name="connsiteX96" fmla="*/ 478929 w 611925"/>
              <a:gd name="connsiteY96" fmla="*/ 98689 h 611996"/>
              <a:gd name="connsiteX97" fmla="*/ 575893 w 611925"/>
              <a:gd name="connsiteY97" fmla="*/ 299470 h 611996"/>
              <a:gd name="connsiteX98" fmla="*/ 555454 w 611925"/>
              <a:gd name="connsiteY98" fmla="*/ 279029 h 611996"/>
              <a:gd name="connsiteX99" fmla="*/ 544731 w 611925"/>
              <a:gd name="connsiteY99" fmla="*/ 274587 h 611996"/>
              <a:gd name="connsiteX100" fmla="*/ 525891 w 611925"/>
              <a:gd name="connsiteY100" fmla="*/ 274587 h 611996"/>
              <a:gd name="connsiteX101" fmla="*/ 519609 w 611925"/>
              <a:gd name="connsiteY101" fmla="*/ 280869 h 611996"/>
              <a:gd name="connsiteX102" fmla="*/ 519609 w 611925"/>
              <a:gd name="connsiteY102" fmla="*/ 306000 h 611996"/>
              <a:gd name="connsiteX103" fmla="*/ 524050 w 611925"/>
              <a:gd name="connsiteY103" fmla="*/ 316724 h 611996"/>
              <a:gd name="connsiteX104" fmla="*/ 546576 w 611925"/>
              <a:gd name="connsiteY104" fmla="*/ 339242 h 611996"/>
              <a:gd name="connsiteX105" fmla="*/ 551017 w 611925"/>
              <a:gd name="connsiteY105" fmla="*/ 349965 h 611996"/>
              <a:gd name="connsiteX106" fmla="*/ 551017 w 611925"/>
              <a:gd name="connsiteY106" fmla="*/ 375093 h 611996"/>
              <a:gd name="connsiteX107" fmla="*/ 546576 w 611925"/>
              <a:gd name="connsiteY107" fmla="*/ 385818 h 611996"/>
              <a:gd name="connsiteX108" fmla="*/ 524050 w 611925"/>
              <a:gd name="connsiteY108" fmla="*/ 408344 h 611996"/>
              <a:gd name="connsiteX109" fmla="*/ 519609 w 611925"/>
              <a:gd name="connsiteY109" fmla="*/ 419068 h 611996"/>
              <a:gd name="connsiteX110" fmla="*/ 519609 w 611925"/>
              <a:gd name="connsiteY110" fmla="*/ 470764 h 611996"/>
              <a:gd name="connsiteX111" fmla="*/ 431774 w 611925"/>
              <a:gd name="connsiteY111" fmla="*/ 544814 h 61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11925" h="611996">
                <a:moveTo>
                  <a:pt x="307999" y="6"/>
                </a:moveTo>
                <a:cubicBezTo>
                  <a:pt x="307320" y="0"/>
                  <a:pt x="305913" y="0"/>
                  <a:pt x="305913" y="0"/>
                </a:cubicBezTo>
                <a:cubicBezTo>
                  <a:pt x="137889" y="12"/>
                  <a:pt x="1112" y="135661"/>
                  <a:pt x="7" y="303959"/>
                </a:cubicBezTo>
                <a:cubicBezTo>
                  <a:pt x="-1128" y="472956"/>
                  <a:pt x="134937" y="610864"/>
                  <a:pt x="303923" y="611994"/>
                </a:cubicBezTo>
                <a:cubicBezTo>
                  <a:pt x="304617" y="612000"/>
                  <a:pt x="305298" y="611994"/>
                  <a:pt x="305990" y="611994"/>
                </a:cubicBezTo>
                <a:cubicBezTo>
                  <a:pt x="474015" y="611994"/>
                  <a:pt x="610785" y="476327"/>
                  <a:pt x="611919" y="308035"/>
                </a:cubicBezTo>
                <a:cubicBezTo>
                  <a:pt x="613032" y="139032"/>
                  <a:pt x="476967" y="1130"/>
                  <a:pt x="307999" y="6"/>
                </a:cubicBezTo>
                <a:close/>
                <a:moveTo>
                  <a:pt x="274632" y="37760"/>
                </a:moveTo>
                <a:lnTo>
                  <a:pt x="274632" y="54707"/>
                </a:lnTo>
                <a:cubicBezTo>
                  <a:pt x="274417" y="58685"/>
                  <a:pt x="272850" y="62469"/>
                  <a:pt x="270190" y="65435"/>
                </a:cubicBezTo>
                <a:lnTo>
                  <a:pt x="241384" y="94244"/>
                </a:lnTo>
                <a:cubicBezTo>
                  <a:pt x="238420" y="96902"/>
                  <a:pt x="234638" y="98469"/>
                  <a:pt x="230662" y="98685"/>
                </a:cubicBezTo>
                <a:lnTo>
                  <a:pt x="174130" y="98685"/>
                </a:lnTo>
                <a:cubicBezTo>
                  <a:pt x="170666" y="98696"/>
                  <a:pt x="167859" y="101503"/>
                  <a:pt x="167848" y="104967"/>
                </a:cubicBezTo>
                <a:lnTo>
                  <a:pt x="167848" y="130095"/>
                </a:lnTo>
                <a:cubicBezTo>
                  <a:pt x="167859" y="133561"/>
                  <a:pt x="170665" y="136367"/>
                  <a:pt x="174130" y="136377"/>
                </a:cubicBezTo>
                <a:lnTo>
                  <a:pt x="230663" y="136377"/>
                </a:lnTo>
                <a:cubicBezTo>
                  <a:pt x="234128" y="136389"/>
                  <a:pt x="236934" y="139195"/>
                  <a:pt x="236945" y="142659"/>
                </a:cubicBezTo>
                <a:lnTo>
                  <a:pt x="236945" y="167794"/>
                </a:lnTo>
                <a:cubicBezTo>
                  <a:pt x="236935" y="171259"/>
                  <a:pt x="234129" y="174066"/>
                  <a:pt x="230663" y="174076"/>
                </a:cubicBezTo>
                <a:lnTo>
                  <a:pt x="205535" y="174076"/>
                </a:lnTo>
                <a:cubicBezTo>
                  <a:pt x="201560" y="174293"/>
                  <a:pt x="197777" y="175859"/>
                  <a:pt x="194812" y="178518"/>
                </a:cubicBezTo>
                <a:lnTo>
                  <a:pt x="172288" y="201045"/>
                </a:lnTo>
                <a:cubicBezTo>
                  <a:pt x="169630" y="204009"/>
                  <a:pt x="168063" y="207793"/>
                  <a:pt x="167846" y="211769"/>
                </a:cubicBezTo>
                <a:lnTo>
                  <a:pt x="167846" y="236897"/>
                </a:lnTo>
                <a:cubicBezTo>
                  <a:pt x="167631" y="240872"/>
                  <a:pt x="166064" y="244656"/>
                  <a:pt x="163405" y="247620"/>
                </a:cubicBezTo>
                <a:lnTo>
                  <a:pt x="140882" y="270144"/>
                </a:lnTo>
                <a:cubicBezTo>
                  <a:pt x="137918" y="272802"/>
                  <a:pt x="134136" y="274369"/>
                  <a:pt x="130160" y="274586"/>
                </a:cubicBezTo>
                <a:lnTo>
                  <a:pt x="105032" y="274586"/>
                </a:lnTo>
                <a:cubicBezTo>
                  <a:pt x="101056" y="274369"/>
                  <a:pt x="97273" y="272802"/>
                  <a:pt x="94309" y="270144"/>
                </a:cubicBezTo>
                <a:lnTo>
                  <a:pt x="71785" y="247617"/>
                </a:lnTo>
                <a:cubicBezTo>
                  <a:pt x="68820" y="244958"/>
                  <a:pt x="65037" y="243392"/>
                  <a:pt x="61062" y="243175"/>
                </a:cubicBezTo>
                <a:lnTo>
                  <a:pt x="43350" y="243175"/>
                </a:lnTo>
                <a:cubicBezTo>
                  <a:pt x="69468" y="134436"/>
                  <a:pt x="161672" y="50934"/>
                  <a:pt x="274632" y="37760"/>
                </a:cubicBezTo>
                <a:close/>
                <a:moveTo>
                  <a:pt x="92472" y="471172"/>
                </a:moveTo>
                <a:lnTo>
                  <a:pt x="92472" y="456772"/>
                </a:lnTo>
                <a:cubicBezTo>
                  <a:pt x="92256" y="452796"/>
                  <a:pt x="90689" y="449013"/>
                  <a:pt x="88031" y="446048"/>
                </a:cubicBezTo>
                <a:lnTo>
                  <a:pt x="65506" y="423521"/>
                </a:lnTo>
                <a:cubicBezTo>
                  <a:pt x="62847" y="420556"/>
                  <a:pt x="61280" y="416773"/>
                  <a:pt x="61064" y="412797"/>
                </a:cubicBezTo>
                <a:lnTo>
                  <a:pt x="61064" y="356256"/>
                </a:lnTo>
                <a:cubicBezTo>
                  <a:pt x="61280" y="352280"/>
                  <a:pt x="62848" y="348497"/>
                  <a:pt x="65506" y="345532"/>
                </a:cubicBezTo>
                <a:lnTo>
                  <a:pt x="94312" y="316723"/>
                </a:lnTo>
                <a:cubicBezTo>
                  <a:pt x="97276" y="314065"/>
                  <a:pt x="101059" y="312498"/>
                  <a:pt x="105035" y="312281"/>
                </a:cubicBezTo>
                <a:lnTo>
                  <a:pt x="123879" y="312281"/>
                </a:lnTo>
                <a:cubicBezTo>
                  <a:pt x="127855" y="312498"/>
                  <a:pt x="131637" y="314065"/>
                  <a:pt x="134602" y="316723"/>
                </a:cubicBezTo>
                <a:lnTo>
                  <a:pt x="194815" y="376942"/>
                </a:lnTo>
                <a:cubicBezTo>
                  <a:pt x="197780" y="379601"/>
                  <a:pt x="201562" y="381167"/>
                  <a:pt x="205538" y="381384"/>
                </a:cubicBezTo>
                <a:lnTo>
                  <a:pt x="230666" y="381384"/>
                </a:lnTo>
                <a:cubicBezTo>
                  <a:pt x="234131" y="381396"/>
                  <a:pt x="236937" y="384201"/>
                  <a:pt x="236948" y="387666"/>
                </a:cubicBezTo>
                <a:lnTo>
                  <a:pt x="236948" y="446714"/>
                </a:lnTo>
                <a:cubicBezTo>
                  <a:pt x="236731" y="450690"/>
                  <a:pt x="235164" y="454473"/>
                  <a:pt x="232506" y="457438"/>
                </a:cubicBezTo>
                <a:lnTo>
                  <a:pt x="206209" y="483732"/>
                </a:lnTo>
                <a:cubicBezTo>
                  <a:pt x="203548" y="486695"/>
                  <a:pt x="201981" y="490479"/>
                  <a:pt x="201768" y="494456"/>
                </a:cubicBezTo>
                <a:lnTo>
                  <a:pt x="201768" y="517074"/>
                </a:lnTo>
                <a:cubicBezTo>
                  <a:pt x="201551" y="521050"/>
                  <a:pt x="199984" y="524833"/>
                  <a:pt x="197327" y="527798"/>
                </a:cubicBezTo>
                <a:lnTo>
                  <a:pt x="180191" y="544939"/>
                </a:lnTo>
                <a:cubicBezTo>
                  <a:pt x="146040" y="526864"/>
                  <a:pt x="116136" y="501716"/>
                  <a:pt x="92472" y="471172"/>
                </a:cubicBezTo>
                <a:close/>
                <a:moveTo>
                  <a:pt x="431774" y="544814"/>
                </a:moveTo>
                <a:lnTo>
                  <a:pt x="417264" y="530312"/>
                </a:lnTo>
                <a:cubicBezTo>
                  <a:pt x="414605" y="527347"/>
                  <a:pt x="413038" y="523564"/>
                  <a:pt x="412823" y="519588"/>
                </a:cubicBezTo>
                <a:lnTo>
                  <a:pt x="412823" y="425350"/>
                </a:lnTo>
                <a:cubicBezTo>
                  <a:pt x="412607" y="421374"/>
                  <a:pt x="411040" y="417591"/>
                  <a:pt x="408382" y="414627"/>
                </a:cubicBezTo>
                <a:lnTo>
                  <a:pt x="379575" y="385818"/>
                </a:lnTo>
                <a:cubicBezTo>
                  <a:pt x="376611" y="383160"/>
                  <a:pt x="372829" y="381592"/>
                  <a:pt x="368853" y="381375"/>
                </a:cubicBezTo>
                <a:lnTo>
                  <a:pt x="306041" y="381375"/>
                </a:lnTo>
                <a:cubicBezTo>
                  <a:pt x="302576" y="381365"/>
                  <a:pt x="299769" y="378559"/>
                  <a:pt x="299759" y="375093"/>
                </a:cubicBezTo>
                <a:lnTo>
                  <a:pt x="299759" y="318561"/>
                </a:lnTo>
                <a:cubicBezTo>
                  <a:pt x="299975" y="314585"/>
                  <a:pt x="301542" y="310802"/>
                  <a:pt x="304200" y="307837"/>
                </a:cubicBezTo>
                <a:lnTo>
                  <a:pt x="333006" y="279028"/>
                </a:lnTo>
                <a:cubicBezTo>
                  <a:pt x="335971" y="276370"/>
                  <a:pt x="339753" y="274803"/>
                  <a:pt x="343729" y="274586"/>
                </a:cubicBezTo>
                <a:lnTo>
                  <a:pt x="406544" y="274586"/>
                </a:lnTo>
                <a:cubicBezTo>
                  <a:pt x="410519" y="274369"/>
                  <a:pt x="414300" y="272802"/>
                  <a:pt x="417264" y="270144"/>
                </a:cubicBezTo>
                <a:lnTo>
                  <a:pt x="446070" y="241335"/>
                </a:lnTo>
                <a:cubicBezTo>
                  <a:pt x="449034" y="238676"/>
                  <a:pt x="452817" y="237110"/>
                  <a:pt x="456793" y="236893"/>
                </a:cubicBezTo>
                <a:lnTo>
                  <a:pt x="475638" y="236893"/>
                </a:lnTo>
                <a:cubicBezTo>
                  <a:pt x="479103" y="236883"/>
                  <a:pt x="481910" y="234076"/>
                  <a:pt x="481919" y="230611"/>
                </a:cubicBezTo>
                <a:lnTo>
                  <a:pt x="481919" y="211766"/>
                </a:lnTo>
                <a:cubicBezTo>
                  <a:pt x="481908" y="208301"/>
                  <a:pt x="479102" y="205495"/>
                  <a:pt x="475638" y="205484"/>
                </a:cubicBezTo>
                <a:lnTo>
                  <a:pt x="456795" y="205484"/>
                </a:lnTo>
                <a:cubicBezTo>
                  <a:pt x="452819" y="205700"/>
                  <a:pt x="449037" y="207267"/>
                  <a:pt x="446072" y="209925"/>
                </a:cubicBezTo>
                <a:lnTo>
                  <a:pt x="417264" y="238735"/>
                </a:lnTo>
                <a:cubicBezTo>
                  <a:pt x="414299" y="241392"/>
                  <a:pt x="410517" y="242959"/>
                  <a:pt x="406541" y="243176"/>
                </a:cubicBezTo>
                <a:lnTo>
                  <a:pt x="344071" y="243170"/>
                </a:lnTo>
                <a:cubicBezTo>
                  <a:pt x="340605" y="243162"/>
                  <a:pt x="337797" y="240354"/>
                  <a:pt x="337789" y="236888"/>
                </a:cubicBezTo>
                <a:lnTo>
                  <a:pt x="337789" y="211760"/>
                </a:lnTo>
                <a:cubicBezTo>
                  <a:pt x="338004" y="207782"/>
                  <a:pt x="339563" y="203994"/>
                  <a:pt x="342212" y="201018"/>
                </a:cubicBezTo>
                <a:lnTo>
                  <a:pt x="370711" y="172246"/>
                </a:lnTo>
                <a:cubicBezTo>
                  <a:pt x="373663" y="169577"/>
                  <a:pt x="377442" y="168002"/>
                  <a:pt x="381416" y="167785"/>
                </a:cubicBezTo>
                <a:lnTo>
                  <a:pt x="437948" y="167785"/>
                </a:lnTo>
                <a:cubicBezTo>
                  <a:pt x="441414" y="167775"/>
                  <a:pt x="444220" y="164969"/>
                  <a:pt x="444231" y="161503"/>
                </a:cubicBezTo>
                <a:lnTo>
                  <a:pt x="444231" y="142656"/>
                </a:lnTo>
                <a:cubicBezTo>
                  <a:pt x="444220" y="139192"/>
                  <a:pt x="441413" y="136385"/>
                  <a:pt x="437948" y="136374"/>
                </a:cubicBezTo>
                <a:lnTo>
                  <a:pt x="412821" y="136374"/>
                </a:lnTo>
                <a:cubicBezTo>
                  <a:pt x="409355" y="136364"/>
                  <a:pt x="406549" y="133558"/>
                  <a:pt x="406539" y="130092"/>
                </a:cubicBezTo>
                <a:lnTo>
                  <a:pt x="406539" y="104964"/>
                </a:lnTo>
                <a:cubicBezTo>
                  <a:pt x="406550" y="101500"/>
                  <a:pt x="409356" y="98694"/>
                  <a:pt x="412821" y="98682"/>
                </a:cubicBezTo>
                <a:lnTo>
                  <a:pt x="478929" y="98689"/>
                </a:lnTo>
                <a:cubicBezTo>
                  <a:pt x="536726" y="147007"/>
                  <a:pt x="573969" y="218993"/>
                  <a:pt x="575893" y="299470"/>
                </a:cubicBezTo>
                <a:lnTo>
                  <a:pt x="555454" y="279029"/>
                </a:lnTo>
                <a:cubicBezTo>
                  <a:pt x="552490" y="276371"/>
                  <a:pt x="548707" y="274804"/>
                  <a:pt x="544731" y="274587"/>
                </a:cubicBezTo>
                <a:lnTo>
                  <a:pt x="525891" y="274587"/>
                </a:lnTo>
                <a:cubicBezTo>
                  <a:pt x="522427" y="274598"/>
                  <a:pt x="519620" y="277404"/>
                  <a:pt x="519609" y="280869"/>
                </a:cubicBezTo>
                <a:lnTo>
                  <a:pt x="519609" y="306000"/>
                </a:lnTo>
                <a:cubicBezTo>
                  <a:pt x="519825" y="309976"/>
                  <a:pt x="521391" y="313759"/>
                  <a:pt x="524050" y="316724"/>
                </a:cubicBezTo>
                <a:lnTo>
                  <a:pt x="546576" y="339242"/>
                </a:lnTo>
                <a:cubicBezTo>
                  <a:pt x="549234" y="342207"/>
                  <a:pt x="550801" y="345990"/>
                  <a:pt x="551017" y="349965"/>
                </a:cubicBezTo>
                <a:lnTo>
                  <a:pt x="551017" y="375093"/>
                </a:lnTo>
                <a:cubicBezTo>
                  <a:pt x="550801" y="379070"/>
                  <a:pt x="549235" y="382854"/>
                  <a:pt x="546576" y="385818"/>
                </a:cubicBezTo>
                <a:lnTo>
                  <a:pt x="524050" y="408344"/>
                </a:lnTo>
                <a:cubicBezTo>
                  <a:pt x="521392" y="411309"/>
                  <a:pt x="519825" y="415092"/>
                  <a:pt x="519609" y="419068"/>
                </a:cubicBezTo>
                <a:lnTo>
                  <a:pt x="519609" y="470764"/>
                </a:lnTo>
                <a:cubicBezTo>
                  <a:pt x="495921" y="501404"/>
                  <a:pt x="465979" y="526648"/>
                  <a:pt x="431774" y="544814"/>
                </a:cubicBezTo>
                <a:close/>
              </a:path>
            </a:pathLst>
          </a:custGeom>
          <a:solidFill>
            <a:schemeClr val="bg1"/>
          </a:solidFill>
          <a:ln w="714" cap="flat">
            <a:noFill/>
            <a:prstDash val="solid"/>
            <a:miter/>
          </a:ln>
        </p:spPr>
        <p:txBody>
          <a:bodyPr rtlCol="0" anchor="ctr"/>
          <a:lstStyle/>
          <a:p>
            <a:endParaRPr lang="de-DE" sz="1275"/>
          </a:p>
        </p:txBody>
      </p:sp>
      <p:sp>
        <p:nvSpPr>
          <p:cNvPr id="65" name="Grafik 35">
            <a:extLst>
              <a:ext uri="{FF2B5EF4-FFF2-40B4-BE49-F238E27FC236}">
                <a16:creationId xmlns:a16="http://schemas.microsoft.com/office/drawing/2014/main" id="{F0BA7A58-28E1-4163-8D92-73D0855BD737}"/>
              </a:ext>
            </a:extLst>
          </p:cNvPr>
          <p:cNvSpPr/>
          <p:nvPr userDrawn="1"/>
        </p:nvSpPr>
        <p:spPr>
          <a:xfrm>
            <a:off x="1634245" y="4186140"/>
            <a:ext cx="418500" cy="418500"/>
          </a:xfrm>
          <a:custGeom>
            <a:avLst/>
            <a:gdLst>
              <a:gd name="connsiteX0" fmla="*/ 306000 w 612000"/>
              <a:gd name="connsiteY0" fmla="*/ 0 h 612000"/>
              <a:gd name="connsiteX1" fmla="*/ 0 w 612000"/>
              <a:gd name="connsiteY1" fmla="*/ 306000 h 612000"/>
              <a:gd name="connsiteX2" fmla="*/ 306000 w 612000"/>
              <a:gd name="connsiteY2" fmla="*/ 612000 h 612000"/>
              <a:gd name="connsiteX3" fmla="*/ 612000 w 612000"/>
              <a:gd name="connsiteY3" fmla="*/ 306000 h 612000"/>
              <a:gd name="connsiteX4" fmla="*/ 306000 w 612000"/>
              <a:gd name="connsiteY4" fmla="*/ 0 h 612000"/>
              <a:gd name="connsiteX5" fmla="*/ 179662 w 612000"/>
              <a:gd name="connsiteY5" fmla="*/ 524128 h 612000"/>
              <a:gd name="connsiteX6" fmla="*/ 127809 w 612000"/>
              <a:gd name="connsiteY6" fmla="*/ 484191 h 612000"/>
              <a:gd name="connsiteX7" fmla="*/ 125610 w 612000"/>
              <a:gd name="connsiteY7" fmla="*/ 482286 h 612000"/>
              <a:gd name="connsiteX8" fmla="*/ 125610 w 612000"/>
              <a:gd name="connsiteY8" fmla="*/ 451872 h 612000"/>
              <a:gd name="connsiteX9" fmla="*/ 179662 w 612000"/>
              <a:gd name="connsiteY9" fmla="*/ 397817 h 612000"/>
              <a:gd name="connsiteX10" fmla="*/ 179662 w 612000"/>
              <a:gd name="connsiteY10" fmla="*/ 524128 h 612000"/>
              <a:gd name="connsiteX11" fmla="*/ 287662 w 612000"/>
              <a:gd name="connsiteY11" fmla="*/ 557307 h 612000"/>
              <a:gd name="connsiteX12" fmla="*/ 233637 w 612000"/>
              <a:gd name="connsiteY12" fmla="*/ 547428 h 612000"/>
              <a:gd name="connsiteX13" fmla="*/ 233637 w 612000"/>
              <a:gd name="connsiteY13" fmla="*/ 363240 h 612000"/>
              <a:gd name="connsiteX14" fmla="*/ 275685 w 612000"/>
              <a:gd name="connsiteY14" fmla="*/ 405229 h 612000"/>
              <a:gd name="connsiteX15" fmla="*/ 287675 w 612000"/>
              <a:gd name="connsiteY15" fmla="*/ 417435 h 612000"/>
              <a:gd name="connsiteX16" fmla="*/ 395640 w 612000"/>
              <a:gd name="connsiteY16" fmla="*/ 541451 h 612000"/>
              <a:gd name="connsiteX17" fmla="*/ 341928 w 612000"/>
              <a:gd name="connsiteY17" fmla="*/ 555460 h 612000"/>
              <a:gd name="connsiteX18" fmla="*/ 341618 w 612000"/>
              <a:gd name="connsiteY18" fmla="*/ 380023 h 612000"/>
              <a:gd name="connsiteX19" fmla="*/ 395640 w 612000"/>
              <a:gd name="connsiteY19" fmla="*/ 325800 h 612000"/>
              <a:gd name="connsiteX20" fmla="*/ 395640 w 612000"/>
              <a:gd name="connsiteY20" fmla="*/ 541451 h 612000"/>
              <a:gd name="connsiteX21" fmla="*/ 503629 w 612000"/>
              <a:gd name="connsiteY21" fmla="*/ 461922 h 612000"/>
              <a:gd name="connsiteX22" fmla="*/ 484189 w 612000"/>
              <a:gd name="connsiteY22" fmla="*/ 484191 h 612000"/>
              <a:gd name="connsiteX23" fmla="*/ 449616 w 612000"/>
              <a:gd name="connsiteY23" fmla="*/ 513135 h 612000"/>
              <a:gd name="connsiteX24" fmla="*/ 449640 w 612000"/>
              <a:gd name="connsiteY24" fmla="*/ 292674 h 612000"/>
              <a:gd name="connsiteX25" fmla="*/ 457910 w 612000"/>
              <a:gd name="connsiteY25" fmla="*/ 300640 h 612000"/>
              <a:gd name="connsiteX26" fmla="*/ 483636 w 612000"/>
              <a:gd name="connsiteY26" fmla="*/ 326364 h 612000"/>
              <a:gd name="connsiteX27" fmla="*/ 503626 w 612000"/>
              <a:gd name="connsiteY27" fmla="*/ 346756 h 612000"/>
              <a:gd name="connsiteX28" fmla="*/ 503655 w 612000"/>
              <a:gd name="connsiteY28" fmla="*/ 306000 h 612000"/>
              <a:gd name="connsiteX29" fmla="*/ 439456 w 612000"/>
              <a:gd name="connsiteY29" fmla="*/ 241456 h 612000"/>
              <a:gd name="connsiteX30" fmla="*/ 296045 w 612000"/>
              <a:gd name="connsiteY30" fmla="*/ 384865 h 612000"/>
              <a:gd name="connsiteX31" fmla="*/ 224045 w 612000"/>
              <a:gd name="connsiteY31" fmla="*/ 312865 h 612000"/>
              <a:gd name="connsiteX32" fmla="*/ 94229 w 612000"/>
              <a:gd name="connsiteY32" fmla="*/ 442681 h 612000"/>
              <a:gd name="connsiteX33" fmla="*/ 62801 w 612000"/>
              <a:gd name="connsiteY33" fmla="*/ 372288 h 612000"/>
              <a:gd name="connsiteX34" fmla="*/ 224045 w 612000"/>
              <a:gd name="connsiteY34" fmla="*/ 211042 h 612000"/>
              <a:gd name="connsiteX35" fmla="*/ 296045 w 612000"/>
              <a:gd name="connsiteY35" fmla="*/ 283042 h 612000"/>
              <a:gd name="connsiteX36" fmla="*/ 388544 w 612000"/>
              <a:gd name="connsiteY36" fmla="*/ 190544 h 612000"/>
              <a:gd name="connsiteX37" fmla="*/ 324255 w 612000"/>
              <a:gd name="connsiteY37" fmla="*/ 126340 h 612000"/>
              <a:gd name="connsiteX38" fmla="*/ 485618 w 612000"/>
              <a:gd name="connsiteY38" fmla="*/ 126382 h 612000"/>
              <a:gd name="connsiteX39" fmla="*/ 503668 w 612000"/>
              <a:gd name="connsiteY39" fmla="*/ 144332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2000" h="612000">
                <a:moveTo>
                  <a:pt x="306000" y="0"/>
                </a:moveTo>
                <a:cubicBezTo>
                  <a:pt x="137001" y="0"/>
                  <a:pt x="0" y="137001"/>
                  <a:pt x="0" y="306000"/>
                </a:cubicBezTo>
                <a:cubicBezTo>
                  <a:pt x="0" y="474999"/>
                  <a:pt x="137001" y="612000"/>
                  <a:pt x="306000" y="612000"/>
                </a:cubicBezTo>
                <a:cubicBezTo>
                  <a:pt x="474999" y="612000"/>
                  <a:pt x="612000" y="474999"/>
                  <a:pt x="612000" y="306000"/>
                </a:cubicBezTo>
                <a:cubicBezTo>
                  <a:pt x="612000" y="137001"/>
                  <a:pt x="474999" y="0"/>
                  <a:pt x="306000" y="0"/>
                </a:cubicBezTo>
                <a:close/>
                <a:moveTo>
                  <a:pt x="179662" y="524128"/>
                </a:moveTo>
                <a:cubicBezTo>
                  <a:pt x="160697" y="513154"/>
                  <a:pt x="143262" y="499725"/>
                  <a:pt x="127809" y="484191"/>
                </a:cubicBezTo>
                <a:cubicBezTo>
                  <a:pt x="127181" y="483562"/>
                  <a:pt x="126232" y="482921"/>
                  <a:pt x="125610" y="482286"/>
                </a:cubicBezTo>
                <a:lnTo>
                  <a:pt x="125610" y="451872"/>
                </a:lnTo>
                <a:lnTo>
                  <a:pt x="179662" y="397817"/>
                </a:lnTo>
                <a:lnTo>
                  <a:pt x="179662" y="524128"/>
                </a:lnTo>
                <a:close/>
                <a:moveTo>
                  <a:pt x="287662" y="557307"/>
                </a:moveTo>
                <a:cubicBezTo>
                  <a:pt x="269346" y="556006"/>
                  <a:pt x="251228" y="552694"/>
                  <a:pt x="233637" y="547428"/>
                </a:cubicBezTo>
                <a:lnTo>
                  <a:pt x="233637" y="363240"/>
                </a:lnTo>
                <a:lnTo>
                  <a:pt x="275685" y="405229"/>
                </a:lnTo>
                <a:lnTo>
                  <a:pt x="287675" y="417435"/>
                </a:lnTo>
                <a:close/>
                <a:moveTo>
                  <a:pt x="395640" y="541451"/>
                </a:moveTo>
                <a:cubicBezTo>
                  <a:pt x="378323" y="548133"/>
                  <a:pt x="360303" y="552833"/>
                  <a:pt x="341928" y="555460"/>
                </a:cubicBezTo>
                <a:lnTo>
                  <a:pt x="341618" y="380023"/>
                </a:lnTo>
                <a:lnTo>
                  <a:pt x="395640" y="325800"/>
                </a:lnTo>
                <a:lnTo>
                  <a:pt x="395640" y="541451"/>
                </a:lnTo>
                <a:close/>
                <a:moveTo>
                  <a:pt x="503629" y="461922"/>
                </a:moveTo>
                <a:cubicBezTo>
                  <a:pt x="497593" y="469721"/>
                  <a:pt x="491102" y="477157"/>
                  <a:pt x="484189" y="484191"/>
                </a:cubicBezTo>
                <a:cubicBezTo>
                  <a:pt x="473528" y="494826"/>
                  <a:pt x="461961" y="504510"/>
                  <a:pt x="449616" y="513135"/>
                </a:cubicBezTo>
                <a:lnTo>
                  <a:pt x="449640" y="292674"/>
                </a:lnTo>
                <a:lnTo>
                  <a:pt x="457910" y="300640"/>
                </a:lnTo>
                <a:lnTo>
                  <a:pt x="483636" y="326364"/>
                </a:lnTo>
                <a:lnTo>
                  <a:pt x="503626" y="346756"/>
                </a:lnTo>
                <a:close/>
                <a:moveTo>
                  <a:pt x="503655" y="306000"/>
                </a:moveTo>
                <a:lnTo>
                  <a:pt x="439456" y="241456"/>
                </a:lnTo>
                <a:lnTo>
                  <a:pt x="296045" y="384865"/>
                </a:lnTo>
                <a:lnTo>
                  <a:pt x="224045" y="312865"/>
                </a:lnTo>
                <a:lnTo>
                  <a:pt x="94229" y="442681"/>
                </a:lnTo>
                <a:cubicBezTo>
                  <a:pt x="80184" y="420979"/>
                  <a:pt x="69582" y="397233"/>
                  <a:pt x="62801" y="372288"/>
                </a:cubicBezTo>
                <a:lnTo>
                  <a:pt x="224045" y="211042"/>
                </a:lnTo>
                <a:lnTo>
                  <a:pt x="296045" y="283042"/>
                </a:lnTo>
                <a:lnTo>
                  <a:pt x="388544" y="190544"/>
                </a:lnTo>
                <a:lnTo>
                  <a:pt x="324255" y="126340"/>
                </a:lnTo>
                <a:lnTo>
                  <a:pt x="485618" y="126382"/>
                </a:lnTo>
                <a:cubicBezTo>
                  <a:pt x="495559" y="126354"/>
                  <a:pt x="503640" y="134391"/>
                  <a:pt x="503668" y="144332"/>
                </a:cubicBezTo>
                <a:close/>
              </a:path>
            </a:pathLst>
          </a:custGeom>
          <a:solidFill>
            <a:schemeClr val="bg1"/>
          </a:solidFill>
          <a:ln w="714" cap="flat">
            <a:noFill/>
            <a:prstDash val="solid"/>
            <a:miter/>
          </a:ln>
        </p:spPr>
        <p:txBody>
          <a:bodyPr rtlCol="0" anchor="ctr"/>
          <a:lstStyle/>
          <a:p>
            <a:endParaRPr lang="de-DE" sz="1275"/>
          </a:p>
        </p:txBody>
      </p:sp>
      <p:sp>
        <p:nvSpPr>
          <p:cNvPr id="66" name="Grafik 36">
            <a:extLst>
              <a:ext uri="{FF2B5EF4-FFF2-40B4-BE49-F238E27FC236}">
                <a16:creationId xmlns:a16="http://schemas.microsoft.com/office/drawing/2014/main" id="{5D46F7FE-FE1D-4EC7-B20F-5321CA13B80E}"/>
              </a:ext>
            </a:extLst>
          </p:cNvPr>
          <p:cNvSpPr>
            <a:spLocks noChangeAspect="1"/>
          </p:cNvSpPr>
          <p:nvPr userDrawn="1"/>
        </p:nvSpPr>
        <p:spPr>
          <a:xfrm>
            <a:off x="918631" y="4186140"/>
            <a:ext cx="366883" cy="378000"/>
          </a:xfrm>
          <a:custGeom>
            <a:avLst/>
            <a:gdLst>
              <a:gd name="connsiteX0" fmla="*/ 180000 w 594000"/>
              <a:gd name="connsiteY0" fmla="*/ 576000 h 612000"/>
              <a:gd name="connsiteX1" fmla="*/ 180000 w 594000"/>
              <a:gd name="connsiteY1" fmla="*/ 447696 h 612000"/>
              <a:gd name="connsiteX2" fmla="*/ 126000 w 594000"/>
              <a:gd name="connsiteY2" fmla="*/ 378000 h 612000"/>
              <a:gd name="connsiteX3" fmla="*/ 126000 w 594000"/>
              <a:gd name="connsiteY3" fmla="*/ 297000 h 612000"/>
              <a:gd name="connsiteX4" fmla="*/ 138672 w 594000"/>
              <a:gd name="connsiteY4" fmla="*/ 239832 h 612000"/>
              <a:gd name="connsiteX5" fmla="*/ 61488 w 594000"/>
              <a:gd name="connsiteY5" fmla="*/ 207216 h 612000"/>
              <a:gd name="connsiteX6" fmla="*/ 0 w 594000"/>
              <a:gd name="connsiteY6" fmla="*/ 306000 h 612000"/>
              <a:gd name="connsiteX7" fmla="*/ 0 w 594000"/>
              <a:gd name="connsiteY7" fmla="*/ 391752 h 612000"/>
              <a:gd name="connsiteX8" fmla="*/ 51120 w 594000"/>
              <a:gd name="connsiteY8" fmla="*/ 442800 h 612000"/>
              <a:gd name="connsiteX9" fmla="*/ 51120 w 594000"/>
              <a:gd name="connsiteY9" fmla="*/ 576000 h 612000"/>
              <a:gd name="connsiteX10" fmla="*/ 86616 w 594000"/>
              <a:gd name="connsiteY10" fmla="*/ 612000 h 612000"/>
              <a:gd name="connsiteX11" fmla="*/ 86832 w 594000"/>
              <a:gd name="connsiteY11" fmla="*/ 612000 h 612000"/>
              <a:gd name="connsiteX12" fmla="*/ 193824 w 594000"/>
              <a:gd name="connsiteY12" fmla="*/ 612000 h 612000"/>
              <a:gd name="connsiteX13" fmla="*/ 180000 w 594000"/>
              <a:gd name="connsiteY13" fmla="*/ 576000 h 612000"/>
              <a:gd name="connsiteX14" fmla="*/ 532512 w 594000"/>
              <a:gd name="connsiteY14" fmla="*/ 207144 h 612000"/>
              <a:gd name="connsiteX15" fmla="*/ 455328 w 594000"/>
              <a:gd name="connsiteY15" fmla="*/ 239760 h 612000"/>
              <a:gd name="connsiteX16" fmla="*/ 468000 w 594000"/>
              <a:gd name="connsiteY16" fmla="*/ 296928 h 612000"/>
              <a:gd name="connsiteX17" fmla="*/ 468000 w 594000"/>
              <a:gd name="connsiteY17" fmla="*/ 378000 h 612000"/>
              <a:gd name="connsiteX18" fmla="*/ 414000 w 594000"/>
              <a:gd name="connsiteY18" fmla="*/ 447696 h 612000"/>
              <a:gd name="connsiteX19" fmla="*/ 414000 w 594000"/>
              <a:gd name="connsiteY19" fmla="*/ 576000 h 612000"/>
              <a:gd name="connsiteX20" fmla="*/ 400176 w 594000"/>
              <a:gd name="connsiteY20" fmla="*/ 612000 h 612000"/>
              <a:gd name="connsiteX21" fmla="*/ 507168 w 594000"/>
              <a:gd name="connsiteY21" fmla="*/ 612000 h 612000"/>
              <a:gd name="connsiteX22" fmla="*/ 542880 w 594000"/>
              <a:gd name="connsiteY22" fmla="*/ 576216 h 612000"/>
              <a:gd name="connsiteX23" fmla="*/ 542880 w 594000"/>
              <a:gd name="connsiteY23" fmla="*/ 576000 h 612000"/>
              <a:gd name="connsiteX24" fmla="*/ 542880 w 594000"/>
              <a:gd name="connsiteY24" fmla="*/ 442800 h 612000"/>
              <a:gd name="connsiteX25" fmla="*/ 594000 w 594000"/>
              <a:gd name="connsiteY25" fmla="*/ 391752 h 612000"/>
              <a:gd name="connsiteX26" fmla="*/ 594000 w 594000"/>
              <a:gd name="connsiteY26" fmla="*/ 306000 h 612000"/>
              <a:gd name="connsiteX27" fmla="*/ 532512 w 594000"/>
              <a:gd name="connsiteY27" fmla="*/ 207144 h 612000"/>
              <a:gd name="connsiteX28" fmla="*/ 450000 w 594000"/>
              <a:gd name="connsiteY28" fmla="*/ 36000 h 612000"/>
              <a:gd name="connsiteX29" fmla="*/ 402912 w 594000"/>
              <a:gd name="connsiteY29" fmla="*/ 49248 h 612000"/>
              <a:gd name="connsiteX30" fmla="*/ 404784 w 594000"/>
              <a:gd name="connsiteY30" fmla="*/ 53424 h 612000"/>
              <a:gd name="connsiteX31" fmla="*/ 387360 w 594000"/>
              <a:gd name="connsiteY31" fmla="*/ 173232 h 612000"/>
              <a:gd name="connsiteX32" fmla="*/ 392544 w 594000"/>
              <a:gd name="connsiteY32" fmla="*/ 175824 h 612000"/>
              <a:gd name="connsiteX33" fmla="*/ 440568 w 594000"/>
              <a:gd name="connsiteY33" fmla="*/ 215496 h 612000"/>
              <a:gd name="connsiteX34" fmla="*/ 539424 w 594000"/>
              <a:gd name="connsiteY34" fmla="*/ 135288 h 612000"/>
              <a:gd name="connsiteX35" fmla="*/ 459216 w 594000"/>
              <a:gd name="connsiteY35" fmla="*/ 36432 h 612000"/>
              <a:gd name="connsiteX36" fmla="*/ 450000 w 594000"/>
              <a:gd name="connsiteY36" fmla="*/ 36000 h 612000"/>
              <a:gd name="connsiteX37" fmla="*/ 396000 w 594000"/>
              <a:gd name="connsiteY37" fmla="*/ 99000 h 612000"/>
              <a:gd name="connsiteX38" fmla="*/ 297000 w 594000"/>
              <a:gd name="connsiteY38" fmla="*/ 198000 h 612000"/>
              <a:gd name="connsiteX39" fmla="*/ 198000 w 594000"/>
              <a:gd name="connsiteY39" fmla="*/ 99000 h 612000"/>
              <a:gd name="connsiteX40" fmla="*/ 297000 w 594000"/>
              <a:gd name="connsiteY40" fmla="*/ 0 h 612000"/>
              <a:gd name="connsiteX41" fmla="*/ 396000 w 594000"/>
              <a:gd name="connsiteY41" fmla="*/ 99000 h 612000"/>
              <a:gd name="connsiteX42" fmla="*/ 384624 w 594000"/>
              <a:gd name="connsiteY42" fmla="*/ 192024 h 612000"/>
              <a:gd name="connsiteX43" fmla="*/ 209304 w 594000"/>
              <a:gd name="connsiteY43" fmla="*/ 192024 h 612000"/>
              <a:gd name="connsiteX44" fmla="*/ 144000 w 594000"/>
              <a:gd name="connsiteY44" fmla="*/ 297000 h 612000"/>
              <a:gd name="connsiteX45" fmla="*/ 144000 w 594000"/>
              <a:gd name="connsiteY45" fmla="*/ 378000 h 612000"/>
              <a:gd name="connsiteX46" fmla="*/ 198000 w 594000"/>
              <a:gd name="connsiteY46" fmla="*/ 432000 h 612000"/>
              <a:gd name="connsiteX47" fmla="*/ 198000 w 594000"/>
              <a:gd name="connsiteY47" fmla="*/ 432000 h 612000"/>
              <a:gd name="connsiteX48" fmla="*/ 198000 w 594000"/>
              <a:gd name="connsiteY48" fmla="*/ 576000 h 612000"/>
              <a:gd name="connsiteX49" fmla="*/ 234000 w 594000"/>
              <a:gd name="connsiteY49" fmla="*/ 612000 h 612000"/>
              <a:gd name="connsiteX50" fmla="*/ 360000 w 594000"/>
              <a:gd name="connsiteY50" fmla="*/ 612000 h 612000"/>
              <a:gd name="connsiteX51" fmla="*/ 396000 w 594000"/>
              <a:gd name="connsiteY51" fmla="*/ 576000 h 612000"/>
              <a:gd name="connsiteX52" fmla="*/ 396000 w 594000"/>
              <a:gd name="connsiteY52" fmla="*/ 432000 h 612000"/>
              <a:gd name="connsiteX53" fmla="*/ 450000 w 594000"/>
              <a:gd name="connsiteY53" fmla="*/ 378000 h 612000"/>
              <a:gd name="connsiteX54" fmla="*/ 450000 w 594000"/>
              <a:gd name="connsiteY54" fmla="*/ 378000 h 612000"/>
              <a:gd name="connsiteX55" fmla="*/ 450000 w 594000"/>
              <a:gd name="connsiteY55" fmla="*/ 297000 h 612000"/>
              <a:gd name="connsiteX56" fmla="*/ 384624 w 594000"/>
              <a:gd name="connsiteY56" fmla="*/ 192024 h 612000"/>
              <a:gd name="connsiteX57" fmla="*/ 297000 w 594000"/>
              <a:gd name="connsiteY57" fmla="*/ 414000 h 612000"/>
              <a:gd name="connsiteX58" fmla="*/ 270000 w 594000"/>
              <a:gd name="connsiteY58" fmla="*/ 378648 h 612000"/>
              <a:gd name="connsiteX59" fmla="*/ 286560 w 594000"/>
              <a:gd name="connsiteY59" fmla="*/ 252000 h 612000"/>
              <a:gd name="connsiteX60" fmla="*/ 308160 w 594000"/>
              <a:gd name="connsiteY60" fmla="*/ 252000 h 612000"/>
              <a:gd name="connsiteX61" fmla="*/ 324000 w 594000"/>
              <a:gd name="connsiteY61" fmla="*/ 378648 h 612000"/>
              <a:gd name="connsiteX62" fmla="*/ 297000 w 594000"/>
              <a:gd name="connsiteY62" fmla="*/ 414000 h 612000"/>
              <a:gd name="connsiteX63" fmla="*/ 153360 w 594000"/>
              <a:gd name="connsiteY63" fmla="*/ 215496 h 612000"/>
              <a:gd name="connsiteX64" fmla="*/ 201384 w 594000"/>
              <a:gd name="connsiteY64" fmla="*/ 175824 h 612000"/>
              <a:gd name="connsiteX65" fmla="*/ 206568 w 594000"/>
              <a:gd name="connsiteY65" fmla="*/ 173232 h 612000"/>
              <a:gd name="connsiteX66" fmla="*/ 189144 w 594000"/>
              <a:gd name="connsiteY66" fmla="*/ 53424 h 612000"/>
              <a:gd name="connsiteX67" fmla="*/ 191016 w 594000"/>
              <a:gd name="connsiteY67" fmla="*/ 49248 h 612000"/>
              <a:gd name="connsiteX68" fmla="*/ 67248 w 594000"/>
              <a:gd name="connsiteY68" fmla="*/ 78912 h 612000"/>
              <a:gd name="connsiteX69" fmla="*/ 96912 w 594000"/>
              <a:gd name="connsiteY69" fmla="*/ 202680 h 612000"/>
              <a:gd name="connsiteX70" fmla="*/ 143928 w 594000"/>
              <a:gd name="connsiteY70" fmla="*/ 215928 h 612000"/>
              <a:gd name="connsiteX71" fmla="*/ 153360 w 594000"/>
              <a:gd name="connsiteY71" fmla="*/ 215496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94000" h="612000">
                <a:moveTo>
                  <a:pt x="180000" y="576000"/>
                </a:moveTo>
                <a:lnTo>
                  <a:pt x="180000" y="447696"/>
                </a:lnTo>
                <a:cubicBezTo>
                  <a:pt x="148248" y="439416"/>
                  <a:pt x="126072" y="410760"/>
                  <a:pt x="126000" y="378000"/>
                </a:cubicBezTo>
                <a:lnTo>
                  <a:pt x="126000" y="297000"/>
                </a:lnTo>
                <a:cubicBezTo>
                  <a:pt x="126000" y="277272"/>
                  <a:pt x="130320" y="257688"/>
                  <a:pt x="138672" y="239832"/>
                </a:cubicBezTo>
                <a:cubicBezTo>
                  <a:pt x="109872" y="238608"/>
                  <a:pt x="82440" y="227016"/>
                  <a:pt x="61488" y="207216"/>
                </a:cubicBezTo>
                <a:cubicBezTo>
                  <a:pt x="23832" y="225720"/>
                  <a:pt x="0" y="264024"/>
                  <a:pt x="0" y="306000"/>
                </a:cubicBezTo>
                <a:lnTo>
                  <a:pt x="0" y="391752"/>
                </a:lnTo>
                <a:cubicBezTo>
                  <a:pt x="0" y="419832"/>
                  <a:pt x="23040" y="442800"/>
                  <a:pt x="51120" y="442800"/>
                </a:cubicBezTo>
                <a:lnTo>
                  <a:pt x="51120" y="576000"/>
                </a:lnTo>
                <a:cubicBezTo>
                  <a:pt x="50976" y="595728"/>
                  <a:pt x="66888" y="611856"/>
                  <a:pt x="86616" y="612000"/>
                </a:cubicBezTo>
                <a:cubicBezTo>
                  <a:pt x="86688" y="612000"/>
                  <a:pt x="86760" y="612000"/>
                  <a:pt x="86832" y="612000"/>
                </a:cubicBezTo>
                <a:lnTo>
                  <a:pt x="193824" y="612000"/>
                </a:lnTo>
                <a:cubicBezTo>
                  <a:pt x="184896" y="602136"/>
                  <a:pt x="180000" y="589320"/>
                  <a:pt x="180000" y="576000"/>
                </a:cubicBezTo>
                <a:close/>
                <a:moveTo>
                  <a:pt x="532512" y="207144"/>
                </a:moveTo>
                <a:cubicBezTo>
                  <a:pt x="511560" y="226944"/>
                  <a:pt x="484128" y="238536"/>
                  <a:pt x="455328" y="239760"/>
                </a:cubicBezTo>
                <a:cubicBezTo>
                  <a:pt x="463680" y="257688"/>
                  <a:pt x="468000" y="277200"/>
                  <a:pt x="468000" y="296928"/>
                </a:cubicBezTo>
                <a:lnTo>
                  <a:pt x="468000" y="378000"/>
                </a:lnTo>
                <a:cubicBezTo>
                  <a:pt x="467928" y="410832"/>
                  <a:pt x="445752" y="439488"/>
                  <a:pt x="414000" y="447696"/>
                </a:cubicBezTo>
                <a:lnTo>
                  <a:pt x="414000" y="576000"/>
                </a:lnTo>
                <a:cubicBezTo>
                  <a:pt x="414000" y="589320"/>
                  <a:pt x="409104" y="602136"/>
                  <a:pt x="400176" y="612000"/>
                </a:cubicBezTo>
                <a:lnTo>
                  <a:pt x="507168" y="612000"/>
                </a:lnTo>
                <a:cubicBezTo>
                  <a:pt x="526896" y="612000"/>
                  <a:pt x="542880" y="595944"/>
                  <a:pt x="542880" y="576216"/>
                </a:cubicBezTo>
                <a:cubicBezTo>
                  <a:pt x="542880" y="576144"/>
                  <a:pt x="542880" y="576072"/>
                  <a:pt x="542880" y="576000"/>
                </a:cubicBezTo>
                <a:lnTo>
                  <a:pt x="542880" y="442800"/>
                </a:lnTo>
                <a:cubicBezTo>
                  <a:pt x="570960" y="442800"/>
                  <a:pt x="594000" y="419832"/>
                  <a:pt x="594000" y="391752"/>
                </a:cubicBezTo>
                <a:lnTo>
                  <a:pt x="594000" y="306000"/>
                </a:lnTo>
                <a:cubicBezTo>
                  <a:pt x="594000" y="264024"/>
                  <a:pt x="570168" y="225720"/>
                  <a:pt x="532512" y="207144"/>
                </a:cubicBezTo>
                <a:close/>
                <a:moveTo>
                  <a:pt x="450000" y="36000"/>
                </a:moveTo>
                <a:cubicBezTo>
                  <a:pt x="433368" y="36000"/>
                  <a:pt x="417096" y="40608"/>
                  <a:pt x="402912" y="49248"/>
                </a:cubicBezTo>
                <a:cubicBezTo>
                  <a:pt x="403560" y="50616"/>
                  <a:pt x="404208" y="51984"/>
                  <a:pt x="404784" y="53424"/>
                </a:cubicBezTo>
                <a:cubicBezTo>
                  <a:pt x="421704" y="93528"/>
                  <a:pt x="415008" y="139680"/>
                  <a:pt x="387360" y="173232"/>
                </a:cubicBezTo>
                <a:lnTo>
                  <a:pt x="392544" y="175824"/>
                </a:lnTo>
                <a:cubicBezTo>
                  <a:pt x="411408" y="185112"/>
                  <a:pt x="427824" y="198720"/>
                  <a:pt x="440568" y="215496"/>
                </a:cubicBezTo>
                <a:cubicBezTo>
                  <a:pt x="490032" y="220680"/>
                  <a:pt x="534240" y="184752"/>
                  <a:pt x="539424" y="135288"/>
                </a:cubicBezTo>
                <a:cubicBezTo>
                  <a:pt x="544608" y="85824"/>
                  <a:pt x="508680" y="41616"/>
                  <a:pt x="459216" y="36432"/>
                </a:cubicBezTo>
                <a:cubicBezTo>
                  <a:pt x="456192" y="36144"/>
                  <a:pt x="453096" y="36000"/>
                  <a:pt x="450000" y="36000"/>
                </a:cubicBezTo>
                <a:close/>
                <a:moveTo>
                  <a:pt x="396000" y="99000"/>
                </a:moveTo>
                <a:cubicBezTo>
                  <a:pt x="396000" y="153648"/>
                  <a:pt x="351648" y="198000"/>
                  <a:pt x="297000" y="198000"/>
                </a:cubicBezTo>
                <a:cubicBezTo>
                  <a:pt x="242352" y="198000"/>
                  <a:pt x="198000" y="153648"/>
                  <a:pt x="198000" y="99000"/>
                </a:cubicBezTo>
                <a:cubicBezTo>
                  <a:pt x="198000" y="44352"/>
                  <a:pt x="242352" y="0"/>
                  <a:pt x="297000" y="0"/>
                </a:cubicBezTo>
                <a:cubicBezTo>
                  <a:pt x="351648" y="0"/>
                  <a:pt x="396000" y="44352"/>
                  <a:pt x="396000" y="99000"/>
                </a:cubicBezTo>
                <a:close/>
                <a:moveTo>
                  <a:pt x="384624" y="192024"/>
                </a:moveTo>
                <a:cubicBezTo>
                  <a:pt x="335376" y="238392"/>
                  <a:pt x="258552" y="238392"/>
                  <a:pt x="209304" y="192024"/>
                </a:cubicBezTo>
                <a:cubicBezTo>
                  <a:pt x="169344" y="211680"/>
                  <a:pt x="144000" y="252432"/>
                  <a:pt x="144000" y="297000"/>
                </a:cubicBezTo>
                <a:lnTo>
                  <a:pt x="144000" y="378000"/>
                </a:lnTo>
                <a:cubicBezTo>
                  <a:pt x="144000" y="407808"/>
                  <a:pt x="168192" y="432000"/>
                  <a:pt x="198000" y="432000"/>
                </a:cubicBezTo>
                <a:lnTo>
                  <a:pt x="198000" y="432000"/>
                </a:lnTo>
                <a:lnTo>
                  <a:pt x="198000" y="576000"/>
                </a:lnTo>
                <a:cubicBezTo>
                  <a:pt x="198000" y="595872"/>
                  <a:pt x="214128" y="612000"/>
                  <a:pt x="234000" y="612000"/>
                </a:cubicBezTo>
                <a:lnTo>
                  <a:pt x="360000" y="612000"/>
                </a:lnTo>
                <a:cubicBezTo>
                  <a:pt x="379872" y="612000"/>
                  <a:pt x="396000" y="595872"/>
                  <a:pt x="396000" y="576000"/>
                </a:cubicBezTo>
                <a:lnTo>
                  <a:pt x="396000" y="432000"/>
                </a:lnTo>
                <a:cubicBezTo>
                  <a:pt x="425808" y="432000"/>
                  <a:pt x="450000" y="407808"/>
                  <a:pt x="450000" y="378000"/>
                </a:cubicBezTo>
                <a:lnTo>
                  <a:pt x="450000" y="378000"/>
                </a:lnTo>
                <a:lnTo>
                  <a:pt x="450000" y="297000"/>
                </a:lnTo>
                <a:cubicBezTo>
                  <a:pt x="450000" y="252432"/>
                  <a:pt x="424656" y="211680"/>
                  <a:pt x="384624" y="192024"/>
                </a:cubicBezTo>
                <a:close/>
                <a:moveTo>
                  <a:pt x="297000" y="414000"/>
                </a:moveTo>
                <a:lnTo>
                  <a:pt x="270000" y="378648"/>
                </a:lnTo>
                <a:lnTo>
                  <a:pt x="286560" y="252000"/>
                </a:lnTo>
                <a:lnTo>
                  <a:pt x="308160" y="252000"/>
                </a:lnTo>
                <a:lnTo>
                  <a:pt x="324000" y="378648"/>
                </a:lnTo>
                <a:lnTo>
                  <a:pt x="297000" y="414000"/>
                </a:lnTo>
                <a:close/>
                <a:moveTo>
                  <a:pt x="153360" y="215496"/>
                </a:moveTo>
                <a:cubicBezTo>
                  <a:pt x="166032" y="198720"/>
                  <a:pt x="182520" y="185112"/>
                  <a:pt x="201384" y="175824"/>
                </a:cubicBezTo>
                <a:lnTo>
                  <a:pt x="206568" y="173232"/>
                </a:lnTo>
                <a:cubicBezTo>
                  <a:pt x="178992" y="139608"/>
                  <a:pt x="172296" y="93456"/>
                  <a:pt x="189144" y="53424"/>
                </a:cubicBezTo>
                <a:cubicBezTo>
                  <a:pt x="189720" y="51984"/>
                  <a:pt x="190368" y="50616"/>
                  <a:pt x="191016" y="49248"/>
                </a:cubicBezTo>
                <a:cubicBezTo>
                  <a:pt x="148680" y="23256"/>
                  <a:pt x="93240" y="36576"/>
                  <a:pt x="67248" y="78912"/>
                </a:cubicBezTo>
                <a:cubicBezTo>
                  <a:pt x="41256" y="121248"/>
                  <a:pt x="54576" y="176688"/>
                  <a:pt x="96912" y="202680"/>
                </a:cubicBezTo>
                <a:cubicBezTo>
                  <a:pt x="111096" y="211392"/>
                  <a:pt x="127368" y="215928"/>
                  <a:pt x="143928" y="215928"/>
                </a:cubicBezTo>
                <a:cubicBezTo>
                  <a:pt x="147168" y="216000"/>
                  <a:pt x="150264" y="215856"/>
                  <a:pt x="153360" y="215496"/>
                </a:cubicBezTo>
                <a:close/>
              </a:path>
            </a:pathLst>
          </a:custGeom>
          <a:solidFill>
            <a:schemeClr val="bg1"/>
          </a:solidFill>
          <a:ln w="714" cap="flat">
            <a:noFill/>
            <a:prstDash val="solid"/>
            <a:miter/>
          </a:ln>
        </p:spPr>
        <p:txBody>
          <a:bodyPr rtlCol="0" anchor="ctr"/>
          <a:lstStyle/>
          <a:p>
            <a:endParaRPr lang="de-DE" sz="1275"/>
          </a:p>
        </p:txBody>
      </p:sp>
      <p:sp>
        <p:nvSpPr>
          <p:cNvPr id="67" name="Rectangle 8">
            <a:extLst>
              <a:ext uri="{FF2B5EF4-FFF2-40B4-BE49-F238E27FC236}">
                <a16:creationId xmlns:a16="http://schemas.microsoft.com/office/drawing/2014/main" id="{D5352F3C-F334-41C2-8C17-EB6961B872F6}"/>
              </a:ext>
            </a:extLst>
          </p:cNvPr>
          <p:cNvSpPr/>
          <p:nvPr userDrawn="1"/>
        </p:nvSpPr>
        <p:spPr>
          <a:xfrm>
            <a:off x="0" y="3960150"/>
            <a:ext cx="2903320" cy="12471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900" b="1">
                <a:solidFill>
                  <a:schemeClr val="bg2"/>
                </a:solidFill>
                <a:latin typeface="+mj-lt"/>
                <a:ea typeface="ＭＳ Ｐゴシック" pitchFamily="34" charset="-128"/>
              </a:rPr>
              <a:t>Customer profile</a:t>
            </a:r>
          </a:p>
        </p:txBody>
      </p:sp>
    </p:spTree>
    <p:extLst>
      <p:ext uri="{BB962C8B-B14F-4D97-AF65-F5344CB8AC3E}">
        <p14:creationId xmlns:p14="http://schemas.microsoft.com/office/powerpoint/2010/main" val="86107089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ase Study - Detect">
    <p:bg>
      <p:bgPr>
        <a:solidFill>
          <a:schemeClr val="tx1"/>
        </a:solidFill>
        <a:effectLst/>
      </p:bgPr>
    </p:bg>
    <p:spTree>
      <p:nvGrpSpPr>
        <p:cNvPr id="1" name=""/>
        <p:cNvGrpSpPr/>
        <p:nvPr/>
      </p:nvGrpSpPr>
      <p:grpSpPr>
        <a:xfrm>
          <a:off x="0" y="0"/>
          <a:ext cx="0" cy="0"/>
          <a:chOff x="0" y="0"/>
          <a:chExt cx="0" cy="0"/>
        </a:xfrm>
      </p:grpSpPr>
      <p:sp>
        <p:nvSpPr>
          <p:cNvPr id="33" name="Bildplatzhalter 2">
            <a:extLst>
              <a:ext uri="{FF2B5EF4-FFF2-40B4-BE49-F238E27FC236}">
                <a16:creationId xmlns:a16="http://schemas.microsoft.com/office/drawing/2014/main" id="{BE092FE7-74A1-43BB-88EE-62FA68AB4870}"/>
              </a:ext>
            </a:extLst>
          </p:cNvPr>
          <p:cNvSpPr>
            <a:spLocks noGrp="1"/>
          </p:cNvSpPr>
          <p:nvPr>
            <p:ph type="pic" sz="quarter" idx="19"/>
          </p:nvPr>
        </p:nvSpPr>
        <p:spPr>
          <a:xfrm>
            <a:off x="-10391" y="1"/>
            <a:ext cx="2935433" cy="3896358"/>
          </a:xfrm>
          <a:prstGeom prst="rect">
            <a:avLst/>
          </a:prstGeom>
        </p:spPr>
        <p:txBody>
          <a:bodyPr tIns="1440000"/>
          <a:lstStyle>
            <a:lvl1pPr>
              <a:defRPr lang="de-DE" dirty="0">
                <a:solidFill>
                  <a:schemeClr val="bg1"/>
                </a:solidFill>
                <a:latin typeface="+mj-lt"/>
              </a:defRPr>
            </a:lvl1pPr>
          </a:lstStyle>
          <a:p>
            <a:pPr lvl="0"/>
            <a:r>
              <a:rPr lang="de-DE"/>
              <a:t>Bild durch Klicken auf Symbol hinzufügen</a:t>
            </a:r>
          </a:p>
        </p:txBody>
      </p:sp>
      <p:sp>
        <p:nvSpPr>
          <p:cNvPr id="37" name="Rectangle 8">
            <a:extLst>
              <a:ext uri="{FF2B5EF4-FFF2-40B4-BE49-F238E27FC236}">
                <a16:creationId xmlns:a16="http://schemas.microsoft.com/office/drawing/2014/main" id="{B6FBFC68-AF62-4395-BD06-D018F6B2EED4}"/>
              </a:ext>
            </a:extLst>
          </p:cNvPr>
          <p:cNvSpPr/>
          <p:nvPr userDrawn="1"/>
        </p:nvSpPr>
        <p:spPr>
          <a:xfrm>
            <a:off x="2919848" y="718944"/>
            <a:ext cx="6224153" cy="131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indent="-170131" eaLnBrk="0" hangingPunct="0">
              <a:defRPr/>
            </a:pPr>
            <a:r>
              <a:rPr lang="fr-FR" altLang="fr-FR" sz="1574" b="1" kern="1200">
                <a:solidFill>
                  <a:schemeClr val="bg1"/>
                </a:solidFill>
                <a:latin typeface="+mn-lt"/>
                <a:ea typeface="ＭＳ Ｐゴシック" pitchFamily="34" charset="-128"/>
                <a:cs typeface="+mn-cs"/>
              </a:rPr>
              <a:t>Challenges</a:t>
            </a:r>
          </a:p>
        </p:txBody>
      </p:sp>
      <p:sp>
        <p:nvSpPr>
          <p:cNvPr id="38" name="Rectangle 8">
            <a:extLst>
              <a:ext uri="{FF2B5EF4-FFF2-40B4-BE49-F238E27FC236}">
                <a16:creationId xmlns:a16="http://schemas.microsoft.com/office/drawing/2014/main" id="{58E7492C-C6D8-4509-B4A9-09EAFC219D2B}"/>
              </a:ext>
            </a:extLst>
          </p:cNvPr>
          <p:cNvSpPr/>
          <p:nvPr userDrawn="1"/>
        </p:nvSpPr>
        <p:spPr>
          <a:xfrm>
            <a:off x="2919848" y="1874935"/>
            <a:ext cx="6224153" cy="18934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1574" b="1">
                <a:solidFill>
                  <a:schemeClr val="bg1"/>
                </a:solidFill>
                <a:latin typeface="+mj-lt"/>
                <a:ea typeface="ＭＳ Ｐゴシック" pitchFamily="34" charset="-128"/>
              </a:rPr>
              <a:t>Solutions</a:t>
            </a:r>
          </a:p>
        </p:txBody>
      </p:sp>
      <p:sp>
        <p:nvSpPr>
          <p:cNvPr id="39" name="Rectangle 9">
            <a:extLst>
              <a:ext uri="{FF2B5EF4-FFF2-40B4-BE49-F238E27FC236}">
                <a16:creationId xmlns:a16="http://schemas.microsoft.com/office/drawing/2014/main" id="{DA365FFB-6CA6-4F20-BA8E-D24D0DCF2D48}"/>
              </a:ext>
            </a:extLst>
          </p:cNvPr>
          <p:cNvSpPr/>
          <p:nvPr userDrawn="1"/>
        </p:nvSpPr>
        <p:spPr>
          <a:xfrm>
            <a:off x="2930238" y="3896362"/>
            <a:ext cx="6224153" cy="12467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r>
              <a:rPr lang="fr-FR" altLang="fr-FR" sz="1574" b="1" err="1">
                <a:solidFill>
                  <a:schemeClr val="bg1"/>
                </a:solidFill>
                <a:latin typeface="+mj-lt"/>
                <a:ea typeface="ＭＳ Ｐゴシック" pitchFamily="34" charset="-128"/>
              </a:rPr>
              <a:t>Benefits</a:t>
            </a:r>
            <a:endParaRPr lang="fr-FR" altLang="fr-FR" sz="1574" b="1">
              <a:solidFill>
                <a:schemeClr val="bg1"/>
              </a:solidFill>
              <a:latin typeface="+mj-lt"/>
              <a:ea typeface="ＭＳ Ｐゴシック" pitchFamily="34" charset="-128"/>
            </a:endParaRPr>
          </a:p>
        </p:txBody>
      </p:sp>
      <p:sp>
        <p:nvSpPr>
          <p:cNvPr id="40" name="Espace réservé du titre 1">
            <a:extLst>
              <a:ext uri="{FF2B5EF4-FFF2-40B4-BE49-F238E27FC236}">
                <a16:creationId xmlns:a16="http://schemas.microsoft.com/office/drawing/2014/main" id="{F615CFE8-2B84-454B-9B91-5FC5C9CF50E0}"/>
              </a:ext>
            </a:extLst>
          </p:cNvPr>
          <p:cNvSpPr>
            <a:spLocks noGrp="1"/>
          </p:cNvSpPr>
          <p:nvPr>
            <p:ph type="title"/>
          </p:nvPr>
        </p:nvSpPr>
        <p:spPr>
          <a:xfrm>
            <a:off x="3091302" y="166256"/>
            <a:ext cx="5896845" cy="413099"/>
          </a:xfrm>
          <a:prstGeom prst="rect">
            <a:avLst/>
          </a:prstGeom>
        </p:spPr>
        <p:txBody>
          <a:bodyPr tIns="0" rtlCol="0">
            <a:noAutofit/>
          </a:bodyPr>
          <a:lstStyle>
            <a:lvl1pPr>
              <a:lnSpc>
                <a:spcPct val="100000"/>
              </a:lnSpc>
              <a:defRPr sz="2099">
                <a:solidFill>
                  <a:schemeClr val="bg2"/>
                </a:solidFill>
                <a:latin typeface="+mj-lt"/>
              </a:defRPr>
            </a:lvl1pPr>
          </a:lstStyle>
          <a:p>
            <a:r>
              <a:rPr lang="de-DE"/>
              <a:t>Mastertitelformat bearbeiten</a:t>
            </a:r>
            <a:endParaRPr lang="fr-FR"/>
          </a:p>
        </p:txBody>
      </p:sp>
      <p:sp>
        <p:nvSpPr>
          <p:cNvPr id="41" name="Espace réservé du texte 32">
            <a:extLst>
              <a:ext uri="{FF2B5EF4-FFF2-40B4-BE49-F238E27FC236}">
                <a16:creationId xmlns:a16="http://schemas.microsoft.com/office/drawing/2014/main" id="{28C561DF-D0AA-4BCF-9944-140447FEC212}"/>
              </a:ext>
            </a:extLst>
          </p:cNvPr>
          <p:cNvSpPr>
            <a:spLocks noGrp="1"/>
          </p:cNvSpPr>
          <p:nvPr>
            <p:ph type="body" sz="quarter" idx="12"/>
          </p:nvPr>
        </p:nvSpPr>
        <p:spPr>
          <a:xfrm>
            <a:off x="3091302" y="1080173"/>
            <a:ext cx="5896844" cy="768802"/>
          </a:xfrm>
          <a:prstGeom prst="rect">
            <a:avLst/>
          </a:prstGeom>
        </p:spPr>
        <p:txBody>
          <a:bodyPr lIns="0"/>
          <a:lstStyle>
            <a:lvl1pPr marL="0" indent="0">
              <a:buNone/>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42" name="Espace réservé du texte 34">
            <a:extLst>
              <a:ext uri="{FF2B5EF4-FFF2-40B4-BE49-F238E27FC236}">
                <a16:creationId xmlns:a16="http://schemas.microsoft.com/office/drawing/2014/main" id="{EA99A0B4-072D-4032-AC80-4192468DBB02}"/>
              </a:ext>
            </a:extLst>
          </p:cNvPr>
          <p:cNvSpPr>
            <a:spLocks noGrp="1"/>
          </p:cNvSpPr>
          <p:nvPr>
            <p:ph type="body" sz="quarter" idx="13"/>
          </p:nvPr>
        </p:nvSpPr>
        <p:spPr>
          <a:xfrm>
            <a:off x="3091302" y="2227399"/>
            <a:ext cx="5896844" cy="1485900"/>
          </a:xfrm>
          <a:prstGeom prst="rect">
            <a:avLst/>
          </a:prstGeom>
        </p:spPr>
        <p:txBody>
          <a:bodyPr lIns="0"/>
          <a:lstStyle>
            <a:lvl1pPr marL="171321" indent="-171321">
              <a:buClr>
                <a:schemeClr val="bg2"/>
              </a:buClr>
              <a:buFont typeface="Wingdings" panose="05000000000000000000" pitchFamily="2" charset="2"/>
              <a:buChar char="§"/>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63" name="Rectangle 9">
            <a:extLst>
              <a:ext uri="{FF2B5EF4-FFF2-40B4-BE49-F238E27FC236}">
                <a16:creationId xmlns:a16="http://schemas.microsoft.com/office/drawing/2014/main" id="{44F795D1-B8F1-414D-A493-30FF0D2312B0}"/>
              </a:ext>
            </a:extLst>
          </p:cNvPr>
          <p:cNvSpPr/>
          <p:nvPr userDrawn="1"/>
        </p:nvSpPr>
        <p:spPr>
          <a:xfrm>
            <a:off x="2928292" y="3896739"/>
            <a:ext cx="69523" cy="124676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endParaRPr lang="fr-FR" altLang="fr-FR" sz="1574" b="1">
              <a:solidFill>
                <a:schemeClr val="bg1"/>
              </a:solidFill>
              <a:latin typeface="+mj-lt"/>
              <a:ea typeface="ＭＳ Ｐゴシック" pitchFamily="34" charset="-128"/>
            </a:endParaRPr>
          </a:p>
        </p:txBody>
      </p:sp>
      <p:sp>
        <p:nvSpPr>
          <p:cNvPr id="64" name="Espace réservé du texte 36">
            <a:extLst>
              <a:ext uri="{FF2B5EF4-FFF2-40B4-BE49-F238E27FC236}">
                <a16:creationId xmlns:a16="http://schemas.microsoft.com/office/drawing/2014/main" id="{D5C67FE8-4480-49A8-A137-713D03B1D27A}"/>
              </a:ext>
            </a:extLst>
          </p:cNvPr>
          <p:cNvSpPr>
            <a:spLocks noGrp="1"/>
          </p:cNvSpPr>
          <p:nvPr>
            <p:ph type="body" sz="quarter" idx="14"/>
          </p:nvPr>
        </p:nvSpPr>
        <p:spPr>
          <a:xfrm>
            <a:off x="3091302" y="4226561"/>
            <a:ext cx="5896845" cy="916562"/>
          </a:xfrm>
          <a:prstGeom prst="rect">
            <a:avLst/>
          </a:prstGeom>
        </p:spPr>
        <p:txBody>
          <a:bodyPr lIns="0">
            <a:noAutofit/>
          </a:bodyPr>
          <a:lstStyle>
            <a:lvl1pPr marL="171321" indent="-171321">
              <a:buClr>
                <a:schemeClr val="bg1"/>
              </a:buClr>
              <a:buFont typeface="Wingdings" panose="05000000000000000000" pitchFamily="2" charset="2"/>
              <a:buChar char="§"/>
              <a:defRPr sz="1050">
                <a:solidFill>
                  <a:schemeClr val="bg1"/>
                </a:solidFill>
                <a:latin typeface="+mj-lt"/>
              </a:defRPr>
            </a:lvl1pPr>
            <a:lvl2pPr marL="387126" indent="-214220">
              <a:buClr>
                <a:schemeClr val="bg1"/>
              </a:buClr>
              <a:buFont typeface="Wingdings" panose="05000000000000000000" pitchFamily="2" charset="2"/>
              <a:buChar char="§"/>
              <a:defRPr sz="1050">
                <a:solidFill>
                  <a:schemeClr val="bg1"/>
                </a:solidFill>
                <a:latin typeface="+mj-lt"/>
              </a:defRPr>
            </a:lvl2pPr>
            <a:lvl3pPr marL="856600" indent="-171321">
              <a:buClr>
                <a:schemeClr val="bg1"/>
              </a:buClr>
              <a:buFont typeface="Wingdings" panose="05000000000000000000" pitchFamily="2" charset="2"/>
              <a:buChar char="§"/>
              <a:defRPr sz="1050">
                <a:solidFill>
                  <a:schemeClr val="bg1"/>
                </a:solidFill>
                <a:latin typeface="+mj-lt"/>
              </a:defRPr>
            </a:lvl3pPr>
            <a:lvl4pPr marL="1199240" indent="-171321">
              <a:buClr>
                <a:schemeClr val="bg1"/>
              </a:buClr>
              <a:buFont typeface="Wingdings" panose="05000000000000000000" pitchFamily="2" charset="2"/>
              <a:buChar char="§"/>
              <a:defRPr sz="1050">
                <a:solidFill>
                  <a:schemeClr val="bg1"/>
                </a:solidFill>
                <a:latin typeface="+mj-lt"/>
              </a:defRPr>
            </a:lvl4pPr>
            <a:lvl5pPr marL="1541880" indent="-171321">
              <a:buClr>
                <a:schemeClr val="bg1"/>
              </a:buClr>
              <a:buFont typeface="Wingdings" panose="05000000000000000000" pitchFamily="2" charset="2"/>
              <a:buChar char="§"/>
              <a:defRPr sz="1050">
                <a:solidFill>
                  <a:schemeClr val="bg1"/>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65" name="Espace réservé du texte 40">
            <a:extLst>
              <a:ext uri="{FF2B5EF4-FFF2-40B4-BE49-F238E27FC236}">
                <a16:creationId xmlns:a16="http://schemas.microsoft.com/office/drawing/2014/main" id="{76B97F3A-9108-410E-BAC7-091683FC5859}"/>
              </a:ext>
            </a:extLst>
          </p:cNvPr>
          <p:cNvSpPr>
            <a:spLocks noGrp="1"/>
          </p:cNvSpPr>
          <p:nvPr>
            <p:ph type="body" sz="quarter" idx="16" hasCustomPrompt="1"/>
          </p:nvPr>
        </p:nvSpPr>
        <p:spPr>
          <a:xfrm>
            <a:off x="745676" y="4639137"/>
            <a:ext cx="711406" cy="458070"/>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Number</a:t>
            </a:r>
            <a:r>
              <a:rPr lang="fr-FR"/>
              <a:t> of </a:t>
            </a:r>
            <a:r>
              <a:rPr lang="fr-FR" err="1"/>
              <a:t>employees</a:t>
            </a:r>
            <a:endParaRPr lang="fr-FR"/>
          </a:p>
          <a:p>
            <a:pPr lvl="0"/>
            <a:endParaRPr lang="fr-FR"/>
          </a:p>
        </p:txBody>
      </p:sp>
      <p:sp>
        <p:nvSpPr>
          <p:cNvPr id="66" name="Espace réservé du texte 40">
            <a:extLst>
              <a:ext uri="{FF2B5EF4-FFF2-40B4-BE49-F238E27FC236}">
                <a16:creationId xmlns:a16="http://schemas.microsoft.com/office/drawing/2014/main" id="{8127DFC0-15AD-44C4-9090-8B5F04F77684}"/>
              </a:ext>
            </a:extLst>
          </p:cNvPr>
          <p:cNvSpPr>
            <a:spLocks noGrp="1"/>
          </p:cNvSpPr>
          <p:nvPr>
            <p:ph type="body" sz="quarter" idx="17" hasCustomPrompt="1"/>
          </p:nvPr>
        </p:nvSpPr>
        <p:spPr>
          <a:xfrm>
            <a:off x="20435" y="4639137"/>
            <a:ext cx="711406" cy="458999"/>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Industry</a:t>
            </a:r>
            <a:endParaRPr lang="fr-FR"/>
          </a:p>
        </p:txBody>
      </p:sp>
      <p:sp>
        <p:nvSpPr>
          <p:cNvPr id="67" name="Espace réservé du texte 40">
            <a:extLst>
              <a:ext uri="{FF2B5EF4-FFF2-40B4-BE49-F238E27FC236}">
                <a16:creationId xmlns:a16="http://schemas.microsoft.com/office/drawing/2014/main" id="{7ADD7DCF-18FF-4991-AD62-90BCBEA27451}"/>
              </a:ext>
            </a:extLst>
          </p:cNvPr>
          <p:cNvSpPr>
            <a:spLocks noGrp="1"/>
          </p:cNvSpPr>
          <p:nvPr>
            <p:ph type="body" sz="quarter" idx="18" hasCustomPrompt="1"/>
          </p:nvPr>
        </p:nvSpPr>
        <p:spPr>
          <a:xfrm>
            <a:off x="1470917"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Revenue</a:t>
            </a:r>
          </a:p>
        </p:txBody>
      </p:sp>
      <p:sp>
        <p:nvSpPr>
          <p:cNvPr id="68" name="Bildplatzhalter 2">
            <a:extLst>
              <a:ext uri="{FF2B5EF4-FFF2-40B4-BE49-F238E27FC236}">
                <a16:creationId xmlns:a16="http://schemas.microsoft.com/office/drawing/2014/main" id="{BE1BCC77-F763-479A-9CEA-185012C79F4A}"/>
              </a:ext>
            </a:extLst>
          </p:cNvPr>
          <p:cNvSpPr>
            <a:spLocks noGrp="1"/>
          </p:cNvSpPr>
          <p:nvPr>
            <p:ph type="pic" sz="quarter" idx="24"/>
          </p:nvPr>
        </p:nvSpPr>
        <p:spPr>
          <a:xfrm>
            <a:off x="153462" y="4153677"/>
            <a:ext cx="459000" cy="459000"/>
          </a:xfrm>
          <a:prstGeom prst="rect">
            <a:avLst/>
          </a:prstGeom>
        </p:spPr>
        <p:txBody>
          <a:bodyPr lIns="36000" tIns="36000" rIns="0" bIns="36000">
            <a:normAutofit/>
          </a:bodyPr>
          <a:lstStyle>
            <a:lvl1pPr marL="0" indent="0">
              <a:buFontTx/>
              <a:buNone/>
              <a:defRPr sz="675">
                <a:solidFill>
                  <a:schemeClr val="bg1"/>
                </a:solidFill>
              </a:defRPr>
            </a:lvl1pPr>
          </a:lstStyle>
          <a:p>
            <a:r>
              <a:rPr lang="de-DE"/>
              <a:t>Bild durch Klicken auf Symbol hinzufügen</a:t>
            </a:r>
          </a:p>
        </p:txBody>
      </p:sp>
      <p:sp>
        <p:nvSpPr>
          <p:cNvPr id="69" name="Espace réservé du texte 40">
            <a:extLst>
              <a:ext uri="{FF2B5EF4-FFF2-40B4-BE49-F238E27FC236}">
                <a16:creationId xmlns:a16="http://schemas.microsoft.com/office/drawing/2014/main" id="{338E281C-F544-4DCE-AD3D-AB5CFF7E3A85}"/>
              </a:ext>
            </a:extLst>
          </p:cNvPr>
          <p:cNvSpPr>
            <a:spLocks noGrp="1"/>
          </p:cNvSpPr>
          <p:nvPr>
            <p:ph type="body" sz="quarter" idx="28" hasCustomPrompt="1"/>
          </p:nvPr>
        </p:nvSpPr>
        <p:spPr>
          <a:xfrm>
            <a:off x="2196159"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Country</a:t>
            </a:r>
          </a:p>
        </p:txBody>
      </p:sp>
      <p:sp>
        <p:nvSpPr>
          <p:cNvPr id="70" name="Grafik 38">
            <a:extLst>
              <a:ext uri="{FF2B5EF4-FFF2-40B4-BE49-F238E27FC236}">
                <a16:creationId xmlns:a16="http://schemas.microsoft.com/office/drawing/2014/main" id="{ED540F97-27DB-4F3B-8978-9FED58EC5F53}"/>
              </a:ext>
            </a:extLst>
          </p:cNvPr>
          <p:cNvSpPr/>
          <p:nvPr userDrawn="1"/>
        </p:nvSpPr>
        <p:spPr>
          <a:xfrm>
            <a:off x="2342611" y="4187427"/>
            <a:ext cx="418500" cy="418500"/>
          </a:xfrm>
          <a:custGeom>
            <a:avLst/>
            <a:gdLst>
              <a:gd name="connsiteX0" fmla="*/ 307999 w 611925"/>
              <a:gd name="connsiteY0" fmla="*/ 6 h 611996"/>
              <a:gd name="connsiteX1" fmla="*/ 305913 w 611925"/>
              <a:gd name="connsiteY1" fmla="*/ 0 h 611996"/>
              <a:gd name="connsiteX2" fmla="*/ 7 w 611925"/>
              <a:gd name="connsiteY2" fmla="*/ 303959 h 611996"/>
              <a:gd name="connsiteX3" fmla="*/ 303923 w 611925"/>
              <a:gd name="connsiteY3" fmla="*/ 611994 h 611996"/>
              <a:gd name="connsiteX4" fmla="*/ 305990 w 611925"/>
              <a:gd name="connsiteY4" fmla="*/ 611994 h 611996"/>
              <a:gd name="connsiteX5" fmla="*/ 611919 w 611925"/>
              <a:gd name="connsiteY5" fmla="*/ 308035 h 611996"/>
              <a:gd name="connsiteX6" fmla="*/ 307999 w 611925"/>
              <a:gd name="connsiteY6" fmla="*/ 6 h 611996"/>
              <a:gd name="connsiteX7" fmla="*/ 274632 w 611925"/>
              <a:gd name="connsiteY7" fmla="*/ 37760 h 611996"/>
              <a:gd name="connsiteX8" fmla="*/ 274632 w 611925"/>
              <a:gd name="connsiteY8" fmla="*/ 54707 h 611996"/>
              <a:gd name="connsiteX9" fmla="*/ 270190 w 611925"/>
              <a:gd name="connsiteY9" fmla="*/ 65435 h 611996"/>
              <a:gd name="connsiteX10" fmla="*/ 241384 w 611925"/>
              <a:gd name="connsiteY10" fmla="*/ 94244 h 611996"/>
              <a:gd name="connsiteX11" fmla="*/ 230662 w 611925"/>
              <a:gd name="connsiteY11" fmla="*/ 98685 h 611996"/>
              <a:gd name="connsiteX12" fmla="*/ 174130 w 611925"/>
              <a:gd name="connsiteY12" fmla="*/ 98685 h 611996"/>
              <a:gd name="connsiteX13" fmla="*/ 167848 w 611925"/>
              <a:gd name="connsiteY13" fmla="*/ 104967 h 611996"/>
              <a:gd name="connsiteX14" fmla="*/ 167848 w 611925"/>
              <a:gd name="connsiteY14" fmla="*/ 130095 h 611996"/>
              <a:gd name="connsiteX15" fmla="*/ 174130 w 611925"/>
              <a:gd name="connsiteY15" fmla="*/ 136377 h 611996"/>
              <a:gd name="connsiteX16" fmla="*/ 230663 w 611925"/>
              <a:gd name="connsiteY16" fmla="*/ 136377 h 611996"/>
              <a:gd name="connsiteX17" fmla="*/ 236945 w 611925"/>
              <a:gd name="connsiteY17" fmla="*/ 142659 h 611996"/>
              <a:gd name="connsiteX18" fmla="*/ 236945 w 611925"/>
              <a:gd name="connsiteY18" fmla="*/ 167794 h 611996"/>
              <a:gd name="connsiteX19" fmla="*/ 230663 w 611925"/>
              <a:gd name="connsiteY19" fmla="*/ 174076 h 611996"/>
              <a:gd name="connsiteX20" fmla="*/ 205535 w 611925"/>
              <a:gd name="connsiteY20" fmla="*/ 174076 h 611996"/>
              <a:gd name="connsiteX21" fmla="*/ 194812 w 611925"/>
              <a:gd name="connsiteY21" fmla="*/ 178518 h 611996"/>
              <a:gd name="connsiteX22" fmla="*/ 172288 w 611925"/>
              <a:gd name="connsiteY22" fmla="*/ 201045 h 611996"/>
              <a:gd name="connsiteX23" fmla="*/ 167846 w 611925"/>
              <a:gd name="connsiteY23" fmla="*/ 211769 h 611996"/>
              <a:gd name="connsiteX24" fmla="*/ 167846 w 611925"/>
              <a:gd name="connsiteY24" fmla="*/ 236897 h 611996"/>
              <a:gd name="connsiteX25" fmla="*/ 163405 w 611925"/>
              <a:gd name="connsiteY25" fmla="*/ 247620 h 611996"/>
              <a:gd name="connsiteX26" fmla="*/ 140882 w 611925"/>
              <a:gd name="connsiteY26" fmla="*/ 270144 h 611996"/>
              <a:gd name="connsiteX27" fmla="*/ 130160 w 611925"/>
              <a:gd name="connsiteY27" fmla="*/ 274586 h 611996"/>
              <a:gd name="connsiteX28" fmla="*/ 105032 w 611925"/>
              <a:gd name="connsiteY28" fmla="*/ 274586 h 611996"/>
              <a:gd name="connsiteX29" fmla="*/ 94309 w 611925"/>
              <a:gd name="connsiteY29" fmla="*/ 270144 h 611996"/>
              <a:gd name="connsiteX30" fmla="*/ 71785 w 611925"/>
              <a:gd name="connsiteY30" fmla="*/ 247617 h 611996"/>
              <a:gd name="connsiteX31" fmla="*/ 61062 w 611925"/>
              <a:gd name="connsiteY31" fmla="*/ 243175 h 611996"/>
              <a:gd name="connsiteX32" fmla="*/ 43350 w 611925"/>
              <a:gd name="connsiteY32" fmla="*/ 243175 h 611996"/>
              <a:gd name="connsiteX33" fmla="*/ 274632 w 611925"/>
              <a:gd name="connsiteY33" fmla="*/ 37760 h 611996"/>
              <a:gd name="connsiteX34" fmla="*/ 92472 w 611925"/>
              <a:gd name="connsiteY34" fmla="*/ 471172 h 611996"/>
              <a:gd name="connsiteX35" fmla="*/ 92472 w 611925"/>
              <a:gd name="connsiteY35" fmla="*/ 456772 h 611996"/>
              <a:gd name="connsiteX36" fmla="*/ 88031 w 611925"/>
              <a:gd name="connsiteY36" fmla="*/ 446048 h 611996"/>
              <a:gd name="connsiteX37" fmla="*/ 65506 w 611925"/>
              <a:gd name="connsiteY37" fmla="*/ 423521 h 611996"/>
              <a:gd name="connsiteX38" fmla="*/ 61064 w 611925"/>
              <a:gd name="connsiteY38" fmla="*/ 412797 h 611996"/>
              <a:gd name="connsiteX39" fmla="*/ 61064 w 611925"/>
              <a:gd name="connsiteY39" fmla="*/ 356256 h 611996"/>
              <a:gd name="connsiteX40" fmla="*/ 65506 w 611925"/>
              <a:gd name="connsiteY40" fmla="*/ 345532 h 611996"/>
              <a:gd name="connsiteX41" fmla="*/ 94312 w 611925"/>
              <a:gd name="connsiteY41" fmla="*/ 316723 h 611996"/>
              <a:gd name="connsiteX42" fmla="*/ 105035 w 611925"/>
              <a:gd name="connsiteY42" fmla="*/ 312281 h 611996"/>
              <a:gd name="connsiteX43" fmla="*/ 123879 w 611925"/>
              <a:gd name="connsiteY43" fmla="*/ 312281 h 611996"/>
              <a:gd name="connsiteX44" fmla="*/ 134602 w 611925"/>
              <a:gd name="connsiteY44" fmla="*/ 316723 h 611996"/>
              <a:gd name="connsiteX45" fmla="*/ 194815 w 611925"/>
              <a:gd name="connsiteY45" fmla="*/ 376942 h 611996"/>
              <a:gd name="connsiteX46" fmla="*/ 205538 w 611925"/>
              <a:gd name="connsiteY46" fmla="*/ 381384 h 611996"/>
              <a:gd name="connsiteX47" fmla="*/ 230666 w 611925"/>
              <a:gd name="connsiteY47" fmla="*/ 381384 h 611996"/>
              <a:gd name="connsiteX48" fmla="*/ 236948 w 611925"/>
              <a:gd name="connsiteY48" fmla="*/ 387666 h 611996"/>
              <a:gd name="connsiteX49" fmla="*/ 236948 w 611925"/>
              <a:gd name="connsiteY49" fmla="*/ 446714 h 611996"/>
              <a:gd name="connsiteX50" fmla="*/ 232506 w 611925"/>
              <a:gd name="connsiteY50" fmla="*/ 457438 h 611996"/>
              <a:gd name="connsiteX51" fmla="*/ 206209 w 611925"/>
              <a:gd name="connsiteY51" fmla="*/ 483732 h 611996"/>
              <a:gd name="connsiteX52" fmla="*/ 201768 w 611925"/>
              <a:gd name="connsiteY52" fmla="*/ 494456 h 611996"/>
              <a:gd name="connsiteX53" fmla="*/ 201768 w 611925"/>
              <a:gd name="connsiteY53" fmla="*/ 517074 h 611996"/>
              <a:gd name="connsiteX54" fmla="*/ 197327 w 611925"/>
              <a:gd name="connsiteY54" fmla="*/ 527798 h 611996"/>
              <a:gd name="connsiteX55" fmla="*/ 180191 w 611925"/>
              <a:gd name="connsiteY55" fmla="*/ 544939 h 611996"/>
              <a:gd name="connsiteX56" fmla="*/ 92472 w 611925"/>
              <a:gd name="connsiteY56" fmla="*/ 471172 h 611996"/>
              <a:gd name="connsiteX57" fmla="*/ 431774 w 611925"/>
              <a:gd name="connsiteY57" fmla="*/ 544814 h 611996"/>
              <a:gd name="connsiteX58" fmla="*/ 417264 w 611925"/>
              <a:gd name="connsiteY58" fmla="*/ 530312 h 611996"/>
              <a:gd name="connsiteX59" fmla="*/ 412823 w 611925"/>
              <a:gd name="connsiteY59" fmla="*/ 519588 h 611996"/>
              <a:gd name="connsiteX60" fmla="*/ 412823 w 611925"/>
              <a:gd name="connsiteY60" fmla="*/ 425350 h 611996"/>
              <a:gd name="connsiteX61" fmla="*/ 408382 w 611925"/>
              <a:gd name="connsiteY61" fmla="*/ 414627 h 611996"/>
              <a:gd name="connsiteX62" fmla="*/ 379575 w 611925"/>
              <a:gd name="connsiteY62" fmla="*/ 385818 h 611996"/>
              <a:gd name="connsiteX63" fmla="*/ 368853 w 611925"/>
              <a:gd name="connsiteY63" fmla="*/ 381375 h 611996"/>
              <a:gd name="connsiteX64" fmla="*/ 306041 w 611925"/>
              <a:gd name="connsiteY64" fmla="*/ 381375 h 611996"/>
              <a:gd name="connsiteX65" fmla="*/ 299759 w 611925"/>
              <a:gd name="connsiteY65" fmla="*/ 375093 h 611996"/>
              <a:gd name="connsiteX66" fmla="*/ 299759 w 611925"/>
              <a:gd name="connsiteY66" fmla="*/ 318561 h 611996"/>
              <a:gd name="connsiteX67" fmla="*/ 304200 w 611925"/>
              <a:gd name="connsiteY67" fmla="*/ 307837 h 611996"/>
              <a:gd name="connsiteX68" fmla="*/ 333006 w 611925"/>
              <a:gd name="connsiteY68" fmla="*/ 279028 h 611996"/>
              <a:gd name="connsiteX69" fmla="*/ 343729 w 611925"/>
              <a:gd name="connsiteY69" fmla="*/ 274586 h 611996"/>
              <a:gd name="connsiteX70" fmla="*/ 406544 w 611925"/>
              <a:gd name="connsiteY70" fmla="*/ 274586 h 611996"/>
              <a:gd name="connsiteX71" fmla="*/ 417264 w 611925"/>
              <a:gd name="connsiteY71" fmla="*/ 270144 h 611996"/>
              <a:gd name="connsiteX72" fmla="*/ 446070 w 611925"/>
              <a:gd name="connsiteY72" fmla="*/ 241335 h 611996"/>
              <a:gd name="connsiteX73" fmla="*/ 456793 w 611925"/>
              <a:gd name="connsiteY73" fmla="*/ 236893 h 611996"/>
              <a:gd name="connsiteX74" fmla="*/ 475638 w 611925"/>
              <a:gd name="connsiteY74" fmla="*/ 236893 h 611996"/>
              <a:gd name="connsiteX75" fmla="*/ 481919 w 611925"/>
              <a:gd name="connsiteY75" fmla="*/ 230611 h 611996"/>
              <a:gd name="connsiteX76" fmla="*/ 481919 w 611925"/>
              <a:gd name="connsiteY76" fmla="*/ 211766 h 611996"/>
              <a:gd name="connsiteX77" fmla="*/ 475638 w 611925"/>
              <a:gd name="connsiteY77" fmla="*/ 205484 h 611996"/>
              <a:gd name="connsiteX78" fmla="*/ 456795 w 611925"/>
              <a:gd name="connsiteY78" fmla="*/ 205484 h 611996"/>
              <a:gd name="connsiteX79" fmla="*/ 446072 w 611925"/>
              <a:gd name="connsiteY79" fmla="*/ 209925 h 611996"/>
              <a:gd name="connsiteX80" fmla="*/ 417264 w 611925"/>
              <a:gd name="connsiteY80" fmla="*/ 238735 h 611996"/>
              <a:gd name="connsiteX81" fmla="*/ 406541 w 611925"/>
              <a:gd name="connsiteY81" fmla="*/ 243176 h 611996"/>
              <a:gd name="connsiteX82" fmla="*/ 344071 w 611925"/>
              <a:gd name="connsiteY82" fmla="*/ 243170 h 611996"/>
              <a:gd name="connsiteX83" fmla="*/ 337789 w 611925"/>
              <a:gd name="connsiteY83" fmla="*/ 236888 h 611996"/>
              <a:gd name="connsiteX84" fmla="*/ 337789 w 611925"/>
              <a:gd name="connsiteY84" fmla="*/ 211760 h 611996"/>
              <a:gd name="connsiteX85" fmla="*/ 342212 w 611925"/>
              <a:gd name="connsiteY85" fmla="*/ 201018 h 611996"/>
              <a:gd name="connsiteX86" fmla="*/ 370711 w 611925"/>
              <a:gd name="connsiteY86" fmla="*/ 172246 h 611996"/>
              <a:gd name="connsiteX87" fmla="*/ 381416 w 611925"/>
              <a:gd name="connsiteY87" fmla="*/ 167785 h 611996"/>
              <a:gd name="connsiteX88" fmla="*/ 437948 w 611925"/>
              <a:gd name="connsiteY88" fmla="*/ 167785 h 611996"/>
              <a:gd name="connsiteX89" fmla="*/ 444231 w 611925"/>
              <a:gd name="connsiteY89" fmla="*/ 161503 h 611996"/>
              <a:gd name="connsiteX90" fmla="*/ 444231 w 611925"/>
              <a:gd name="connsiteY90" fmla="*/ 142656 h 611996"/>
              <a:gd name="connsiteX91" fmla="*/ 437948 w 611925"/>
              <a:gd name="connsiteY91" fmla="*/ 136374 h 611996"/>
              <a:gd name="connsiteX92" fmla="*/ 412821 w 611925"/>
              <a:gd name="connsiteY92" fmla="*/ 136374 h 611996"/>
              <a:gd name="connsiteX93" fmla="*/ 406539 w 611925"/>
              <a:gd name="connsiteY93" fmla="*/ 130092 h 611996"/>
              <a:gd name="connsiteX94" fmla="*/ 406539 w 611925"/>
              <a:gd name="connsiteY94" fmla="*/ 104964 h 611996"/>
              <a:gd name="connsiteX95" fmla="*/ 412821 w 611925"/>
              <a:gd name="connsiteY95" fmla="*/ 98682 h 611996"/>
              <a:gd name="connsiteX96" fmla="*/ 478929 w 611925"/>
              <a:gd name="connsiteY96" fmla="*/ 98689 h 611996"/>
              <a:gd name="connsiteX97" fmla="*/ 575893 w 611925"/>
              <a:gd name="connsiteY97" fmla="*/ 299470 h 611996"/>
              <a:gd name="connsiteX98" fmla="*/ 555454 w 611925"/>
              <a:gd name="connsiteY98" fmla="*/ 279029 h 611996"/>
              <a:gd name="connsiteX99" fmla="*/ 544731 w 611925"/>
              <a:gd name="connsiteY99" fmla="*/ 274587 h 611996"/>
              <a:gd name="connsiteX100" fmla="*/ 525891 w 611925"/>
              <a:gd name="connsiteY100" fmla="*/ 274587 h 611996"/>
              <a:gd name="connsiteX101" fmla="*/ 519609 w 611925"/>
              <a:gd name="connsiteY101" fmla="*/ 280869 h 611996"/>
              <a:gd name="connsiteX102" fmla="*/ 519609 w 611925"/>
              <a:gd name="connsiteY102" fmla="*/ 306000 h 611996"/>
              <a:gd name="connsiteX103" fmla="*/ 524050 w 611925"/>
              <a:gd name="connsiteY103" fmla="*/ 316724 h 611996"/>
              <a:gd name="connsiteX104" fmla="*/ 546576 w 611925"/>
              <a:gd name="connsiteY104" fmla="*/ 339242 h 611996"/>
              <a:gd name="connsiteX105" fmla="*/ 551017 w 611925"/>
              <a:gd name="connsiteY105" fmla="*/ 349965 h 611996"/>
              <a:gd name="connsiteX106" fmla="*/ 551017 w 611925"/>
              <a:gd name="connsiteY106" fmla="*/ 375093 h 611996"/>
              <a:gd name="connsiteX107" fmla="*/ 546576 w 611925"/>
              <a:gd name="connsiteY107" fmla="*/ 385818 h 611996"/>
              <a:gd name="connsiteX108" fmla="*/ 524050 w 611925"/>
              <a:gd name="connsiteY108" fmla="*/ 408344 h 611996"/>
              <a:gd name="connsiteX109" fmla="*/ 519609 w 611925"/>
              <a:gd name="connsiteY109" fmla="*/ 419068 h 611996"/>
              <a:gd name="connsiteX110" fmla="*/ 519609 w 611925"/>
              <a:gd name="connsiteY110" fmla="*/ 470764 h 611996"/>
              <a:gd name="connsiteX111" fmla="*/ 431774 w 611925"/>
              <a:gd name="connsiteY111" fmla="*/ 544814 h 61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11925" h="611996">
                <a:moveTo>
                  <a:pt x="307999" y="6"/>
                </a:moveTo>
                <a:cubicBezTo>
                  <a:pt x="307320" y="0"/>
                  <a:pt x="305913" y="0"/>
                  <a:pt x="305913" y="0"/>
                </a:cubicBezTo>
                <a:cubicBezTo>
                  <a:pt x="137889" y="12"/>
                  <a:pt x="1112" y="135661"/>
                  <a:pt x="7" y="303959"/>
                </a:cubicBezTo>
                <a:cubicBezTo>
                  <a:pt x="-1128" y="472956"/>
                  <a:pt x="134937" y="610864"/>
                  <a:pt x="303923" y="611994"/>
                </a:cubicBezTo>
                <a:cubicBezTo>
                  <a:pt x="304617" y="612000"/>
                  <a:pt x="305298" y="611994"/>
                  <a:pt x="305990" y="611994"/>
                </a:cubicBezTo>
                <a:cubicBezTo>
                  <a:pt x="474015" y="611994"/>
                  <a:pt x="610785" y="476327"/>
                  <a:pt x="611919" y="308035"/>
                </a:cubicBezTo>
                <a:cubicBezTo>
                  <a:pt x="613032" y="139032"/>
                  <a:pt x="476967" y="1130"/>
                  <a:pt x="307999" y="6"/>
                </a:cubicBezTo>
                <a:close/>
                <a:moveTo>
                  <a:pt x="274632" y="37760"/>
                </a:moveTo>
                <a:lnTo>
                  <a:pt x="274632" y="54707"/>
                </a:lnTo>
                <a:cubicBezTo>
                  <a:pt x="274417" y="58685"/>
                  <a:pt x="272850" y="62469"/>
                  <a:pt x="270190" y="65435"/>
                </a:cubicBezTo>
                <a:lnTo>
                  <a:pt x="241384" y="94244"/>
                </a:lnTo>
                <a:cubicBezTo>
                  <a:pt x="238420" y="96902"/>
                  <a:pt x="234638" y="98469"/>
                  <a:pt x="230662" y="98685"/>
                </a:cubicBezTo>
                <a:lnTo>
                  <a:pt x="174130" y="98685"/>
                </a:lnTo>
                <a:cubicBezTo>
                  <a:pt x="170666" y="98696"/>
                  <a:pt x="167859" y="101503"/>
                  <a:pt x="167848" y="104967"/>
                </a:cubicBezTo>
                <a:lnTo>
                  <a:pt x="167848" y="130095"/>
                </a:lnTo>
                <a:cubicBezTo>
                  <a:pt x="167859" y="133561"/>
                  <a:pt x="170665" y="136367"/>
                  <a:pt x="174130" y="136377"/>
                </a:cubicBezTo>
                <a:lnTo>
                  <a:pt x="230663" y="136377"/>
                </a:lnTo>
                <a:cubicBezTo>
                  <a:pt x="234128" y="136389"/>
                  <a:pt x="236934" y="139195"/>
                  <a:pt x="236945" y="142659"/>
                </a:cubicBezTo>
                <a:lnTo>
                  <a:pt x="236945" y="167794"/>
                </a:lnTo>
                <a:cubicBezTo>
                  <a:pt x="236935" y="171259"/>
                  <a:pt x="234129" y="174066"/>
                  <a:pt x="230663" y="174076"/>
                </a:cubicBezTo>
                <a:lnTo>
                  <a:pt x="205535" y="174076"/>
                </a:lnTo>
                <a:cubicBezTo>
                  <a:pt x="201560" y="174293"/>
                  <a:pt x="197777" y="175859"/>
                  <a:pt x="194812" y="178518"/>
                </a:cubicBezTo>
                <a:lnTo>
                  <a:pt x="172288" y="201045"/>
                </a:lnTo>
                <a:cubicBezTo>
                  <a:pt x="169630" y="204009"/>
                  <a:pt x="168063" y="207793"/>
                  <a:pt x="167846" y="211769"/>
                </a:cubicBezTo>
                <a:lnTo>
                  <a:pt x="167846" y="236897"/>
                </a:lnTo>
                <a:cubicBezTo>
                  <a:pt x="167631" y="240872"/>
                  <a:pt x="166064" y="244656"/>
                  <a:pt x="163405" y="247620"/>
                </a:cubicBezTo>
                <a:lnTo>
                  <a:pt x="140882" y="270144"/>
                </a:lnTo>
                <a:cubicBezTo>
                  <a:pt x="137918" y="272802"/>
                  <a:pt x="134136" y="274369"/>
                  <a:pt x="130160" y="274586"/>
                </a:cubicBezTo>
                <a:lnTo>
                  <a:pt x="105032" y="274586"/>
                </a:lnTo>
                <a:cubicBezTo>
                  <a:pt x="101056" y="274369"/>
                  <a:pt x="97273" y="272802"/>
                  <a:pt x="94309" y="270144"/>
                </a:cubicBezTo>
                <a:lnTo>
                  <a:pt x="71785" y="247617"/>
                </a:lnTo>
                <a:cubicBezTo>
                  <a:pt x="68820" y="244958"/>
                  <a:pt x="65037" y="243392"/>
                  <a:pt x="61062" y="243175"/>
                </a:cubicBezTo>
                <a:lnTo>
                  <a:pt x="43350" y="243175"/>
                </a:lnTo>
                <a:cubicBezTo>
                  <a:pt x="69468" y="134436"/>
                  <a:pt x="161672" y="50934"/>
                  <a:pt x="274632" y="37760"/>
                </a:cubicBezTo>
                <a:close/>
                <a:moveTo>
                  <a:pt x="92472" y="471172"/>
                </a:moveTo>
                <a:lnTo>
                  <a:pt x="92472" y="456772"/>
                </a:lnTo>
                <a:cubicBezTo>
                  <a:pt x="92256" y="452796"/>
                  <a:pt x="90689" y="449013"/>
                  <a:pt x="88031" y="446048"/>
                </a:cubicBezTo>
                <a:lnTo>
                  <a:pt x="65506" y="423521"/>
                </a:lnTo>
                <a:cubicBezTo>
                  <a:pt x="62847" y="420556"/>
                  <a:pt x="61280" y="416773"/>
                  <a:pt x="61064" y="412797"/>
                </a:cubicBezTo>
                <a:lnTo>
                  <a:pt x="61064" y="356256"/>
                </a:lnTo>
                <a:cubicBezTo>
                  <a:pt x="61280" y="352280"/>
                  <a:pt x="62848" y="348497"/>
                  <a:pt x="65506" y="345532"/>
                </a:cubicBezTo>
                <a:lnTo>
                  <a:pt x="94312" y="316723"/>
                </a:lnTo>
                <a:cubicBezTo>
                  <a:pt x="97276" y="314065"/>
                  <a:pt x="101059" y="312498"/>
                  <a:pt x="105035" y="312281"/>
                </a:cubicBezTo>
                <a:lnTo>
                  <a:pt x="123879" y="312281"/>
                </a:lnTo>
                <a:cubicBezTo>
                  <a:pt x="127855" y="312498"/>
                  <a:pt x="131637" y="314065"/>
                  <a:pt x="134602" y="316723"/>
                </a:cubicBezTo>
                <a:lnTo>
                  <a:pt x="194815" y="376942"/>
                </a:lnTo>
                <a:cubicBezTo>
                  <a:pt x="197780" y="379601"/>
                  <a:pt x="201562" y="381167"/>
                  <a:pt x="205538" y="381384"/>
                </a:cubicBezTo>
                <a:lnTo>
                  <a:pt x="230666" y="381384"/>
                </a:lnTo>
                <a:cubicBezTo>
                  <a:pt x="234131" y="381396"/>
                  <a:pt x="236937" y="384201"/>
                  <a:pt x="236948" y="387666"/>
                </a:cubicBezTo>
                <a:lnTo>
                  <a:pt x="236948" y="446714"/>
                </a:lnTo>
                <a:cubicBezTo>
                  <a:pt x="236731" y="450690"/>
                  <a:pt x="235164" y="454473"/>
                  <a:pt x="232506" y="457438"/>
                </a:cubicBezTo>
                <a:lnTo>
                  <a:pt x="206209" y="483732"/>
                </a:lnTo>
                <a:cubicBezTo>
                  <a:pt x="203548" y="486695"/>
                  <a:pt x="201981" y="490479"/>
                  <a:pt x="201768" y="494456"/>
                </a:cubicBezTo>
                <a:lnTo>
                  <a:pt x="201768" y="517074"/>
                </a:lnTo>
                <a:cubicBezTo>
                  <a:pt x="201551" y="521050"/>
                  <a:pt x="199984" y="524833"/>
                  <a:pt x="197327" y="527798"/>
                </a:cubicBezTo>
                <a:lnTo>
                  <a:pt x="180191" y="544939"/>
                </a:lnTo>
                <a:cubicBezTo>
                  <a:pt x="146040" y="526864"/>
                  <a:pt x="116136" y="501716"/>
                  <a:pt x="92472" y="471172"/>
                </a:cubicBezTo>
                <a:close/>
                <a:moveTo>
                  <a:pt x="431774" y="544814"/>
                </a:moveTo>
                <a:lnTo>
                  <a:pt x="417264" y="530312"/>
                </a:lnTo>
                <a:cubicBezTo>
                  <a:pt x="414605" y="527347"/>
                  <a:pt x="413038" y="523564"/>
                  <a:pt x="412823" y="519588"/>
                </a:cubicBezTo>
                <a:lnTo>
                  <a:pt x="412823" y="425350"/>
                </a:lnTo>
                <a:cubicBezTo>
                  <a:pt x="412607" y="421374"/>
                  <a:pt x="411040" y="417591"/>
                  <a:pt x="408382" y="414627"/>
                </a:cubicBezTo>
                <a:lnTo>
                  <a:pt x="379575" y="385818"/>
                </a:lnTo>
                <a:cubicBezTo>
                  <a:pt x="376611" y="383160"/>
                  <a:pt x="372829" y="381592"/>
                  <a:pt x="368853" y="381375"/>
                </a:cubicBezTo>
                <a:lnTo>
                  <a:pt x="306041" y="381375"/>
                </a:lnTo>
                <a:cubicBezTo>
                  <a:pt x="302576" y="381365"/>
                  <a:pt x="299769" y="378559"/>
                  <a:pt x="299759" y="375093"/>
                </a:cubicBezTo>
                <a:lnTo>
                  <a:pt x="299759" y="318561"/>
                </a:lnTo>
                <a:cubicBezTo>
                  <a:pt x="299975" y="314585"/>
                  <a:pt x="301542" y="310802"/>
                  <a:pt x="304200" y="307837"/>
                </a:cubicBezTo>
                <a:lnTo>
                  <a:pt x="333006" y="279028"/>
                </a:lnTo>
                <a:cubicBezTo>
                  <a:pt x="335971" y="276370"/>
                  <a:pt x="339753" y="274803"/>
                  <a:pt x="343729" y="274586"/>
                </a:cubicBezTo>
                <a:lnTo>
                  <a:pt x="406544" y="274586"/>
                </a:lnTo>
                <a:cubicBezTo>
                  <a:pt x="410519" y="274369"/>
                  <a:pt x="414300" y="272802"/>
                  <a:pt x="417264" y="270144"/>
                </a:cubicBezTo>
                <a:lnTo>
                  <a:pt x="446070" y="241335"/>
                </a:lnTo>
                <a:cubicBezTo>
                  <a:pt x="449034" y="238676"/>
                  <a:pt x="452817" y="237110"/>
                  <a:pt x="456793" y="236893"/>
                </a:cubicBezTo>
                <a:lnTo>
                  <a:pt x="475638" y="236893"/>
                </a:lnTo>
                <a:cubicBezTo>
                  <a:pt x="479103" y="236883"/>
                  <a:pt x="481910" y="234076"/>
                  <a:pt x="481919" y="230611"/>
                </a:cubicBezTo>
                <a:lnTo>
                  <a:pt x="481919" y="211766"/>
                </a:lnTo>
                <a:cubicBezTo>
                  <a:pt x="481908" y="208301"/>
                  <a:pt x="479102" y="205495"/>
                  <a:pt x="475638" y="205484"/>
                </a:cubicBezTo>
                <a:lnTo>
                  <a:pt x="456795" y="205484"/>
                </a:lnTo>
                <a:cubicBezTo>
                  <a:pt x="452819" y="205700"/>
                  <a:pt x="449037" y="207267"/>
                  <a:pt x="446072" y="209925"/>
                </a:cubicBezTo>
                <a:lnTo>
                  <a:pt x="417264" y="238735"/>
                </a:lnTo>
                <a:cubicBezTo>
                  <a:pt x="414299" y="241392"/>
                  <a:pt x="410517" y="242959"/>
                  <a:pt x="406541" y="243176"/>
                </a:cubicBezTo>
                <a:lnTo>
                  <a:pt x="344071" y="243170"/>
                </a:lnTo>
                <a:cubicBezTo>
                  <a:pt x="340605" y="243162"/>
                  <a:pt x="337797" y="240354"/>
                  <a:pt x="337789" y="236888"/>
                </a:cubicBezTo>
                <a:lnTo>
                  <a:pt x="337789" y="211760"/>
                </a:lnTo>
                <a:cubicBezTo>
                  <a:pt x="338004" y="207782"/>
                  <a:pt x="339563" y="203994"/>
                  <a:pt x="342212" y="201018"/>
                </a:cubicBezTo>
                <a:lnTo>
                  <a:pt x="370711" y="172246"/>
                </a:lnTo>
                <a:cubicBezTo>
                  <a:pt x="373663" y="169577"/>
                  <a:pt x="377442" y="168002"/>
                  <a:pt x="381416" y="167785"/>
                </a:cubicBezTo>
                <a:lnTo>
                  <a:pt x="437948" y="167785"/>
                </a:lnTo>
                <a:cubicBezTo>
                  <a:pt x="441414" y="167775"/>
                  <a:pt x="444220" y="164969"/>
                  <a:pt x="444231" y="161503"/>
                </a:cubicBezTo>
                <a:lnTo>
                  <a:pt x="444231" y="142656"/>
                </a:lnTo>
                <a:cubicBezTo>
                  <a:pt x="444220" y="139192"/>
                  <a:pt x="441413" y="136385"/>
                  <a:pt x="437948" y="136374"/>
                </a:cubicBezTo>
                <a:lnTo>
                  <a:pt x="412821" y="136374"/>
                </a:lnTo>
                <a:cubicBezTo>
                  <a:pt x="409355" y="136364"/>
                  <a:pt x="406549" y="133558"/>
                  <a:pt x="406539" y="130092"/>
                </a:cubicBezTo>
                <a:lnTo>
                  <a:pt x="406539" y="104964"/>
                </a:lnTo>
                <a:cubicBezTo>
                  <a:pt x="406550" y="101500"/>
                  <a:pt x="409356" y="98694"/>
                  <a:pt x="412821" y="98682"/>
                </a:cubicBezTo>
                <a:lnTo>
                  <a:pt x="478929" y="98689"/>
                </a:lnTo>
                <a:cubicBezTo>
                  <a:pt x="536726" y="147007"/>
                  <a:pt x="573969" y="218993"/>
                  <a:pt x="575893" y="299470"/>
                </a:cubicBezTo>
                <a:lnTo>
                  <a:pt x="555454" y="279029"/>
                </a:lnTo>
                <a:cubicBezTo>
                  <a:pt x="552490" y="276371"/>
                  <a:pt x="548707" y="274804"/>
                  <a:pt x="544731" y="274587"/>
                </a:cubicBezTo>
                <a:lnTo>
                  <a:pt x="525891" y="274587"/>
                </a:lnTo>
                <a:cubicBezTo>
                  <a:pt x="522427" y="274598"/>
                  <a:pt x="519620" y="277404"/>
                  <a:pt x="519609" y="280869"/>
                </a:cubicBezTo>
                <a:lnTo>
                  <a:pt x="519609" y="306000"/>
                </a:lnTo>
                <a:cubicBezTo>
                  <a:pt x="519825" y="309976"/>
                  <a:pt x="521391" y="313759"/>
                  <a:pt x="524050" y="316724"/>
                </a:cubicBezTo>
                <a:lnTo>
                  <a:pt x="546576" y="339242"/>
                </a:lnTo>
                <a:cubicBezTo>
                  <a:pt x="549234" y="342207"/>
                  <a:pt x="550801" y="345990"/>
                  <a:pt x="551017" y="349965"/>
                </a:cubicBezTo>
                <a:lnTo>
                  <a:pt x="551017" y="375093"/>
                </a:lnTo>
                <a:cubicBezTo>
                  <a:pt x="550801" y="379070"/>
                  <a:pt x="549235" y="382854"/>
                  <a:pt x="546576" y="385818"/>
                </a:cubicBezTo>
                <a:lnTo>
                  <a:pt x="524050" y="408344"/>
                </a:lnTo>
                <a:cubicBezTo>
                  <a:pt x="521392" y="411309"/>
                  <a:pt x="519825" y="415092"/>
                  <a:pt x="519609" y="419068"/>
                </a:cubicBezTo>
                <a:lnTo>
                  <a:pt x="519609" y="470764"/>
                </a:lnTo>
                <a:cubicBezTo>
                  <a:pt x="495921" y="501404"/>
                  <a:pt x="465979" y="526648"/>
                  <a:pt x="431774" y="544814"/>
                </a:cubicBezTo>
                <a:close/>
              </a:path>
            </a:pathLst>
          </a:custGeom>
          <a:solidFill>
            <a:schemeClr val="bg1"/>
          </a:solidFill>
          <a:ln w="714" cap="flat">
            <a:noFill/>
            <a:prstDash val="solid"/>
            <a:miter/>
          </a:ln>
        </p:spPr>
        <p:txBody>
          <a:bodyPr rtlCol="0" anchor="ctr"/>
          <a:lstStyle/>
          <a:p>
            <a:endParaRPr lang="de-DE" sz="1275"/>
          </a:p>
        </p:txBody>
      </p:sp>
      <p:sp>
        <p:nvSpPr>
          <p:cNvPr id="71" name="Grafik 35">
            <a:extLst>
              <a:ext uri="{FF2B5EF4-FFF2-40B4-BE49-F238E27FC236}">
                <a16:creationId xmlns:a16="http://schemas.microsoft.com/office/drawing/2014/main" id="{71BE6800-A2C2-440B-BAC2-038C55278232}"/>
              </a:ext>
            </a:extLst>
          </p:cNvPr>
          <p:cNvSpPr/>
          <p:nvPr userDrawn="1"/>
        </p:nvSpPr>
        <p:spPr>
          <a:xfrm>
            <a:off x="1634245" y="4186140"/>
            <a:ext cx="418500" cy="418500"/>
          </a:xfrm>
          <a:custGeom>
            <a:avLst/>
            <a:gdLst>
              <a:gd name="connsiteX0" fmla="*/ 306000 w 612000"/>
              <a:gd name="connsiteY0" fmla="*/ 0 h 612000"/>
              <a:gd name="connsiteX1" fmla="*/ 0 w 612000"/>
              <a:gd name="connsiteY1" fmla="*/ 306000 h 612000"/>
              <a:gd name="connsiteX2" fmla="*/ 306000 w 612000"/>
              <a:gd name="connsiteY2" fmla="*/ 612000 h 612000"/>
              <a:gd name="connsiteX3" fmla="*/ 612000 w 612000"/>
              <a:gd name="connsiteY3" fmla="*/ 306000 h 612000"/>
              <a:gd name="connsiteX4" fmla="*/ 306000 w 612000"/>
              <a:gd name="connsiteY4" fmla="*/ 0 h 612000"/>
              <a:gd name="connsiteX5" fmla="*/ 179662 w 612000"/>
              <a:gd name="connsiteY5" fmla="*/ 524128 h 612000"/>
              <a:gd name="connsiteX6" fmla="*/ 127809 w 612000"/>
              <a:gd name="connsiteY6" fmla="*/ 484191 h 612000"/>
              <a:gd name="connsiteX7" fmla="*/ 125610 w 612000"/>
              <a:gd name="connsiteY7" fmla="*/ 482286 h 612000"/>
              <a:gd name="connsiteX8" fmla="*/ 125610 w 612000"/>
              <a:gd name="connsiteY8" fmla="*/ 451872 h 612000"/>
              <a:gd name="connsiteX9" fmla="*/ 179662 w 612000"/>
              <a:gd name="connsiteY9" fmla="*/ 397817 h 612000"/>
              <a:gd name="connsiteX10" fmla="*/ 179662 w 612000"/>
              <a:gd name="connsiteY10" fmla="*/ 524128 h 612000"/>
              <a:gd name="connsiteX11" fmla="*/ 287662 w 612000"/>
              <a:gd name="connsiteY11" fmla="*/ 557307 h 612000"/>
              <a:gd name="connsiteX12" fmla="*/ 233637 w 612000"/>
              <a:gd name="connsiteY12" fmla="*/ 547428 h 612000"/>
              <a:gd name="connsiteX13" fmla="*/ 233637 w 612000"/>
              <a:gd name="connsiteY13" fmla="*/ 363240 h 612000"/>
              <a:gd name="connsiteX14" fmla="*/ 275685 w 612000"/>
              <a:gd name="connsiteY14" fmla="*/ 405229 h 612000"/>
              <a:gd name="connsiteX15" fmla="*/ 287675 w 612000"/>
              <a:gd name="connsiteY15" fmla="*/ 417435 h 612000"/>
              <a:gd name="connsiteX16" fmla="*/ 395640 w 612000"/>
              <a:gd name="connsiteY16" fmla="*/ 541451 h 612000"/>
              <a:gd name="connsiteX17" fmla="*/ 341928 w 612000"/>
              <a:gd name="connsiteY17" fmla="*/ 555460 h 612000"/>
              <a:gd name="connsiteX18" fmla="*/ 341618 w 612000"/>
              <a:gd name="connsiteY18" fmla="*/ 380023 h 612000"/>
              <a:gd name="connsiteX19" fmla="*/ 395640 w 612000"/>
              <a:gd name="connsiteY19" fmla="*/ 325800 h 612000"/>
              <a:gd name="connsiteX20" fmla="*/ 395640 w 612000"/>
              <a:gd name="connsiteY20" fmla="*/ 541451 h 612000"/>
              <a:gd name="connsiteX21" fmla="*/ 503629 w 612000"/>
              <a:gd name="connsiteY21" fmla="*/ 461922 h 612000"/>
              <a:gd name="connsiteX22" fmla="*/ 484189 w 612000"/>
              <a:gd name="connsiteY22" fmla="*/ 484191 h 612000"/>
              <a:gd name="connsiteX23" fmla="*/ 449616 w 612000"/>
              <a:gd name="connsiteY23" fmla="*/ 513135 h 612000"/>
              <a:gd name="connsiteX24" fmla="*/ 449640 w 612000"/>
              <a:gd name="connsiteY24" fmla="*/ 292674 h 612000"/>
              <a:gd name="connsiteX25" fmla="*/ 457910 w 612000"/>
              <a:gd name="connsiteY25" fmla="*/ 300640 h 612000"/>
              <a:gd name="connsiteX26" fmla="*/ 483636 w 612000"/>
              <a:gd name="connsiteY26" fmla="*/ 326364 h 612000"/>
              <a:gd name="connsiteX27" fmla="*/ 503626 w 612000"/>
              <a:gd name="connsiteY27" fmla="*/ 346756 h 612000"/>
              <a:gd name="connsiteX28" fmla="*/ 503655 w 612000"/>
              <a:gd name="connsiteY28" fmla="*/ 306000 h 612000"/>
              <a:gd name="connsiteX29" fmla="*/ 439456 w 612000"/>
              <a:gd name="connsiteY29" fmla="*/ 241456 h 612000"/>
              <a:gd name="connsiteX30" fmla="*/ 296045 w 612000"/>
              <a:gd name="connsiteY30" fmla="*/ 384865 h 612000"/>
              <a:gd name="connsiteX31" fmla="*/ 224045 w 612000"/>
              <a:gd name="connsiteY31" fmla="*/ 312865 h 612000"/>
              <a:gd name="connsiteX32" fmla="*/ 94229 w 612000"/>
              <a:gd name="connsiteY32" fmla="*/ 442681 h 612000"/>
              <a:gd name="connsiteX33" fmla="*/ 62801 w 612000"/>
              <a:gd name="connsiteY33" fmla="*/ 372288 h 612000"/>
              <a:gd name="connsiteX34" fmla="*/ 224045 w 612000"/>
              <a:gd name="connsiteY34" fmla="*/ 211042 h 612000"/>
              <a:gd name="connsiteX35" fmla="*/ 296045 w 612000"/>
              <a:gd name="connsiteY35" fmla="*/ 283042 h 612000"/>
              <a:gd name="connsiteX36" fmla="*/ 388544 w 612000"/>
              <a:gd name="connsiteY36" fmla="*/ 190544 h 612000"/>
              <a:gd name="connsiteX37" fmla="*/ 324255 w 612000"/>
              <a:gd name="connsiteY37" fmla="*/ 126340 h 612000"/>
              <a:gd name="connsiteX38" fmla="*/ 485618 w 612000"/>
              <a:gd name="connsiteY38" fmla="*/ 126382 h 612000"/>
              <a:gd name="connsiteX39" fmla="*/ 503668 w 612000"/>
              <a:gd name="connsiteY39" fmla="*/ 144332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2000" h="612000">
                <a:moveTo>
                  <a:pt x="306000" y="0"/>
                </a:moveTo>
                <a:cubicBezTo>
                  <a:pt x="137001" y="0"/>
                  <a:pt x="0" y="137001"/>
                  <a:pt x="0" y="306000"/>
                </a:cubicBezTo>
                <a:cubicBezTo>
                  <a:pt x="0" y="474999"/>
                  <a:pt x="137001" y="612000"/>
                  <a:pt x="306000" y="612000"/>
                </a:cubicBezTo>
                <a:cubicBezTo>
                  <a:pt x="474999" y="612000"/>
                  <a:pt x="612000" y="474999"/>
                  <a:pt x="612000" y="306000"/>
                </a:cubicBezTo>
                <a:cubicBezTo>
                  <a:pt x="612000" y="137001"/>
                  <a:pt x="474999" y="0"/>
                  <a:pt x="306000" y="0"/>
                </a:cubicBezTo>
                <a:close/>
                <a:moveTo>
                  <a:pt x="179662" y="524128"/>
                </a:moveTo>
                <a:cubicBezTo>
                  <a:pt x="160697" y="513154"/>
                  <a:pt x="143262" y="499725"/>
                  <a:pt x="127809" y="484191"/>
                </a:cubicBezTo>
                <a:cubicBezTo>
                  <a:pt x="127181" y="483562"/>
                  <a:pt x="126232" y="482921"/>
                  <a:pt x="125610" y="482286"/>
                </a:cubicBezTo>
                <a:lnTo>
                  <a:pt x="125610" y="451872"/>
                </a:lnTo>
                <a:lnTo>
                  <a:pt x="179662" y="397817"/>
                </a:lnTo>
                <a:lnTo>
                  <a:pt x="179662" y="524128"/>
                </a:lnTo>
                <a:close/>
                <a:moveTo>
                  <a:pt x="287662" y="557307"/>
                </a:moveTo>
                <a:cubicBezTo>
                  <a:pt x="269346" y="556006"/>
                  <a:pt x="251228" y="552694"/>
                  <a:pt x="233637" y="547428"/>
                </a:cubicBezTo>
                <a:lnTo>
                  <a:pt x="233637" y="363240"/>
                </a:lnTo>
                <a:lnTo>
                  <a:pt x="275685" y="405229"/>
                </a:lnTo>
                <a:lnTo>
                  <a:pt x="287675" y="417435"/>
                </a:lnTo>
                <a:close/>
                <a:moveTo>
                  <a:pt x="395640" y="541451"/>
                </a:moveTo>
                <a:cubicBezTo>
                  <a:pt x="378323" y="548133"/>
                  <a:pt x="360303" y="552833"/>
                  <a:pt x="341928" y="555460"/>
                </a:cubicBezTo>
                <a:lnTo>
                  <a:pt x="341618" y="380023"/>
                </a:lnTo>
                <a:lnTo>
                  <a:pt x="395640" y="325800"/>
                </a:lnTo>
                <a:lnTo>
                  <a:pt x="395640" y="541451"/>
                </a:lnTo>
                <a:close/>
                <a:moveTo>
                  <a:pt x="503629" y="461922"/>
                </a:moveTo>
                <a:cubicBezTo>
                  <a:pt x="497593" y="469721"/>
                  <a:pt x="491102" y="477157"/>
                  <a:pt x="484189" y="484191"/>
                </a:cubicBezTo>
                <a:cubicBezTo>
                  <a:pt x="473528" y="494826"/>
                  <a:pt x="461961" y="504510"/>
                  <a:pt x="449616" y="513135"/>
                </a:cubicBezTo>
                <a:lnTo>
                  <a:pt x="449640" y="292674"/>
                </a:lnTo>
                <a:lnTo>
                  <a:pt x="457910" y="300640"/>
                </a:lnTo>
                <a:lnTo>
                  <a:pt x="483636" y="326364"/>
                </a:lnTo>
                <a:lnTo>
                  <a:pt x="503626" y="346756"/>
                </a:lnTo>
                <a:close/>
                <a:moveTo>
                  <a:pt x="503655" y="306000"/>
                </a:moveTo>
                <a:lnTo>
                  <a:pt x="439456" y="241456"/>
                </a:lnTo>
                <a:lnTo>
                  <a:pt x="296045" y="384865"/>
                </a:lnTo>
                <a:lnTo>
                  <a:pt x="224045" y="312865"/>
                </a:lnTo>
                <a:lnTo>
                  <a:pt x="94229" y="442681"/>
                </a:lnTo>
                <a:cubicBezTo>
                  <a:pt x="80184" y="420979"/>
                  <a:pt x="69582" y="397233"/>
                  <a:pt x="62801" y="372288"/>
                </a:cubicBezTo>
                <a:lnTo>
                  <a:pt x="224045" y="211042"/>
                </a:lnTo>
                <a:lnTo>
                  <a:pt x="296045" y="283042"/>
                </a:lnTo>
                <a:lnTo>
                  <a:pt x="388544" y="190544"/>
                </a:lnTo>
                <a:lnTo>
                  <a:pt x="324255" y="126340"/>
                </a:lnTo>
                <a:lnTo>
                  <a:pt x="485618" y="126382"/>
                </a:lnTo>
                <a:cubicBezTo>
                  <a:pt x="495559" y="126354"/>
                  <a:pt x="503640" y="134391"/>
                  <a:pt x="503668" y="144332"/>
                </a:cubicBezTo>
                <a:close/>
              </a:path>
            </a:pathLst>
          </a:custGeom>
          <a:solidFill>
            <a:schemeClr val="bg1"/>
          </a:solidFill>
          <a:ln w="714" cap="flat">
            <a:noFill/>
            <a:prstDash val="solid"/>
            <a:miter/>
          </a:ln>
        </p:spPr>
        <p:txBody>
          <a:bodyPr rtlCol="0" anchor="ctr"/>
          <a:lstStyle/>
          <a:p>
            <a:endParaRPr lang="de-DE" sz="1275"/>
          </a:p>
        </p:txBody>
      </p:sp>
      <p:sp>
        <p:nvSpPr>
          <p:cNvPr id="72" name="Grafik 36">
            <a:extLst>
              <a:ext uri="{FF2B5EF4-FFF2-40B4-BE49-F238E27FC236}">
                <a16:creationId xmlns:a16="http://schemas.microsoft.com/office/drawing/2014/main" id="{DA3C161B-3337-49E8-A777-4B3E8253B591}"/>
              </a:ext>
            </a:extLst>
          </p:cNvPr>
          <p:cNvSpPr>
            <a:spLocks noChangeAspect="1"/>
          </p:cNvSpPr>
          <p:nvPr userDrawn="1"/>
        </p:nvSpPr>
        <p:spPr>
          <a:xfrm>
            <a:off x="918631" y="4186140"/>
            <a:ext cx="366883" cy="378000"/>
          </a:xfrm>
          <a:custGeom>
            <a:avLst/>
            <a:gdLst>
              <a:gd name="connsiteX0" fmla="*/ 180000 w 594000"/>
              <a:gd name="connsiteY0" fmla="*/ 576000 h 612000"/>
              <a:gd name="connsiteX1" fmla="*/ 180000 w 594000"/>
              <a:gd name="connsiteY1" fmla="*/ 447696 h 612000"/>
              <a:gd name="connsiteX2" fmla="*/ 126000 w 594000"/>
              <a:gd name="connsiteY2" fmla="*/ 378000 h 612000"/>
              <a:gd name="connsiteX3" fmla="*/ 126000 w 594000"/>
              <a:gd name="connsiteY3" fmla="*/ 297000 h 612000"/>
              <a:gd name="connsiteX4" fmla="*/ 138672 w 594000"/>
              <a:gd name="connsiteY4" fmla="*/ 239832 h 612000"/>
              <a:gd name="connsiteX5" fmla="*/ 61488 w 594000"/>
              <a:gd name="connsiteY5" fmla="*/ 207216 h 612000"/>
              <a:gd name="connsiteX6" fmla="*/ 0 w 594000"/>
              <a:gd name="connsiteY6" fmla="*/ 306000 h 612000"/>
              <a:gd name="connsiteX7" fmla="*/ 0 w 594000"/>
              <a:gd name="connsiteY7" fmla="*/ 391752 h 612000"/>
              <a:gd name="connsiteX8" fmla="*/ 51120 w 594000"/>
              <a:gd name="connsiteY8" fmla="*/ 442800 h 612000"/>
              <a:gd name="connsiteX9" fmla="*/ 51120 w 594000"/>
              <a:gd name="connsiteY9" fmla="*/ 576000 h 612000"/>
              <a:gd name="connsiteX10" fmla="*/ 86616 w 594000"/>
              <a:gd name="connsiteY10" fmla="*/ 612000 h 612000"/>
              <a:gd name="connsiteX11" fmla="*/ 86832 w 594000"/>
              <a:gd name="connsiteY11" fmla="*/ 612000 h 612000"/>
              <a:gd name="connsiteX12" fmla="*/ 193824 w 594000"/>
              <a:gd name="connsiteY12" fmla="*/ 612000 h 612000"/>
              <a:gd name="connsiteX13" fmla="*/ 180000 w 594000"/>
              <a:gd name="connsiteY13" fmla="*/ 576000 h 612000"/>
              <a:gd name="connsiteX14" fmla="*/ 532512 w 594000"/>
              <a:gd name="connsiteY14" fmla="*/ 207144 h 612000"/>
              <a:gd name="connsiteX15" fmla="*/ 455328 w 594000"/>
              <a:gd name="connsiteY15" fmla="*/ 239760 h 612000"/>
              <a:gd name="connsiteX16" fmla="*/ 468000 w 594000"/>
              <a:gd name="connsiteY16" fmla="*/ 296928 h 612000"/>
              <a:gd name="connsiteX17" fmla="*/ 468000 w 594000"/>
              <a:gd name="connsiteY17" fmla="*/ 378000 h 612000"/>
              <a:gd name="connsiteX18" fmla="*/ 414000 w 594000"/>
              <a:gd name="connsiteY18" fmla="*/ 447696 h 612000"/>
              <a:gd name="connsiteX19" fmla="*/ 414000 w 594000"/>
              <a:gd name="connsiteY19" fmla="*/ 576000 h 612000"/>
              <a:gd name="connsiteX20" fmla="*/ 400176 w 594000"/>
              <a:gd name="connsiteY20" fmla="*/ 612000 h 612000"/>
              <a:gd name="connsiteX21" fmla="*/ 507168 w 594000"/>
              <a:gd name="connsiteY21" fmla="*/ 612000 h 612000"/>
              <a:gd name="connsiteX22" fmla="*/ 542880 w 594000"/>
              <a:gd name="connsiteY22" fmla="*/ 576216 h 612000"/>
              <a:gd name="connsiteX23" fmla="*/ 542880 w 594000"/>
              <a:gd name="connsiteY23" fmla="*/ 576000 h 612000"/>
              <a:gd name="connsiteX24" fmla="*/ 542880 w 594000"/>
              <a:gd name="connsiteY24" fmla="*/ 442800 h 612000"/>
              <a:gd name="connsiteX25" fmla="*/ 594000 w 594000"/>
              <a:gd name="connsiteY25" fmla="*/ 391752 h 612000"/>
              <a:gd name="connsiteX26" fmla="*/ 594000 w 594000"/>
              <a:gd name="connsiteY26" fmla="*/ 306000 h 612000"/>
              <a:gd name="connsiteX27" fmla="*/ 532512 w 594000"/>
              <a:gd name="connsiteY27" fmla="*/ 207144 h 612000"/>
              <a:gd name="connsiteX28" fmla="*/ 450000 w 594000"/>
              <a:gd name="connsiteY28" fmla="*/ 36000 h 612000"/>
              <a:gd name="connsiteX29" fmla="*/ 402912 w 594000"/>
              <a:gd name="connsiteY29" fmla="*/ 49248 h 612000"/>
              <a:gd name="connsiteX30" fmla="*/ 404784 w 594000"/>
              <a:gd name="connsiteY30" fmla="*/ 53424 h 612000"/>
              <a:gd name="connsiteX31" fmla="*/ 387360 w 594000"/>
              <a:gd name="connsiteY31" fmla="*/ 173232 h 612000"/>
              <a:gd name="connsiteX32" fmla="*/ 392544 w 594000"/>
              <a:gd name="connsiteY32" fmla="*/ 175824 h 612000"/>
              <a:gd name="connsiteX33" fmla="*/ 440568 w 594000"/>
              <a:gd name="connsiteY33" fmla="*/ 215496 h 612000"/>
              <a:gd name="connsiteX34" fmla="*/ 539424 w 594000"/>
              <a:gd name="connsiteY34" fmla="*/ 135288 h 612000"/>
              <a:gd name="connsiteX35" fmla="*/ 459216 w 594000"/>
              <a:gd name="connsiteY35" fmla="*/ 36432 h 612000"/>
              <a:gd name="connsiteX36" fmla="*/ 450000 w 594000"/>
              <a:gd name="connsiteY36" fmla="*/ 36000 h 612000"/>
              <a:gd name="connsiteX37" fmla="*/ 396000 w 594000"/>
              <a:gd name="connsiteY37" fmla="*/ 99000 h 612000"/>
              <a:gd name="connsiteX38" fmla="*/ 297000 w 594000"/>
              <a:gd name="connsiteY38" fmla="*/ 198000 h 612000"/>
              <a:gd name="connsiteX39" fmla="*/ 198000 w 594000"/>
              <a:gd name="connsiteY39" fmla="*/ 99000 h 612000"/>
              <a:gd name="connsiteX40" fmla="*/ 297000 w 594000"/>
              <a:gd name="connsiteY40" fmla="*/ 0 h 612000"/>
              <a:gd name="connsiteX41" fmla="*/ 396000 w 594000"/>
              <a:gd name="connsiteY41" fmla="*/ 99000 h 612000"/>
              <a:gd name="connsiteX42" fmla="*/ 384624 w 594000"/>
              <a:gd name="connsiteY42" fmla="*/ 192024 h 612000"/>
              <a:gd name="connsiteX43" fmla="*/ 209304 w 594000"/>
              <a:gd name="connsiteY43" fmla="*/ 192024 h 612000"/>
              <a:gd name="connsiteX44" fmla="*/ 144000 w 594000"/>
              <a:gd name="connsiteY44" fmla="*/ 297000 h 612000"/>
              <a:gd name="connsiteX45" fmla="*/ 144000 w 594000"/>
              <a:gd name="connsiteY45" fmla="*/ 378000 h 612000"/>
              <a:gd name="connsiteX46" fmla="*/ 198000 w 594000"/>
              <a:gd name="connsiteY46" fmla="*/ 432000 h 612000"/>
              <a:gd name="connsiteX47" fmla="*/ 198000 w 594000"/>
              <a:gd name="connsiteY47" fmla="*/ 432000 h 612000"/>
              <a:gd name="connsiteX48" fmla="*/ 198000 w 594000"/>
              <a:gd name="connsiteY48" fmla="*/ 576000 h 612000"/>
              <a:gd name="connsiteX49" fmla="*/ 234000 w 594000"/>
              <a:gd name="connsiteY49" fmla="*/ 612000 h 612000"/>
              <a:gd name="connsiteX50" fmla="*/ 360000 w 594000"/>
              <a:gd name="connsiteY50" fmla="*/ 612000 h 612000"/>
              <a:gd name="connsiteX51" fmla="*/ 396000 w 594000"/>
              <a:gd name="connsiteY51" fmla="*/ 576000 h 612000"/>
              <a:gd name="connsiteX52" fmla="*/ 396000 w 594000"/>
              <a:gd name="connsiteY52" fmla="*/ 432000 h 612000"/>
              <a:gd name="connsiteX53" fmla="*/ 450000 w 594000"/>
              <a:gd name="connsiteY53" fmla="*/ 378000 h 612000"/>
              <a:gd name="connsiteX54" fmla="*/ 450000 w 594000"/>
              <a:gd name="connsiteY54" fmla="*/ 378000 h 612000"/>
              <a:gd name="connsiteX55" fmla="*/ 450000 w 594000"/>
              <a:gd name="connsiteY55" fmla="*/ 297000 h 612000"/>
              <a:gd name="connsiteX56" fmla="*/ 384624 w 594000"/>
              <a:gd name="connsiteY56" fmla="*/ 192024 h 612000"/>
              <a:gd name="connsiteX57" fmla="*/ 297000 w 594000"/>
              <a:gd name="connsiteY57" fmla="*/ 414000 h 612000"/>
              <a:gd name="connsiteX58" fmla="*/ 270000 w 594000"/>
              <a:gd name="connsiteY58" fmla="*/ 378648 h 612000"/>
              <a:gd name="connsiteX59" fmla="*/ 286560 w 594000"/>
              <a:gd name="connsiteY59" fmla="*/ 252000 h 612000"/>
              <a:gd name="connsiteX60" fmla="*/ 308160 w 594000"/>
              <a:gd name="connsiteY60" fmla="*/ 252000 h 612000"/>
              <a:gd name="connsiteX61" fmla="*/ 324000 w 594000"/>
              <a:gd name="connsiteY61" fmla="*/ 378648 h 612000"/>
              <a:gd name="connsiteX62" fmla="*/ 297000 w 594000"/>
              <a:gd name="connsiteY62" fmla="*/ 414000 h 612000"/>
              <a:gd name="connsiteX63" fmla="*/ 153360 w 594000"/>
              <a:gd name="connsiteY63" fmla="*/ 215496 h 612000"/>
              <a:gd name="connsiteX64" fmla="*/ 201384 w 594000"/>
              <a:gd name="connsiteY64" fmla="*/ 175824 h 612000"/>
              <a:gd name="connsiteX65" fmla="*/ 206568 w 594000"/>
              <a:gd name="connsiteY65" fmla="*/ 173232 h 612000"/>
              <a:gd name="connsiteX66" fmla="*/ 189144 w 594000"/>
              <a:gd name="connsiteY66" fmla="*/ 53424 h 612000"/>
              <a:gd name="connsiteX67" fmla="*/ 191016 w 594000"/>
              <a:gd name="connsiteY67" fmla="*/ 49248 h 612000"/>
              <a:gd name="connsiteX68" fmla="*/ 67248 w 594000"/>
              <a:gd name="connsiteY68" fmla="*/ 78912 h 612000"/>
              <a:gd name="connsiteX69" fmla="*/ 96912 w 594000"/>
              <a:gd name="connsiteY69" fmla="*/ 202680 h 612000"/>
              <a:gd name="connsiteX70" fmla="*/ 143928 w 594000"/>
              <a:gd name="connsiteY70" fmla="*/ 215928 h 612000"/>
              <a:gd name="connsiteX71" fmla="*/ 153360 w 594000"/>
              <a:gd name="connsiteY71" fmla="*/ 215496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94000" h="612000">
                <a:moveTo>
                  <a:pt x="180000" y="576000"/>
                </a:moveTo>
                <a:lnTo>
                  <a:pt x="180000" y="447696"/>
                </a:lnTo>
                <a:cubicBezTo>
                  <a:pt x="148248" y="439416"/>
                  <a:pt x="126072" y="410760"/>
                  <a:pt x="126000" y="378000"/>
                </a:cubicBezTo>
                <a:lnTo>
                  <a:pt x="126000" y="297000"/>
                </a:lnTo>
                <a:cubicBezTo>
                  <a:pt x="126000" y="277272"/>
                  <a:pt x="130320" y="257688"/>
                  <a:pt x="138672" y="239832"/>
                </a:cubicBezTo>
                <a:cubicBezTo>
                  <a:pt x="109872" y="238608"/>
                  <a:pt x="82440" y="227016"/>
                  <a:pt x="61488" y="207216"/>
                </a:cubicBezTo>
                <a:cubicBezTo>
                  <a:pt x="23832" y="225720"/>
                  <a:pt x="0" y="264024"/>
                  <a:pt x="0" y="306000"/>
                </a:cubicBezTo>
                <a:lnTo>
                  <a:pt x="0" y="391752"/>
                </a:lnTo>
                <a:cubicBezTo>
                  <a:pt x="0" y="419832"/>
                  <a:pt x="23040" y="442800"/>
                  <a:pt x="51120" y="442800"/>
                </a:cubicBezTo>
                <a:lnTo>
                  <a:pt x="51120" y="576000"/>
                </a:lnTo>
                <a:cubicBezTo>
                  <a:pt x="50976" y="595728"/>
                  <a:pt x="66888" y="611856"/>
                  <a:pt x="86616" y="612000"/>
                </a:cubicBezTo>
                <a:cubicBezTo>
                  <a:pt x="86688" y="612000"/>
                  <a:pt x="86760" y="612000"/>
                  <a:pt x="86832" y="612000"/>
                </a:cubicBezTo>
                <a:lnTo>
                  <a:pt x="193824" y="612000"/>
                </a:lnTo>
                <a:cubicBezTo>
                  <a:pt x="184896" y="602136"/>
                  <a:pt x="180000" y="589320"/>
                  <a:pt x="180000" y="576000"/>
                </a:cubicBezTo>
                <a:close/>
                <a:moveTo>
                  <a:pt x="532512" y="207144"/>
                </a:moveTo>
                <a:cubicBezTo>
                  <a:pt x="511560" y="226944"/>
                  <a:pt x="484128" y="238536"/>
                  <a:pt x="455328" y="239760"/>
                </a:cubicBezTo>
                <a:cubicBezTo>
                  <a:pt x="463680" y="257688"/>
                  <a:pt x="468000" y="277200"/>
                  <a:pt x="468000" y="296928"/>
                </a:cubicBezTo>
                <a:lnTo>
                  <a:pt x="468000" y="378000"/>
                </a:lnTo>
                <a:cubicBezTo>
                  <a:pt x="467928" y="410832"/>
                  <a:pt x="445752" y="439488"/>
                  <a:pt x="414000" y="447696"/>
                </a:cubicBezTo>
                <a:lnTo>
                  <a:pt x="414000" y="576000"/>
                </a:lnTo>
                <a:cubicBezTo>
                  <a:pt x="414000" y="589320"/>
                  <a:pt x="409104" y="602136"/>
                  <a:pt x="400176" y="612000"/>
                </a:cubicBezTo>
                <a:lnTo>
                  <a:pt x="507168" y="612000"/>
                </a:lnTo>
                <a:cubicBezTo>
                  <a:pt x="526896" y="612000"/>
                  <a:pt x="542880" y="595944"/>
                  <a:pt x="542880" y="576216"/>
                </a:cubicBezTo>
                <a:cubicBezTo>
                  <a:pt x="542880" y="576144"/>
                  <a:pt x="542880" y="576072"/>
                  <a:pt x="542880" y="576000"/>
                </a:cubicBezTo>
                <a:lnTo>
                  <a:pt x="542880" y="442800"/>
                </a:lnTo>
                <a:cubicBezTo>
                  <a:pt x="570960" y="442800"/>
                  <a:pt x="594000" y="419832"/>
                  <a:pt x="594000" y="391752"/>
                </a:cubicBezTo>
                <a:lnTo>
                  <a:pt x="594000" y="306000"/>
                </a:lnTo>
                <a:cubicBezTo>
                  <a:pt x="594000" y="264024"/>
                  <a:pt x="570168" y="225720"/>
                  <a:pt x="532512" y="207144"/>
                </a:cubicBezTo>
                <a:close/>
                <a:moveTo>
                  <a:pt x="450000" y="36000"/>
                </a:moveTo>
                <a:cubicBezTo>
                  <a:pt x="433368" y="36000"/>
                  <a:pt x="417096" y="40608"/>
                  <a:pt x="402912" y="49248"/>
                </a:cubicBezTo>
                <a:cubicBezTo>
                  <a:pt x="403560" y="50616"/>
                  <a:pt x="404208" y="51984"/>
                  <a:pt x="404784" y="53424"/>
                </a:cubicBezTo>
                <a:cubicBezTo>
                  <a:pt x="421704" y="93528"/>
                  <a:pt x="415008" y="139680"/>
                  <a:pt x="387360" y="173232"/>
                </a:cubicBezTo>
                <a:lnTo>
                  <a:pt x="392544" y="175824"/>
                </a:lnTo>
                <a:cubicBezTo>
                  <a:pt x="411408" y="185112"/>
                  <a:pt x="427824" y="198720"/>
                  <a:pt x="440568" y="215496"/>
                </a:cubicBezTo>
                <a:cubicBezTo>
                  <a:pt x="490032" y="220680"/>
                  <a:pt x="534240" y="184752"/>
                  <a:pt x="539424" y="135288"/>
                </a:cubicBezTo>
                <a:cubicBezTo>
                  <a:pt x="544608" y="85824"/>
                  <a:pt x="508680" y="41616"/>
                  <a:pt x="459216" y="36432"/>
                </a:cubicBezTo>
                <a:cubicBezTo>
                  <a:pt x="456192" y="36144"/>
                  <a:pt x="453096" y="36000"/>
                  <a:pt x="450000" y="36000"/>
                </a:cubicBezTo>
                <a:close/>
                <a:moveTo>
                  <a:pt x="396000" y="99000"/>
                </a:moveTo>
                <a:cubicBezTo>
                  <a:pt x="396000" y="153648"/>
                  <a:pt x="351648" y="198000"/>
                  <a:pt x="297000" y="198000"/>
                </a:cubicBezTo>
                <a:cubicBezTo>
                  <a:pt x="242352" y="198000"/>
                  <a:pt x="198000" y="153648"/>
                  <a:pt x="198000" y="99000"/>
                </a:cubicBezTo>
                <a:cubicBezTo>
                  <a:pt x="198000" y="44352"/>
                  <a:pt x="242352" y="0"/>
                  <a:pt x="297000" y="0"/>
                </a:cubicBezTo>
                <a:cubicBezTo>
                  <a:pt x="351648" y="0"/>
                  <a:pt x="396000" y="44352"/>
                  <a:pt x="396000" y="99000"/>
                </a:cubicBezTo>
                <a:close/>
                <a:moveTo>
                  <a:pt x="384624" y="192024"/>
                </a:moveTo>
                <a:cubicBezTo>
                  <a:pt x="335376" y="238392"/>
                  <a:pt x="258552" y="238392"/>
                  <a:pt x="209304" y="192024"/>
                </a:cubicBezTo>
                <a:cubicBezTo>
                  <a:pt x="169344" y="211680"/>
                  <a:pt x="144000" y="252432"/>
                  <a:pt x="144000" y="297000"/>
                </a:cubicBezTo>
                <a:lnTo>
                  <a:pt x="144000" y="378000"/>
                </a:lnTo>
                <a:cubicBezTo>
                  <a:pt x="144000" y="407808"/>
                  <a:pt x="168192" y="432000"/>
                  <a:pt x="198000" y="432000"/>
                </a:cubicBezTo>
                <a:lnTo>
                  <a:pt x="198000" y="432000"/>
                </a:lnTo>
                <a:lnTo>
                  <a:pt x="198000" y="576000"/>
                </a:lnTo>
                <a:cubicBezTo>
                  <a:pt x="198000" y="595872"/>
                  <a:pt x="214128" y="612000"/>
                  <a:pt x="234000" y="612000"/>
                </a:cubicBezTo>
                <a:lnTo>
                  <a:pt x="360000" y="612000"/>
                </a:lnTo>
                <a:cubicBezTo>
                  <a:pt x="379872" y="612000"/>
                  <a:pt x="396000" y="595872"/>
                  <a:pt x="396000" y="576000"/>
                </a:cubicBezTo>
                <a:lnTo>
                  <a:pt x="396000" y="432000"/>
                </a:lnTo>
                <a:cubicBezTo>
                  <a:pt x="425808" y="432000"/>
                  <a:pt x="450000" y="407808"/>
                  <a:pt x="450000" y="378000"/>
                </a:cubicBezTo>
                <a:lnTo>
                  <a:pt x="450000" y="378000"/>
                </a:lnTo>
                <a:lnTo>
                  <a:pt x="450000" y="297000"/>
                </a:lnTo>
                <a:cubicBezTo>
                  <a:pt x="450000" y="252432"/>
                  <a:pt x="424656" y="211680"/>
                  <a:pt x="384624" y="192024"/>
                </a:cubicBezTo>
                <a:close/>
                <a:moveTo>
                  <a:pt x="297000" y="414000"/>
                </a:moveTo>
                <a:lnTo>
                  <a:pt x="270000" y="378648"/>
                </a:lnTo>
                <a:lnTo>
                  <a:pt x="286560" y="252000"/>
                </a:lnTo>
                <a:lnTo>
                  <a:pt x="308160" y="252000"/>
                </a:lnTo>
                <a:lnTo>
                  <a:pt x="324000" y="378648"/>
                </a:lnTo>
                <a:lnTo>
                  <a:pt x="297000" y="414000"/>
                </a:lnTo>
                <a:close/>
                <a:moveTo>
                  <a:pt x="153360" y="215496"/>
                </a:moveTo>
                <a:cubicBezTo>
                  <a:pt x="166032" y="198720"/>
                  <a:pt x="182520" y="185112"/>
                  <a:pt x="201384" y="175824"/>
                </a:cubicBezTo>
                <a:lnTo>
                  <a:pt x="206568" y="173232"/>
                </a:lnTo>
                <a:cubicBezTo>
                  <a:pt x="178992" y="139608"/>
                  <a:pt x="172296" y="93456"/>
                  <a:pt x="189144" y="53424"/>
                </a:cubicBezTo>
                <a:cubicBezTo>
                  <a:pt x="189720" y="51984"/>
                  <a:pt x="190368" y="50616"/>
                  <a:pt x="191016" y="49248"/>
                </a:cubicBezTo>
                <a:cubicBezTo>
                  <a:pt x="148680" y="23256"/>
                  <a:pt x="93240" y="36576"/>
                  <a:pt x="67248" y="78912"/>
                </a:cubicBezTo>
                <a:cubicBezTo>
                  <a:pt x="41256" y="121248"/>
                  <a:pt x="54576" y="176688"/>
                  <a:pt x="96912" y="202680"/>
                </a:cubicBezTo>
                <a:cubicBezTo>
                  <a:pt x="111096" y="211392"/>
                  <a:pt x="127368" y="215928"/>
                  <a:pt x="143928" y="215928"/>
                </a:cubicBezTo>
                <a:cubicBezTo>
                  <a:pt x="147168" y="216000"/>
                  <a:pt x="150264" y="215856"/>
                  <a:pt x="153360" y="215496"/>
                </a:cubicBezTo>
                <a:close/>
              </a:path>
            </a:pathLst>
          </a:custGeom>
          <a:solidFill>
            <a:schemeClr val="bg1"/>
          </a:solidFill>
          <a:ln w="714" cap="flat">
            <a:noFill/>
            <a:prstDash val="solid"/>
            <a:miter/>
          </a:ln>
        </p:spPr>
        <p:txBody>
          <a:bodyPr rtlCol="0" anchor="ctr"/>
          <a:lstStyle/>
          <a:p>
            <a:endParaRPr lang="de-DE" sz="1275"/>
          </a:p>
        </p:txBody>
      </p:sp>
      <p:sp>
        <p:nvSpPr>
          <p:cNvPr id="73" name="Rectangle 8">
            <a:extLst>
              <a:ext uri="{FF2B5EF4-FFF2-40B4-BE49-F238E27FC236}">
                <a16:creationId xmlns:a16="http://schemas.microsoft.com/office/drawing/2014/main" id="{406FB5C2-99CA-4B13-AB10-913754D757C1}"/>
              </a:ext>
            </a:extLst>
          </p:cNvPr>
          <p:cNvSpPr/>
          <p:nvPr userDrawn="1"/>
        </p:nvSpPr>
        <p:spPr>
          <a:xfrm>
            <a:off x="0" y="3960150"/>
            <a:ext cx="2903320" cy="12471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900" b="1">
                <a:solidFill>
                  <a:schemeClr val="bg2"/>
                </a:solidFill>
                <a:latin typeface="+mj-lt"/>
                <a:ea typeface="ＭＳ Ｐゴシック" pitchFamily="34" charset="-128"/>
              </a:rPr>
              <a:t>Customer profile</a:t>
            </a:r>
          </a:p>
        </p:txBody>
      </p:sp>
    </p:spTree>
    <p:extLst>
      <p:ext uri="{BB962C8B-B14F-4D97-AF65-F5344CB8AC3E}">
        <p14:creationId xmlns:p14="http://schemas.microsoft.com/office/powerpoint/2010/main" val="384790764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ase Study - Respond">
    <p:bg>
      <p:bgPr>
        <a:solidFill>
          <a:schemeClr val="tx1"/>
        </a:solidFill>
        <a:effectLst/>
      </p:bgPr>
    </p:bg>
    <p:spTree>
      <p:nvGrpSpPr>
        <p:cNvPr id="1" name=""/>
        <p:cNvGrpSpPr/>
        <p:nvPr/>
      </p:nvGrpSpPr>
      <p:grpSpPr>
        <a:xfrm>
          <a:off x="0" y="0"/>
          <a:ext cx="0" cy="0"/>
          <a:chOff x="0" y="0"/>
          <a:chExt cx="0" cy="0"/>
        </a:xfrm>
      </p:grpSpPr>
      <p:sp>
        <p:nvSpPr>
          <p:cNvPr id="25" name="Bildplatzhalter 2">
            <a:extLst>
              <a:ext uri="{FF2B5EF4-FFF2-40B4-BE49-F238E27FC236}">
                <a16:creationId xmlns:a16="http://schemas.microsoft.com/office/drawing/2014/main" id="{E91D88EF-1868-4F99-83D7-C9AD091BDB5A}"/>
              </a:ext>
            </a:extLst>
          </p:cNvPr>
          <p:cNvSpPr>
            <a:spLocks noGrp="1"/>
          </p:cNvSpPr>
          <p:nvPr>
            <p:ph type="pic" sz="quarter" idx="19"/>
          </p:nvPr>
        </p:nvSpPr>
        <p:spPr>
          <a:xfrm>
            <a:off x="-10391" y="1"/>
            <a:ext cx="2935433" cy="3896358"/>
          </a:xfrm>
          <a:prstGeom prst="rect">
            <a:avLst/>
          </a:prstGeom>
        </p:spPr>
        <p:txBody>
          <a:bodyPr tIns="1440000"/>
          <a:lstStyle>
            <a:lvl1pPr>
              <a:defRPr lang="de-DE" dirty="0">
                <a:solidFill>
                  <a:schemeClr val="bg1"/>
                </a:solidFill>
                <a:latin typeface="+mj-lt"/>
              </a:defRPr>
            </a:lvl1pPr>
          </a:lstStyle>
          <a:p>
            <a:pPr lvl="0"/>
            <a:r>
              <a:rPr lang="de-DE"/>
              <a:t>Bild durch Klicken auf Symbol hinzufügen</a:t>
            </a:r>
          </a:p>
        </p:txBody>
      </p:sp>
      <p:sp>
        <p:nvSpPr>
          <p:cNvPr id="31" name="Rectangle 8">
            <a:extLst>
              <a:ext uri="{FF2B5EF4-FFF2-40B4-BE49-F238E27FC236}">
                <a16:creationId xmlns:a16="http://schemas.microsoft.com/office/drawing/2014/main" id="{314D7138-B592-4E9A-A3EB-40FD9EDB7EF8}"/>
              </a:ext>
            </a:extLst>
          </p:cNvPr>
          <p:cNvSpPr/>
          <p:nvPr userDrawn="1"/>
        </p:nvSpPr>
        <p:spPr>
          <a:xfrm>
            <a:off x="2919848" y="718944"/>
            <a:ext cx="6224153" cy="131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indent="-170131" eaLnBrk="0" hangingPunct="0">
              <a:defRPr/>
            </a:pPr>
            <a:r>
              <a:rPr lang="fr-FR" altLang="fr-FR" sz="1574" b="1" kern="1200">
                <a:solidFill>
                  <a:schemeClr val="bg1"/>
                </a:solidFill>
                <a:latin typeface="+mn-lt"/>
                <a:ea typeface="ＭＳ Ｐゴシック" pitchFamily="34" charset="-128"/>
                <a:cs typeface="+mn-cs"/>
              </a:rPr>
              <a:t>Challenges</a:t>
            </a:r>
          </a:p>
        </p:txBody>
      </p:sp>
      <p:sp>
        <p:nvSpPr>
          <p:cNvPr id="32" name="Rectangle 8">
            <a:extLst>
              <a:ext uri="{FF2B5EF4-FFF2-40B4-BE49-F238E27FC236}">
                <a16:creationId xmlns:a16="http://schemas.microsoft.com/office/drawing/2014/main" id="{6FB4A2A4-C9BC-4D98-9F4D-AFBAA357800E}"/>
              </a:ext>
            </a:extLst>
          </p:cNvPr>
          <p:cNvSpPr/>
          <p:nvPr userDrawn="1"/>
        </p:nvSpPr>
        <p:spPr>
          <a:xfrm>
            <a:off x="2919848" y="1874935"/>
            <a:ext cx="6224153" cy="18934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1574" b="1">
                <a:solidFill>
                  <a:schemeClr val="bg1"/>
                </a:solidFill>
                <a:latin typeface="+mj-lt"/>
                <a:ea typeface="ＭＳ Ｐゴシック" pitchFamily="34" charset="-128"/>
              </a:rPr>
              <a:t>Solutions</a:t>
            </a:r>
          </a:p>
        </p:txBody>
      </p:sp>
      <p:sp>
        <p:nvSpPr>
          <p:cNvPr id="33" name="Rectangle 9">
            <a:extLst>
              <a:ext uri="{FF2B5EF4-FFF2-40B4-BE49-F238E27FC236}">
                <a16:creationId xmlns:a16="http://schemas.microsoft.com/office/drawing/2014/main" id="{69C677CC-BFFF-4ACF-A741-044E98B78A11}"/>
              </a:ext>
            </a:extLst>
          </p:cNvPr>
          <p:cNvSpPr/>
          <p:nvPr userDrawn="1"/>
        </p:nvSpPr>
        <p:spPr>
          <a:xfrm>
            <a:off x="2930238" y="3896362"/>
            <a:ext cx="6224153" cy="12467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r>
              <a:rPr lang="fr-FR" altLang="fr-FR" sz="1574" b="1" err="1">
                <a:solidFill>
                  <a:schemeClr val="bg1"/>
                </a:solidFill>
                <a:latin typeface="+mj-lt"/>
                <a:ea typeface="ＭＳ Ｐゴシック" pitchFamily="34" charset="-128"/>
              </a:rPr>
              <a:t>Benefits</a:t>
            </a:r>
            <a:endParaRPr lang="fr-FR" altLang="fr-FR" sz="1574" b="1">
              <a:solidFill>
                <a:schemeClr val="bg1"/>
              </a:solidFill>
              <a:latin typeface="+mj-lt"/>
              <a:ea typeface="ＭＳ Ｐゴシック" pitchFamily="34" charset="-128"/>
            </a:endParaRPr>
          </a:p>
        </p:txBody>
      </p:sp>
      <p:sp>
        <p:nvSpPr>
          <p:cNvPr id="34" name="Espace réservé du titre 1">
            <a:extLst>
              <a:ext uri="{FF2B5EF4-FFF2-40B4-BE49-F238E27FC236}">
                <a16:creationId xmlns:a16="http://schemas.microsoft.com/office/drawing/2014/main" id="{8647DDF9-56CE-4357-A9A7-7CAB49DC921C}"/>
              </a:ext>
            </a:extLst>
          </p:cNvPr>
          <p:cNvSpPr>
            <a:spLocks noGrp="1"/>
          </p:cNvSpPr>
          <p:nvPr>
            <p:ph type="title"/>
          </p:nvPr>
        </p:nvSpPr>
        <p:spPr>
          <a:xfrm>
            <a:off x="3091302" y="166256"/>
            <a:ext cx="5896845" cy="413099"/>
          </a:xfrm>
          <a:prstGeom prst="rect">
            <a:avLst/>
          </a:prstGeom>
        </p:spPr>
        <p:txBody>
          <a:bodyPr tIns="0" rtlCol="0">
            <a:noAutofit/>
          </a:bodyPr>
          <a:lstStyle>
            <a:lvl1pPr>
              <a:lnSpc>
                <a:spcPct val="100000"/>
              </a:lnSpc>
              <a:defRPr sz="2099">
                <a:solidFill>
                  <a:schemeClr val="bg2"/>
                </a:solidFill>
                <a:latin typeface="+mj-lt"/>
              </a:defRPr>
            </a:lvl1pPr>
          </a:lstStyle>
          <a:p>
            <a:r>
              <a:rPr lang="de-DE"/>
              <a:t>Mastertitelformat bearbeiten</a:t>
            </a:r>
            <a:endParaRPr lang="fr-FR"/>
          </a:p>
        </p:txBody>
      </p:sp>
      <p:sp>
        <p:nvSpPr>
          <p:cNvPr id="35" name="Espace réservé du texte 32">
            <a:extLst>
              <a:ext uri="{FF2B5EF4-FFF2-40B4-BE49-F238E27FC236}">
                <a16:creationId xmlns:a16="http://schemas.microsoft.com/office/drawing/2014/main" id="{6A273AD0-0EED-4D07-BA78-285A97CF2B66}"/>
              </a:ext>
            </a:extLst>
          </p:cNvPr>
          <p:cNvSpPr>
            <a:spLocks noGrp="1"/>
          </p:cNvSpPr>
          <p:nvPr>
            <p:ph type="body" sz="quarter" idx="12"/>
          </p:nvPr>
        </p:nvSpPr>
        <p:spPr>
          <a:xfrm>
            <a:off x="3091302" y="1080173"/>
            <a:ext cx="5896844" cy="768802"/>
          </a:xfrm>
          <a:prstGeom prst="rect">
            <a:avLst/>
          </a:prstGeom>
        </p:spPr>
        <p:txBody>
          <a:bodyPr lIns="0"/>
          <a:lstStyle>
            <a:lvl1pPr marL="0" indent="0">
              <a:buNone/>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36" name="Espace réservé du texte 34">
            <a:extLst>
              <a:ext uri="{FF2B5EF4-FFF2-40B4-BE49-F238E27FC236}">
                <a16:creationId xmlns:a16="http://schemas.microsoft.com/office/drawing/2014/main" id="{66E104CC-B5C7-4BF3-8D17-E5D745355CEB}"/>
              </a:ext>
            </a:extLst>
          </p:cNvPr>
          <p:cNvSpPr>
            <a:spLocks noGrp="1"/>
          </p:cNvSpPr>
          <p:nvPr>
            <p:ph type="body" sz="quarter" idx="13"/>
          </p:nvPr>
        </p:nvSpPr>
        <p:spPr>
          <a:xfrm>
            <a:off x="3091302" y="2227399"/>
            <a:ext cx="5896844" cy="1485900"/>
          </a:xfrm>
          <a:prstGeom prst="rect">
            <a:avLst/>
          </a:prstGeom>
        </p:spPr>
        <p:txBody>
          <a:bodyPr lIns="0"/>
          <a:lstStyle>
            <a:lvl1pPr marL="171321" indent="-171321">
              <a:buClr>
                <a:schemeClr val="bg2"/>
              </a:buClr>
              <a:buFont typeface="Wingdings" panose="05000000000000000000" pitchFamily="2" charset="2"/>
              <a:buChar char="§"/>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57" name="Rectangle 9">
            <a:extLst>
              <a:ext uri="{FF2B5EF4-FFF2-40B4-BE49-F238E27FC236}">
                <a16:creationId xmlns:a16="http://schemas.microsoft.com/office/drawing/2014/main" id="{649C17D1-C68D-4D89-B093-0D38BC8FCB96}"/>
              </a:ext>
            </a:extLst>
          </p:cNvPr>
          <p:cNvSpPr/>
          <p:nvPr userDrawn="1"/>
        </p:nvSpPr>
        <p:spPr>
          <a:xfrm>
            <a:off x="2928292" y="3896739"/>
            <a:ext cx="69523" cy="124676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endParaRPr lang="fr-FR" altLang="fr-FR" sz="1574" b="1">
              <a:solidFill>
                <a:schemeClr val="bg1"/>
              </a:solidFill>
              <a:latin typeface="+mj-lt"/>
              <a:ea typeface="ＭＳ Ｐゴシック" pitchFamily="34" charset="-128"/>
            </a:endParaRPr>
          </a:p>
        </p:txBody>
      </p:sp>
      <p:sp>
        <p:nvSpPr>
          <p:cNvPr id="58" name="Espace réservé du texte 36">
            <a:extLst>
              <a:ext uri="{FF2B5EF4-FFF2-40B4-BE49-F238E27FC236}">
                <a16:creationId xmlns:a16="http://schemas.microsoft.com/office/drawing/2014/main" id="{6424E462-D33D-4BFF-8DC8-97C1A465E1CA}"/>
              </a:ext>
            </a:extLst>
          </p:cNvPr>
          <p:cNvSpPr>
            <a:spLocks noGrp="1"/>
          </p:cNvSpPr>
          <p:nvPr>
            <p:ph type="body" sz="quarter" idx="14"/>
          </p:nvPr>
        </p:nvSpPr>
        <p:spPr>
          <a:xfrm>
            <a:off x="3091302" y="4226561"/>
            <a:ext cx="5896845" cy="916562"/>
          </a:xfrm>
          <a:prstGeom prst="rect">
            <a:avLst/>
          </a:prstGeom>
        </p:spPr>
        <p:txBody>
          <a:bodyPr lIns="0">
            <a:noAutofit/>
          </a:bodyPr>
          <a:lstStyle>
            <a:lvl1pPr marL="171321" indent="-171321">
              <a:buClr>
                <a:schemeClr val="bg1"/>
              </a:buClr>
              <a:buFont typeface="Wingdings" panose="05000000000000000000" pitchFamily="2" charset="2"/>
              <a:buChar char="§"/>
              <a:defRPr sz="1050">
                <a:solidFill>
                  <a:schemeClr val="bg1"/>
                </a:solidFill>
                <a:latin typeface="+mj-lt"/>
              </a:defRPr>
            </a:lvl1pPr>
            <a:lvl2pPr marL="387126" indent="-214220">
              <a:buClr>
                <a:schemeClr val="bg1"/>
              </a:buClr>
              <a:buFont typeface="Wingdings" panose="05000000000000000000" pitchFamily="2" charset="2"/>
              <a:buChar char="§"/>
              <a:defRPr sz="1050">
                <a:solidFill>
                  <a:schemeClr val="bg1"/>
                </a:solidFill>
                <a:latin typeface="+mj-lt"/>
              </a:defRPr>
            </a:lvl2pPr>
            <a:lvl3pPr marL="856600" indent="-171321">
              <a:buClr>
                <a:schemeClr val="bg1"/>
              </a:buClr>
              <a:buFont typeface="Wingdings" panose="05000000000000000000" pitchFamily="2" charset="2"/>
              <a:buChar char="§"/>
              <a:defRPr sz="1050">
                <a:solidFill>
                  <a:schemeClr val="bg1"/>
                </a:solidFill>
                <a:latin typeface="+mj-lt"/>
              </a:defRPr>
            </a:lvl3pPr>
            <a:lvl4pPr marL="1199240" indent="-171321">
              <a:buClr>
                <a:schemeClr val="bg1"/>
              </a:buClr>
              <a:buFont typeface="Wingdings" panose="05000000000000000000" pitchFamily="2" charset="2"/>
              <a:buChar char="§"/>
              <a:defRPr sz="1050">
                <a:solidFill>
                  <a:schemeClr val="bg1"/>
                </a:solidFill>
                <a:latin typeface="+mj-lt"/>
              </a:defRPr>
            </a:lvl4pPr>
            <a:lvl5pPr marL="1541880" indent="-171321">
              <a:buClr>
                <a:schemeClr val="bg1"/>
              </a:buClr>
              <a:buFont typeface="Wingdings" panose="05000000000000000000" pitchFamily="2" charset="2"/>
              <a:buChar char="§"/>
              <a:defRPr sz="1050">
                <a:solidFill>
                  <a:schemeClr val="bg1"/>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59" name="Espace réservé du texte 40">
            <a:extLst>
              <a:ext uri="{FF2B5EF4-FFF2-40B4-BE49-F238E27FC236}">
                <a16:creationId xmlns:a16="http://schemas.microsoft.com/office/drawing/2014/main" id="{6C35B33C-7AB1-46D1-8D55-E897845366D8}"/>
              </a:ext>
            </a:extLst>
          </p:cNvPr>
          <p:cNvSpPr>
            <a:spLocks noGrp="1"/>
          </p:cNvSpPr>
          <p:nvPr>
            <p:ph type="body" sz="quarter" idx="16" hasCustomPrompt="1"/>
          </p:nvPr>
        </p:nvSpPr>
        <p:spPr>
          <a:xfrm>
            <a:off x="745676" y="4639137"/>
            <a:ext cx="711406" cy="458070"/>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Number</a:t>
            </a:r>
            <a:r>
              <a:rPr lang="fr-FR"/>
              <a:t> of </a:t>
            </a:r>
            <a:r>
              <a:rPr lang="fr-FR" err="1"/>
              <a:t>employees</a:t>
            </a:r>
            <a:endParaRPr lang="fr-FR"/>
          </a:p>
          <a:p>
            <a:pPr lvl="0"/>
            <a:endParaRPr lang="fr-FR"/>
          </a:p>
        </p:txBody>
      </p:sp>
      <p:sp>
        <p:nvSpPr>
          <p:cNvPr id="60" name="Espace réservé du texte 40">
            <a:extLst>
              <a:ext uri="{FF2B5EF4-FFF2-40B4-BE49-F238E27FC236}">
                <a16:creationId xmlns:a16="http://schemas.microsoft.com/office/drawing/2014/main" id="{6F76ADF0-1E62-4DE8-9E6C-B393947BB3D6}"/>
              </a:ext>
            </a:extLst>
          </p:cNvPr>
          <p:cNvSpPr>
            <a:spLocks noGrp="1"/>
          </p:cNvSpPr>
          <p:nvPr>
            <p:ph type="body" sz="quarter" idx="17" hasCustomPrompt="1"/>
          </p:nvPr>
        </p:nvSpPr>
        <p:spPr>
          <a:xfrm>
            <a:off x="20435" y="4639137"/>
            <a:ext cx="711406" cy="458999"/>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Industry</a:t>
            </a:r>
            <a:endParaRPr lang="fr-FR"/>
          </a:p>
        </p:txBody>
      </p:sp>
      <p:sp>
        <p:nvSpPr>
          <p:cNvPr id="61" name="Espace réservé du texte 40">
            <a:extLst>
              <a:ext uri="{FF2B5EF4-FFF2-40B4-BE49-F238E27FC236}">
                <a16:creationId xmlns:a16="http://schemas.microsoft.com/office/drawing/2014/main" id="{3AD02034-B06D-4FDA-9B8E-6AFB41697E84}"/>
              </a:ext>
            </a:extLst>
          </p:cNvPr>
          <p:cNvSpPr>
            <a:spLocks noGrp="1"/>
          </p:cNvSpPr>
          <p:nvPr>
            <p:ph type="body" sz="quarter" idx="18" hasCustomPrompt="1"/>
          </p:nvPr>
        </p:nvSpPr>
        <p:spPr>
          <a:xfrm>
            <a:off x="1470917"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Revenue</a:t>
            </a:r>
          </a:p>
        </p:txBody>
      </p:sp>
      <p:sp>
        <p:nvSpPr>
          <p:cNvPr id="62" name="Bildplatzhalter 2">
            <a:extLst>
              <a:ext uri="{FF2B5EF4-FFF2-40B4-BE49-F238E27FC236}">
                <a16:creationId xmlns:a16="http://schemas.microsoft.com/office/drawing/2014/main" id="{D3FB772F-819E-424D-99B9-4CA7039CB38B}"/>
              </a:ext>
            </a:extLst>
          </p:cNvPr>
          <p:cNvSpPr>
            <a:spLocks noGrp="1"/>
          </p:cNvSpPr>
          <p:nvPr>
            <p:ph type="pic" sz="quarter" idx="24"/>
          </p:nvPr>
        </p:nvSpPr>
        <p:spPr>
          <a:xfrm>
            <a:off x="153462" y="4153677"/>
            <a:ext cx="459000" cy="459000"/>
          </a:xfrm>
          <a:prstGeom prst="rect">
            <a:avLst/>
          </a:prstGeom>
        </p:spPr>
        <p:txBody>
          <a:bodyPr lIns="36000" tIns="36000" rIns="0" bIns="36000">
            <a:normAutofit/>
          </a:bodyPr>
          <a:lstStyle>
            <a:lvl1pPr marL="0" indent="0">
              <a:buFontTx/>
              <a:buNone/>
              <a:defRPr sz="675">
                <a:solidFill>
                  <a:schemeClr val="bg1"/>
                </a:solidFill>
              </a:defRPr>
            </a:lvl1pPr>
          </a:lstStyle>
          <a:p>
            <a:r>
              <a:rPr lang="de-DE"/>
              <a:t>Bild durch Klicken auf Symbol hinzufügen</a:t>
            </a:r>
          </a:p>
        </p:txBody>
      </p:sp>
      <p:sp>
        <p:nvSpPr>
          <p:cNvPr id="63" name="Espace réservé du texte 40">
            <a:extLst>
              <a:ext uri="{FF2B5EF4-FFF2-40B4-BE49-F238E27FC236}">
                <a16:creationId xmlns:a16="http://schemas.microsoft.com/office/drawing/2014/main" id="{7D74B02C-97C8-49BC-A9D3-E4A53394D410}"/>
              </a:ext>
            </a:extLst>
          </p:cNvPr>
          <p:cNvSpPr>
            <a:spLocks noGrp="1"/>
          </p:cNvSpPr>
          <p:nvPr>
            <p:ph type="body" sz="quarter" idx="28" hasCustomPrompt="1"/>
          </p:nvPr>
        </p:nvSpPr>
        <p:spPr>
          <a:xfrm>
            <a:off x="2196159"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Country</a:t>
            </a:r>
          </a:p>
        </p:txBody>
      </p:sp>
      <p:sp>
        <p:nvSpPr>
          <p:cNvPr id="64" name="Grafik 38">
            <a:extLst>
              <a:ext uri="{FF2B5EF4-FFF2-40B4-BE49-F238E27FC236}">
                <a16:creationId xmlns:a16="http://schemas.microsoft.com/office/drawing/2014/main" id="{8A594E54-D364-4DA5-BD9B-6929472A44BC}"/>
              </a:ext>
            </a:extLst>
          </p:cNvPr>
          <p:cNvSpPr/>
          <p:nvPr userDrawn="1"/>
        </p:nvSpPr>
        <p:spPr>
          <a:xfrm>
            <a:off x="2342611" y="4187427"/>
            <a:ext cx="418500" cy="418500"/>
          </a:xfrm>
          <a:custGeom>
            <a:avLst/>
            <a:gdLst>
              <a:gd name="connsiteX0" fmla="*/ 307999 w 611925"/>
              <a:gd name="connsiteY0" fmla="*/ 6 h 611996"/>
              <a:gd name="connsiteX1" fmla="*/ 305913 w 611925"/>
              <a:gd name="connsiteY1" fmla="*/ 0 h 611996"/>
              <a:gd name="connsiteX2" fmla="*/ 7 w 611925"/>
              <a:gd name="connsiteY2" fmla="*/ 303959 h 611996"/>
              <a:gd name="connsiteX3" fmla="*/ 303923 w 611925"/>
              <a:gd name="connsiteY3" fmla="*/ 611994 h 611996"/>
              <a:gd name="connsiteX4" fmla="*/ 305990 w 611925"/>
              <a:gd name="connsiteY4" fmla="*/ 611994 h 611996"/>
              <a:gd name="connsiteX5" fmla="*/ 611919 w 611925"/>
              <a:gd name="connsiteY5" fmla="*/ 308035 h 611996"/>
              <a:gd name="connsiteX6" fmla="*/ 307999 w 611925"/>
              <a:gd name="connsiteY6" fmla="*/ 6 h 611996"/>
              <a:gd name="connsiteX7" fmla="*/ 274632 w 611925"/>
              <a:gd name="connsiteY7" fmla="*/ 37760 h 611996"/>
              <a:gd name="connsiteX8" fmla="*/ 274632 w 611925"/>
              <a:gd name="connsiteY8" fmla="*/ 54707 h 611996"/>
              <a:gd name="connsiteX9" fmla="*/ 270190 w 611925"/>
              <a:gd name="connsiteY9" fmla="*/ 65435 h 611996"/>
              <a:gd name="connsiteX10" fmla="*/ 241384 w 611925"/>
              <a:gd name="connsiteY10" fmla="*/ 94244 h 611996"/>
              <a:gd name="connsiteX11" fmla="*/ 230662 w 611925"/>
              <a:gd name="connsiteY11" fmla="*/ 98685 h 611996"/>
              <a:gd name="connsiteX12" fmla="*/ 174130 w 611925"/>
              <a:gd name="connsiteY12" fmla="*/ 98685 h 611996"/>
              <a:gd name="connsiteX13" fmla="*/ 167848 w 611925"/>
              <a:gd name="connsiteY13" fmla="*/ 104967 h 611996"/>
              <a:gd name="connsiteX14" fmla="*/ 167848 w 611925"/>
              <a:gd name="connsiteY14" fmla="*/ 130095 h 611996"/>
              <a:gd name="connsiteX15" fmla="*/ 174130 w 611925"/>
              <a:gd name="connsiteY15" fmla="*/ 136377 h 611996"/>
              <a:gd name="connsiteX16" fmla="*/ 230663 w 611925"/>
              <a:gd name="connsiteY16" fmla="*/ 136377 h 611996"/>
              <a:gd name="connsiteX17" fmla="*/ 236945 w 611925"/>
              <a:gd name="connsiteY17" fmla="*/ 142659 h 611996"/>
              <a:gd name="connsiteX18" fmla="*/ 236945 w 611925"/>
              <a:gd name="connsiteY18" fmla="*/ 167794 h 611996"/>
              <a:gd name="connsiteX19" fmla="*/ 230663 w 611925"/>
              <a:gd name="connsiteY19" fmla="*/ 174076 h 611996"/>
              <a:gd name="connsiteX20" fmla="*/ 205535 w 611925"/>
              <a:gd name="connsiteY20" fmla="*/ 174076 h 611996"/>
              <a:gd name="connsiteX21" fmla="*/ 194812 w 611925"/>
              <a:gd name="connsiteY21" fmla="*/ 178518 h 611996"/>
              <a:gd name="connsiteX22" fmla="*/ 172288 w 611925"/>
              <a:gd name="connsiteY22" fmla="*/ 201045 h 611996"/>
              <a:gd name="connsiteX23" fmla="*/ 167846 w 611925"/>
              <a:gd name="connsiteY23" fmla="*/ 211769 h 611996"/>
              <a:gd name="connsiteX24" fmla="*/ 167846 w 611925"/>
              <a:gd name="connsiteY24" fmla="*/ 236897 h 611996"/>
              <a:gd name="connsiteX25" fmla="*/ 163405 w 611925"/>
              <a:gd name="connsiteY25" fmla="*/ 247620 h 611996"/>
              <a:gd name="connsiteX26" fmla="*/ 140882 w 611925"/>
              <a:gd name="connsiteY26" fmla="*/ 270144 h 611996"/>
              <a:gd name="connsiteX27" fmla="*/ 130160 w 611925"/>
              <a:gd name="connsiteY27" fmla="*/ 274586 h 611996"/>
              <a:gd name="connsiteX28" fmla="*/ 105032 w 611925"/>
              <a:gd name="connsiteY28" fmla="*/ 274586 h 611996"/>
              <a:gd name="connsiteX29" fmla="*/ 94309 w 611925"/>
              <a:gd name="connsiteY29" fmla="*/ 270144 h 611996"/>
              <a:gd name="connsiteX30" fmla="*/ 71785 w 611925"/>
              <a:gd name="connsiteY30" fmla="*/ 247617 h 611996"/>
              <a:gd name="connsiteX31" fmla="*/ 61062 w 611925"/>
              <a:gd name="connsiteY31" fmla="*/ 243175 h 611996"/>
              <a:gd name="connsiteX32" fmla="*/ 43350 w 611925"/>
              <a:gd name="connsiteY32" fmla="*/ 243175 h 611996"/>
              <a:gd name="connsiteX33" fmla="*/ 274632 w 611925"/>
              <a:gd name="connsiteY33" fmla="*/ 37760 h 611996"/>
              <a:gd name="connsiteX34" fmla="*/ 92472 w 611925"/>
              <a:gd name="connsiteY34" fmla="*/ 471172 h 611996"/>
              <a:gd name="connsiteX35" fmla="*/ 92472 w 611925"/>
              <a:gd name="connsiteY35" fmla="*/ 456772 h 611996"/>
              <a:gd name="connsiteX36" fmla="*/ 88031 w 611925"/>
              <a:gd name="connsiteY36" fmla="*/ 446048 h 611996"/>
              <a:gd name="connsiteX37" fmla="*/ 65506 w 611925"/>
              <a:gd name="connsiteY37" fmla="*/ 423521 h 611996"/>
              <a:gd name="connsiteX38" fmla="*/ 61064 w 611925"/>
              <a:gd name="connsiteY38" fmla="*/ 412797 h 611996"/>
              <a:gd name="connsiteX39" fmla="*/ 61064 w 611925"/>
              <a:gd name="connsiteY39" fmla="*/ 356256 h 611996"/>
              <a:gd name="connsiteX40" fmla="*/ 65506 w 611925"/>
              <a:gd name="connsiteY40" fmla="*/ 345532 h 611996"/>
              <a:gd name="connsiteX41" fmla="*/ 94312 w 611925"/>
              <a:gd name="connsiteY41" fmla="*/ 316723 h 611996"/>
              <a:gd name="connsiteX42" fmla="*/ 105035 w 611925"/>
              <a:gd name="connsiteY42" fmla="*/ 312281 h 611996"/>
              <a:gd name="connsiteX43" fmla="*/ 123879 w 611925"/>
              <a:gd name="connsiteY43" fmla="*/ 312281 h 611996"/>
              <a:gd name="connsiteX44" fmla="*/ 134602 w 611925"/>
              <a:gd name="connsiteY44" fmla="*/ 316723 h 611996"/>
              <a:gd name="connsiteX45" fmla="*/ 194815 w 611925"/>
              <a:gd name="connsiteY45" fmla="*/ 376942 h 611996"/>
              <a:gd name="connsiteX46" fmla="*/ 205538 w 611925"/>
              <a:gd name="connsiteY46" fmla="*/ 381384 h 611996"/>
              <a:gd name="connsiteX47" fmla="*/ 230666 w 611925"/>
              <a:gd name="connsiteY47" fmla="*/ 381384 h 611996"/>
              <a:gd name="connsiteX48" fmla="*/ 236948 w 611925"/>
              <a:gd name="connsiteY48" fmla="*/ 387666 h 611996"/>
              <a:gd name="connsiteX49" fmla="*/ 236948 w 611925"/>
              <a:gd name="connsiteY49" fmla="*/ 446714 h 611996"/>
              <a:gd name="connsiteX50" fmla="*/ 232506 w 611925"/>
              <a:gd name="connsiteY50" fmla="*/ 457438 h 611996"/>
              <a:gd name="connsiteX51" fmla="*/ 206209 w 611925"/>
              <a:gd name="connsiteY51" fmla="*/ 483732 h 611996"/>
              <a:gd name="connsiteX52" fmla="*/ 201768 w 611925"/>
              <a:gd name="connsiteY52" fmla="*/ 494456 h 611996"/>
              <a:gd name="connsiteX53" fmla="*/ 201768 w 611925"/>
              <a:gd name="connsiteY53" fmla="*/ 517074 h 611996"/>
              <a:gd name="connsiteX54" fmla="*/ 197327 w 611925"/>
              <a:gd name="connsiteY54" fmla="*/ 527798 h 611996"/>
              <a:gd name="connsiteX55" fmla="*/ 180191 w 611925"/>
              <a:gd name="connsiteY55" fmla="*/ 544939 h 611996"/>
              <a:gd name="connsiteX56" fmla="*/ 92472 w 611925"/>
              <a:gd name="connsiteY56" fmla="*/ 471172 h 611996"/>
              <a:gd name="connsiteX57" fmla="*/ 431774 w 611925"/>
              <a:gd name="connsiteY57" fmla="*/ 544814 h 611996"/>
              <a:gd name="connsiteX58" fmla="*/ 417264 w 611925"/>
              <a:gd name="connsiteY58" fmla="*/ 530312 h 611996"/>
              <a:gd name="connsiteX59" fmla="*/ 412823 w 611925"/>
              <a:gd name="connsiteY59" fmla="*/ 519588 h 611996"/>
              <a:gd name="connsiteX60" fmla="*/ 412823 w 611925"/>
              <a:gd name="connsiteY60" fmla="*/ 425350 h 611996"/>
              <a:gd name="connsiteX61" fmla="*/ 408382 w 611925"/>
              <a:gd name="connsiteY61" fmla="*/ 414627 h 611996"/>
              <a:gd name="connsiteX62" fmla="*/ 379575 w 611925"/>
              <a:gd name="connsiteY62" fmla="*/ 385818 h 611996"/>
              <a:gd name="connsiteX63" fmla="*/ 368853 w 611925"/>
              <a:gd name="connsiteY63" fmla="*/ 381375 h 611996"/>
              <a:gd name="connsiteX64" fmla="*/ 306041 w 611925"/>
              <a:gd name="connsiteY64" fmla="*/ 381375 h 611996"/>
              <a:gd name="connsiteX65" fmla="*/ 299759 w 611925"/>
              <a:gd name="connsiteY65" fmla="*/ 375093 h 611996"/>
              <a:gd name="connsiteX66" fmla="*/ 299759 w 611925"/>
              <a:gd name="connsiteY66" fmla="*/ 318561 h 611996"/>
              <a:gd name="connsiteX67" fmla="*/ 304200 w 611925"/>
              <a:gd name="connsiteY67" fmla="*/ 307837 h 611996"/>
              <a:gd name="connsiteX68" fmla="*/ 333006 w 611925"/>
              <a:gd name="connsiteY68" fmla="*/ 279028 h 611996"/>
              <a:gd name="connsiteX69" fmla="*/ 343729 w 611925"/>
              <a:gd name="connsiteY69" fmla="*/ 274586 h 611996"/>
              <a:gd name="connsiteX70" fmla="*/ 406544 w 611925"/>
              <a:gd name="connsiteY70" fmla="*/ 274586 h 611996"/>
              <a:gd name="connsiteX71" fmla="*/ 417264 w 611925"/>
              <a:gd name="connsiteY71" fmla="*/ 270144 h 611996"/>
              <a:gd name="connsiteX72" fmla="*/ 446070 w 611925"/>
              <a:gd name="connsiteY72" fmla="*/ 241335 h 611996"/>
              <a:gd name="connsiteX73" fmla="*/ 456793 w 611925"/>
              <a:gd name="connsiteY73" fmla="*/ 236893 h 611996"/>
              <a:gd name="connsiteX74" fmla="*/ 475638 w 611925"/>
              <a:gd name="connsiteY74" fmla="*/ 236893 h 611996"/>
              <a:gd name="connsiteX75" fmla="*/ 481919 w 611925"/>
              <a:gd name="connsiteY75" fmla="*/ 230611 h 611996"/>
              <a:gd name="connsiteX76" fmla="*/ 481919 w 611925"/>
              <a:gd name="connsiteY76" fmla="*/ 211766 h 611996"/>
              <a:gd name="connsiteX77" fmla="*/ 475638 w 611925"/>
              <a:gd name="connsiteY77" fmla="*/ 205484 h 611996"/>
              <a:gd name="connsiteX78" fmla="*/ 456795 w 611925"/>
              <a:gd name="connsiteY78" fmla="*/ 205484 h 611996"/>
              <a:gd name="connsiteX79" fmla="*/ 446072 w 611925"/>
              <a:gd name="connsiteY79" fmla="*/ 209925 h 611996"/>
              <a:gd name="connsiteX80" fmla="*/ 417264 w 611925"/>
              <a:gd name="connsiteY80" fmla="*/ 238735 h 611996"/>
              <a:gd name="connsiteX81" fmla="*/ 406541 w 611925"/>
              <a:gd name="connsiteY81" fmla="*/ 243176 h 611996"/>
              <a:gd name="connsiteX82" fmla="*/ 344071 w 611925"/>
              <a:gd name="connsiteY82" fmla="*/ 243170 h 611996"/>
              <a:gd name="connsiteX83" fmla="*/ 337789 w 611925"/>
              <a:gd name="connsiteY83" fmla="*/ 236888 h 611996"/>
              <a:gd name="connsiteX84" fmla="*/ 337789 w 611925"/>
              <a:gd name="connsiteY84" fmla="*/ 211760 h 611996"/>
              <a:gd name="connsiteX85" fmla="*/ 342212 w 611925"/>
              <a:gd name="connsiteY85" fmla="*/ 201018 h 611996"/>
              <a:gd name="connsiteX86" fmla="*/ 370711 w 611925"/>
              <a:gd name="connsiteY86" fmla="*/ 172246 h 611996"/>
              <a:gd name="connsiteX87" fmla="*/ 381416 w 611925"/>
              <a:gd name="connsiteY87" fmla="*/ 167785 h 611996"/>
              <a:gd name="connsiteX88" fmla="*/ 437948 w 611925"/>
              <a:gd name="connsiteY88" fmla="*/ 167785 h 611996"/>
              <a:gd name="connsiteX89" fmla="*/ 444231 w 611925"/>
              <a:gd name="connsiteY89" fmla="*/ 161503 h 611996"/>
              <a:gd name="connsiteX90" fmla="*/ 444231 w 611925"/>
              <a:gd name="connsiteY90" fmla="*/ 142656 h 611996"/>
              <a:gd name="connsiteX91" fmla="*/ 437948 w 611925"/>
              <a:gd name="connsiteY91" fmla="*/ 136374 h 611996"/>
              <a:gd name="connsiteX92" fmla="*/ 412821 w 611925"/>
              <a:gd name="connsiteY92" fmla="*/ 136374 h 611996"/>
              <a:gd name="connsiteX93" fmla="*/ 406539 w 611925"/>
              <a:gd name="connsiteY93" fmla="*/ 130092 h 611996"/>
              <a:gd name="connsiteX94" fmla="*/ 406539 w 611925"/>
              <a:gd name="connsiteY94" fmla="*/ 104964 h 611996"/>
              <a:gd name="connsiteX95" fmla="*/ 412821 w 611925"/>
              <a:gd name="connsiteY95" fmla="*/ 98682 h 611996"/>
              <a:gd name="connsiteX96" fmla="*/ 478929 w 611925"/>
              <a:gd name="connsiteY96" fmla="*/ 98689 h 611996"/>
              <a:gd name="connsiteX97" fmla="*/ 575893 w 611925"/>
              <a:gd name="connsiteY97" fmla="*/ 299470 h 611996"/>
              <a:gd name="connsiteX98" fmla="*/ 555454 w 611925"/>
              <a:gd name="connsiteY98" fmla="*/ 279029 h 611996"/>
              <a:gd name="connsiteX99" fmla="*/ 544731 w 611925"/>
              <a:gd name="connsiteY99" fmla="*/ 274587 h 611996"/>
              <a:gd name="connsiteX100" fmla="*/ 525891 w 611925"/>
              <a:gd name="connsiteY100" fmla="*/ 274587 h 611996"/>
              <a:gd name="connsiteX101" fmla="*/ 519609 w 611925"/>
              <a:gd name="connsiteY101" fmla="*/ 280869 h 611996"/>
              <a:gd name="connsiteX102" fmla="*/ 519609 w 611925"/>
              <a:gd name="connsiteY102" fmla="*/ 306000 h 611996"/>
              <a:gd name="connsiteX103" fmla="*/ 524050 w 611925"/>
              <a:gd name="connsiteY103" fmla="*/ 316724 h 611996"/>
              <a:gd name="connsiteX104" fmla="*/ 546576 w 611925"/>
              <a:gd name="connsiteY104" fmla="*/ 339242 h 611996"/>
              <a:gd name="connsiteX105" fmla="*/ 551017 w 611925"/>
              <a:gd name="connsiteY105" fmla="*/ 349965 h 611996"/>
              <a:gd name="connsiteX106" fmla="*/ 551017 w 611925"/>
              <a:gd name="connsiteY106" fmla="*/ 375093 h 611996"/>
              <a:gd name="connsiteX107" fmla="*/ 546576 w 611925"/>
              <a:gd name="connsiteY107" fmla="*/ 385818 h 611996"/>
              <a:gd name="connsiteX108" fmla="*/ 524050 w 611925"/>
              <a:gd name="connsiteY108" fmla="*/ 408344 h 611996"/>
              <a:gd name="connsiteX109" fmla="*/ 519609 w 611925"/>
              <a:gd name="connsiteY109" fmla="*/ 419068 h 611996"/>
              <a:gd name="connsiteX110" fmla="*/ 519609 w 611925"/>
              <a:gd name="connsiteY110" fmla="*/ 470764 h 611996"/>
              <a:gd name="connsiteX111" fmla="*/ 431774 w 611925"/>
              <a:gd name="connsiteY111" fmla="*/ 544814 h 61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11925" h="611996">
                <a:moveTo>
                  <a:pt x="307999" y="6"/>
                </a:moveTo>
                <a:cubicBezTo>
                  <a:pt x="307320" y="0"/>
                  <a:pt x="305913" y="0"/>
                  <a:pt x="305913" y="0"/>
                </a:cubicBezTo>
                <a:cubicBezTo>
                  <a:pt x="137889" y="12"/>
                  <a:pt x="1112" y="135661"/>
                  <a:pt x="7" y="303959"/>
                </a:cubicBezTo>
                <a:cubicBezTo>
                  <a:pt x="-1128" y="472956"/>
                  <a:pt x="134937" y="610864"/>
                  <a:pt x="303923" y="611994"/>
                </a:cubicBezTo>
                <a:cubicBezTo>
                  <a:pt x="304617" y="612000"/>
                  <a:pt x="305298" y="611994"/>
                  <a:pt x="305990" y="611994"/>
                </a:cubicBezTo>
                <a:cubicBezTo>
                  <a:pt x="474015" y="611994"/>
                  <a:pt x="610785" y="476327"/>
                  <a:pt x="611919" y="308035"/>
                </a:cubicBezTo>
                <a:cubicBezTo>
                  <a:pt x="613032" y="139032"/>
                  <a:pt x="476967" y="1130"/>
                  <a:pt x="307999" y="6"/>
                </a:cubicBezTo>
                <a:close/>
                <a:moveTo>
                  <a:pt x="274632" y="37760"/>
                </a:moveTo>
                <a:lnTo>
                  <a:pt x="274632" y="54707"/>
                </a:lnTo>
                <a:cubicBezTo>
                  <a:pt x="274417" y="58685"/>
                  <a:pt x="272850" y="62469"/>
                  <a:pt x="270190" y="65435"/>
                </a:cubicBezTo>
                <a:lnTo>
                  <a:pt x="241384" y="94244"/>
                </a:lnTo>
                <a:cubicBezTo>
                  <a:pt x="238420" y="96902"/>
                  <a:pt x="234638" y="98469"/>
                  <a:pt x="230662" y="98685"/>
                </a:cubicBezTo>
                <a:lnTo>
                  <a:pt x="174130" y="98685"/>
                </a:lnTo>
                <a:cubicBezTo>
                  <a:pt x="170666" y="98696"/>
                  <a:pt x="167859" y="101503"/>
                  <a:pt x="167848" y="104967"/>
                </a:cubicBezTo>
                <a:lnTo>
                  <a:pt x="167848" y="130095"/>
                </a:lnTo>
                <a:cubicBezTo>
                  <a:pt x="167859" y="133561"/>
                  <a:pt x="170665" y="136367"/>
                  <a:pt x="174130" y="136377"/>
                </a:cubicBezTo>
                <a:lnTo>
                  <a:pt x="230663" y="136377"/>
                </a:lnTo>
                <a:cubicBezTo>
                  <a:pt x="234128" y="136389"/>
                  <a:pt x="236934" y="139195"/>
                  <a:pt x="236945" y="142659"/>
                </a:cubicBezTo>
                <a:lnTo>
                  <a:pt x="236945" y="167794"/>
                </a:lnTo>
                <a:cubicBezTo>
                  <a:pt x="236935" y="171259"/>
                  <a:pt x="234129" y="174066"/>
                  <a:pt x="230663" y="174076"/>
                </a:cubicBezTo>
                <a:lnTo>
                  <a:pt x="205535" y="174076"/>
                </a:lnTo>
                <a:cubicBezTo>
                  <a:pt x="201560" y="174293"/>
                  <a:pt x="197777" y="175859"/>
                  <a:pt x="194812" y="178518"/>
                </a:cubicBezTo>
                <a:lnTo>
                  <a:pt x="172288" y="201045"/>
                </a:lnTo>
                <a:cubicBezTo>
                  <a:pt x="169630" y="204009"/>
                  <a:pt x="168063" y="207793"/>
                  <a:pt x="167846" y="211769"/>
                </a:cubicBezTo>
                <a:lnTo>
                  <a:pt x="167846" y="236897"/>
                </a:lnTo>
                <a:cubicBezTo>
                  <a:pt x="167631" y="240872"/>
                  <a:pt x="166064" y="244656"/>
                  <a:pt x="163405" y="247620"/>
                </a:cubicBezTo>
                <a:lnTo>
                  <a:pt x="140882" y="270144"/>
                </a:lnTo>
                <a:cubicBezTo>
                  <a:pt x="137918" y="272802"/>
                  <a:pt x="134136" y="274369"/>
                  <a:pt x="130160" y="274586"/>
                </a:cubicBezTo>
                <a:lnTo>
                  <a:pt x="105032" y="274586"/>
                </a:lnTo>
                <a:cubicBezTo>
                  <a:pt x="101056" y="274369"/>
                  <a:pt x="97273" y="272802"/>
                  <a:pt x="94309" y="270144"/>
                </a:cubicBezTo>
                <a:lnTo>
                  <a:pt x="71785" y="247617"/>
                </a:lnTo>
                <a:cubicBezTo>
                  <a:pt x="68820" y="244958"/>
                  <a:pt x="65037" y="243392"/>
                  <a:pt x="61062" y="243175"/>
                </a:cubicBezTo>
                <a:lnTo>
                  <a:pt x="43350" y="243175"/>
                </a:lnTo>
                <a:cubicBezTo>
                  <a:pt x="69468" y="134436"/>
                  <a:pt x="161672" y="50934"/>
                  <a:pt x="274632" y="37760"/>
                </a:cubicBezTo>
                <a:close/>
                <a:moveTo>
                  <a:pt x="92472" y="471172"/>
                </a:moveTo>
                <a:lnTo>
                  <a:pt x="92472" y="456772"/>
                </a:lnTo>
                <a:cubicBezTo>
                  <a:pt x="92256" y="452796"/>
                  <a:pt x="90689" y="449013"/>
                  <a:pt x="88031" y="446048"/>
                </a:cubicBezTo>
                <a:lnTo>
                  <a:pt x="65506" y="423521"/>
                </a:lnTo>
                <a:cubicBezTo>
                  <a:pt x="62847" y="420556"/>
                  <a:pt x="61280" y="416773"/>
                  <a:pt x="61064" y="412797"/>
                </a:cubicBezTo>
                <a:lnTo>
                  <a:pt x="61064" y="356256"/>
                </a:lnTo>
                <a:cubicBezTo>
                  <a:pt x="61280" y="352280"/>
                  <a:pt x="62848" y="348497"/>
                  <a:pt x="65506" y="345532"/>
                </a:cubicBezTo>
                <a:lnTo>
                  <a:pt x="94312" y="316723"/>
                </a:lnTo>
                <a:cubicBezTo>
                  <a:pt x="97276" y="314065"/>
                  <a:pt x="101059" y="312498"/>
                  <a:pt x="105035" y="312281"/>
                </a:cubicBezTo>
                <a:lnTo>
                  <a:pt x="123879" y="312281"/>
                </a:lnTo>
                <a:cubicBezTo>
                  <a:pt x="127855" y="312498"/>
                  <a:pt x="131637" y="314065"/>
                  <a:pt x="134602" y="316723"/>
                </a:cubicBezTo>
                <a:lnTo>
                  <a:pt x="194815" y="376942"/>
                </a:lnTo>
                <a:cubicBezTo>
                  <a:pt x="197780" y="379601"/>
                  <a:pt x="201562" y="381167"/>
                  <a:pt x="205538" y="381384"/>
                </a:cubicBezTo>
                <a:lnTo>
                  <a:pt x="230666" y="381384"/>
                </a:lnTo>
                <a:cubicBezTo>
                  <a:pt x="234131" y="381396"/>
                  <a:pt x="236937" y="384201"/>
                  <a:pt x="236948" y="387666"/>
                </a:cubicBezTo>
                <a:lnTo>
                  <a:pt x="236948" y="446714"/>
                </a:lnTo>
                <a:cubicBezTo>
                  <a:pt x="236731" y="450690"/>
                  <a:pt x="235164" y="454473"/>
                  <a:pt x="232506" y="457438"/>
                </a:cubicBezTo>
                <a:lnTo>
                  <a:pt x="206209" y="483732"/>
                </a:lnTo>
                <a:cubicBezTo>
                  <a:pt x="203548" y="486695"/>
                  <a:pt x="201981" y="490479"/>
                  <a:pt x="201768" y="494456"/>
                </a:cubicBezTo>
                <a:lnTo>
                  <a:pt x="201768" y="517074"/>
                </a:lnTo>
                <a:cubicBezTo>
                  <a:pt x="201551" y="521050"/>
                  <a:pt x="199984" y="524833"/>
                  <a:pt x="197327" y="527798"/>
                </a:cubicBezTo>
                <a:lnTo>
                  <a:pt x="180191" y="544939"/>
                </a:lnTo>
                <a:cubicBezTo>
                  <a:pt x="146040" y="526864"/>
                  <a:pt x="116136" y="501716"/>
                  <a:pt x="92472" y="471172"/>
                </a:cubicBezTo>
                <a:close/>
                <a:moveTo>
                  <a:pt x="431774" y="544814"/>
                </a:moveTo>
                <a:lnTo>
                  <a:pt x="417264" y="530312"/>
                </a:lnTo>
                <a:cubicBezTo>
                  <a:pt x="414605" y="527347"/>
                  <a:pt x="413038" y="523564"/>
                  <a:pt x="412823" y="519588"/>
                </a:cubicBezTo>
                <a:lnTo>
                  <a:pt x="412823" y="425350"/>
                </a:lnTo>
                <a:cubicBezTo>
                  <a:pt x="412607" y="421374"/>
                  <a:pt x="411040" y="417591"/>
                  <a:pt x="408382" y="414627"/>
                </a:cubicBezTo>
                <a:lnTo>
                  <a:pt x="379575" y="385818"/>
                </a:lnTo>
                <a:cubicBezTo>
                  <a:pt x="376611" y="383160"/>
                  <a:pt x="372829" y="381592"/>
                  <a:pt x="368853" y="381375"/>
                </a:cubicBezTo>
                <a:lnTo>
                  <a:pt x="306041" y="381375"/>
                </a:lnTo>
                <a:cubicBezTo>
                  <a:pt x="302576" y="381365"/>
                  <a:pt x="299769" y="378559"/>
                  <a:pt x="299759" y="375093"/>
                </a:cubicBezTo>
                <a:lnTo>
                  <a:pt x="299759" y="318561"/>
                </a:lnTo>
                <a:cubicBezTo>
                  <a:pt x="299975" y="314585"/>
                  <a:pt x="301542" y="310802"/>
                  <a:pt x="304200" y="307837"/>
                </a:cubicBezTo>
                <a:lnTo>
                  <a:pt x="333006" y="279028"/>
                </a:lnTo>
                <a:cubicBezTo>
                  <a:pt x="335971" y="276370"/>
                  <a:pt x="339753" y="274803"/>
                  <a:pt x="343729" y="274586"/>
                </a:cubicBezTo>
                <a:lnTo>
                  <a:pt x="406544" y="274586"/>
                </a:lnTo>
                <a:cubicBezTo>
                  <a:pt x="410519" y="274369"/>
                  <a:pt x="414300" y="272802"/>
                  <a:pt x="417264" y="270144"/>
                </a:cubicBezTo>
                <a:lnTo>
                  <a:pt x="446070" y="241335"/>
                </a:lnTo>
                <a:cubicBezTo>
                  <a:pt x="449034" y="238676"/>
                  <a:pt x="452817" y="237110"/>
                  <a:pt x="456793" y="236893"/>
                </a:cubicBezTo>
                <a:lnTo>
                  <a:pt x="475638" y="236893"/>
                </a:lnTo>
                <a:cubicBezTo>
                  <a:pt x="479103" y="236883"/>
                  <a:pt x="481910" y="234076"/>
                  <a:pt x="481919" y="230611"/>
                </a:cubicBezTo>
                <a:lnTo>
                  <a:pt x="481919" y="211766"/>
                </a:lnTo>
                <a:cubicBezTo>
                  <a:pt x="481908" y="208301"/>
                  <a:pt x="479102" y="205495"/>
                  <a:pt x="475638" y="205484"/>
                </a:cubicBezTo>
                <a:lnTo>
                  <a:pt x="456795" y="205484"/>
                </a:lnTo>
                <a:cubicBezTo>
                  <a:pt x="452819" y="205700"/>
                  <a:pt x="449037" y="207267"/>
                  <a:pt x="446072" y="209925"/>
                </a:cubicBezTo>
                <a:lnTo>
                  <a:pt x="417264" y="238735"/>
                </a:lnTo>
                <a:cubicBezTo>
                  <a:pt x="414299" y="241392"/>
                  <a:pt x="410517" y="242959"/>
                  <a:pt x="406541" y="243176"/>
                </a:cubicBezTo>
                <a:lnTo>
                  <a:pt x="344071" y="243170"/>
                </a:lnTo>
                <a:cubicBezTo>
                  <a:pt x="340605" y="243162"/>
                  <a:pt x="337797" y="240354"/>
                  <a:pt x="337789" y="236888"/>
                </a:cubicBezTo>
                <a:lnTo>
                  <a:pt x="337789" y="211760"/>
                </a:lnTo>
                <a:cubicBezTo>
                  <a:pt x="338004" y="207782"/>
                  <a:pt x="339563" y="203994"/>
                  <a:pt x="342212" y="201018"/>
                </a:cubicBezTo>
                <a:lnTo>
                  <a:pt x="370711" y="172246"/>
                </a:lnTo>
                <a:cubicBezTo>
                  <a:pt x="373663" y="169577"/>
                  <a:pt x="377442" y="168002"/>
                  <a:pt x="381416" y="167785"/>
                </a:cubicBezTo>
                <a:lnTo>
                  <a:pt x="437948" y="167785"/>
                </a:lnTo>
                <a:cubicBezTo>
                  <a:pt x="441414" y="167775"/>
                  <a:pt x="444220" y="164969"/>
                  <a:pt x="444231" y="161503"/>
                </a:cubicBezTo>
                <a:lnTo>
                  <a:pt x="444231" y="142656"/>
                </a:lnTo>
                <a:cubicBezTo>
                  <a:pt x="444220" y="139192"/>
                  <a:pt x="441413" y="136385"/>
                  <a:pt x="437948" y="136374"/>
                </a:cubicBezTo>
                <a:lnTo>
                  <a:pt x="412821" y="136374"/>
                </a:lnTo>
                <a:cubicBezTo>
                  <a:pt x="409355" y="136364"/>
                  <a:pt x="406549" y="133558"/>
                  <a:pt x="406539" y="130092"/>
                </a:cubicBezTo>
                <a:lnTo>
                  <a:pt x="406539" y="104964"/>
                </a:lnTo>
                <a:cubicBezTo>
                  <a:pt x="406550" y="101500"/>
                  <a:pt x="409356" y="98694"/>
                  <a:pt x="412821" y="98682"/>
                </a:cubicBezTo>
                <a:lnTo>
                  <a:pt x="478929" y="98689"/>
                </a:lnTo>
                <a:cubicBezTo>
                  <a:pt x="536726" y="147007"/>
                  <a:pt x="573969" y="218993"/>
                  <a:pt x="575893" y="299470"/>
                </a:cubicBezTo>
                <a:lnTo>
                  <a:pt x="555454" y="279029"/>
                </a:lnTo>
                <a:cubicBezTo>
                  <a:pt x="552490" y="276371"/>
                  <a:pt x="548707" y="274804"/>
                  <a:pt x="544731" y="274587"/>
                </a:cubicBezTo>
                <a:lnTo>
                  <a:pt x="525891" y="274587"/>
                </a:lnTo>
                <a:cubicBezTo>
                  <a:pt x="522427" y="274598"/>
                  <a:pt x="519620" y="277404"/>
                  <a:pt x="519609" y="280869"/>
                </a:cubicBezTo>
                <a:lnTo>
                  <a:pt x="519609" y="306000"/>
                </a:lnTo>
                <a:cubicBezTo>
                  <a:pt x="519825" y="309976"/>
                  <a:pt x="521391" y="313759"/>
                  <a:pt x="524050" y="316724"/>
                </a:cubicBezTo>
                <a:lnTo>
                  <a:pt x="546576" y="339242"/>
                </a:lnTo>
                <a:cubicBezTo>
                  <a:pt x="549234" y="342207"/>
                  <a:pt x="550801" y="345990"/>
                  <a:pt x="551017" y="349965"/>
                </a:cubicBezTo>
                <a:lnTo>
                  <a:pt x="551017" y="375093"/>
                </a:lnTo>
                <a:cubicBezTo>
                  <a:pt x="550801" y="379070"/>
                  <a:pt x="549235" y="382854"/>
                  <a:pt x="546576" y="385818"/>
                </a:cubicBezTo>
                <a:lnTo>
                  <a:pt x="524050" y="408344"/>
                </a:lnTo>
                <a:cubicBezTo>
                  <a:pt x="521392" y="411309"/>
                  <a:pt x="519825" y="415092"/>
                  <a:pt x="519609" y="419068"/>
                </a:cubicBezTo>
                <a:lnTo>
                  <a:pt x="519609" y="470764"/>
                </a:lnTo>
                <a:cubicBezTo>
                  <a:pt x="495921" y="501404"/>
                  <a:pt x="465979" y="526648"/>
                  <a:pt x="431774" y="544814"/>
                </a:cubicBezTo>
                <a:close/>
              </a:path>
            </a:pathLst>
          </a:custGeom>
          <a:solidFill>
            <a:schemeClr val="bg1"/>
          </a:solidFill>
          <a:ln w="714" cap="flat">
            <a:noFill/>
            <a:prstDash val="solid"/>
            <a:miter/>
          </a:ln>
        </p:spPr>
        <p:txBody>
          <a:bodyPr rtlCol="0" anchor="ctr"/>
          <a:lstStyle/>
          <a:p>
            <a:endParaRPr lang="de-DE" sz="1275"/>
          </a:p>
        </p:txBody>
      </p:sp>
      <p:sp>
        <p:nvSpPr>
          <p:cNvPr id="65" name="Grafik 35">
            <a:extLst>
              <a:ext uri="{FF2B5EF4-FFF2-40B4-BE49-F238E27FC236}">
                <a16:creationId xmlns:a16="http://schemas.microsoft.com/office/drawing/2014/main" id="{D6483213-2CFB-429E-9B26-CDFBA5E100C5}"/>
              </a:ext>
            </a:extLst>
          </p:cNvPr>
          <p:cNvSpPr/>
          <p:nvPr userDrawn="1"/>
        </p:nvSpPr>
        <p:spPr>
          <a:xfrm>
            <a:off x="1634245" y="4186140"/>
            <a:ext cx="418500" cy="418500"/>
          </a:xfrm>
          <a:custGeom>
            <a:avLst/>
            <a:gdLst>
              <a:gd name="connsiteX0" fmla="*/ 306000 w 612000"/>
              <a:gd name="connsiteY0" fmla="*/ 0 h 612000"/>
              <a:gd name="connsiteX1" fmla="*/ 0 w 612000"/>
              <a:gd name="connsiteY1" fmla="*/ 306000 h 612000"/>
              <a:gd name="connsiteX2" fmla="*/ 306000 w 612000"/>
              <a:gd name="connsiteY2" fmla="*/ 612000 h 612000"/>
              <a:gd name="connsiteX3" fmla="*/ 612000 w 612000"/>
              <a:gd name="connsiteY3" fmla="*/ 306000 h 612000"/>
              <a:gd name="connsiteX4" fmla="*/ 306000 w 612000"/>
              <a:gd name="connsiteY4" fmla="*/ 0 h 612000"/>
              <a:gd name="connsiteX5" fmla="*/ 179662 w 612000"/>
              <a:gd name="connsiteY5" fmla="*/ 524128 h 612000"/>
              <a:gd name="connsiteX6" fmla="*/ 127809 w 612000"/>
              <a:gd name="connsiteY6" fmla="*/ 484191 h 612000"/>
              <a:gd name="connsiteX7" fmla="*/ 125610 w 612000"/>
              <a:gd name="connsiteY7" fmla="*/ 482286 h 612000"/>
              <a:gd name="connsiteX8" fmla="*/ 125610 w 612000"/>
              <a:gd name="connsiteY8" fmla="*/ 451872 h 612000"/>
              <a:gd name="connsiteX9" fmla="*/ 179662 w 612000"/>
              <a:gd name="connsiteY9" fmla="*/ 397817 h 612000"/>
              <a:gd name="connsiteX10" fmla="*/ 179662 w 612000"/>
              <a:gd name="connsiteY10" fmla="*/ 524128 h 612000"/>
              <a:gd name="connsiteX11" fmla="*/ 287662 w 612000"/>
              <a:gd name="connsiteY11" fmla="*/ 557307 h 612000"/>
              <a:gd name="connsiteX12" fmla="*/ 233637 w 612000"/>
              <a:gd name="connsiteY12" fmla="*/ 547428 h 612000"/>
              <a:gd name="connsiteX13" fmla="*/ 233637 w 612000"/>
              <a:gd name="connsiteY13" fmla="*/ 363240 h 612000"/>
              <a:gd name="connsiteX14" fmla="*/ 275685 w 612000"/>
              <a:gd name="connsiteY14" fmla="*/ 405229 h 612000"/>
              <a:gd name="connsiteX15" fmla="*/ 287675 w 612000"/>
              <a:gd name="connsiteY15" fmla="*/ 417435 h 612000"/>
              <a:gd name="connsiteX16" fmla="*/ 395640 w 612000"/>
              <a:gd name="connsiteY16" fmla="*/ 541451 h 612000"/>
              <a:gd name="connsiteX17" fmla="*/ 341928 w 612000"/>
              <a:gd name="connsiteY17" fmla="*/ 555460 h 612000"/>
              <a:gd name="connsiteX18" fmla="*/ 341618 w 612000"/>
              <a:gd name="connsiteY18" fmla="*/ 380023 h 612000"/>
              <a:gd name="connsiteX19" fmla="*/ 395640 w 612000"/>
              <a:gd name="connsiteY19" fmla="*/ 325800 h 612000"/>
              <a:gd name="connsiteX20" fmla="*/ 395640 w 612000"/>
              <a:gd name="connsiteY20" fmla="*/ 541451 h 612000"/>
              <a:gd name="connsiteX21" fmla="*/ 503629 w 612000"/>
              <a:gd name="connsiteY21" fmla="*/ 461922 h 612000"/>
              <a:gd name="connsiteX22" fmla="*/ 484189 w 612000"/>
              <a:gd name="connsiteY22" fmla="*/ 484191 h 612000"/>
              <a:gd name="connsiteX23" fmla="*/ 449616 w 612000"/>
              <a:gd name="connsiteY23" fmla="*/ 513135 h 612000"/>
              <a:gd name="connsiteX24" fmla="*/ 449640 w 612000"/>
              <a:gd name="connsiteY24" fmla="*/ 292674 h 612000"/>
              <a:gd name="connsiteX25" fmla="*/ 457910 w 612000"/>
              <a:gd name="connsiteY25" fmla="*/ 300640 h 612000"/>
              <a:gd name="connsiteX26" fmla="*/ 483636 w 612000"/>
              <a:gd name="connsiteY26" fmla="*/ 326364 h 612000"/>
              <a:gd name="connsiteX27" fmla="*/ 503626 w 612000"/>
              <a:gd name="connsiteY27" fmla="*/ 346756 h 612000"/>
              <a:gd name="connsiteX28" fmla="*/ 503655 w 612000"/>
              <a:gd name="connsiteY28" fmla="*/ 306000 h 612000"/>
              <a:gd name="connsiteX29" fmla="*/ 439456 w 612000"/>
              <a:gd name="connsiteY29" fmla="*/ 241456 h 612000"/>
              <a:gd name="connsiteX30" fmla="*/ 296045 w 612000"/>
              <a:gd name="connsiteY30" fmla="*/ 384865 h 612000"/>
              <a:gd name="connsiteX31" fmla="*/ 224045 w 612000"/>
              <a:gd name="connsiteY31" fmla="*/ 312865 h 612000"/>
              <a:gd name="connsiteX32" fmla="*/ 94229 w 612000"/>
              <a:gd name="connsiteY32" fmla="*/ 442681 h 612000"/>
              <a:gd name="connsiteX33" fmla="*/ 62801 w 612000"/>
              <a:gd name="connsiteY33" fmla="*/ 372288 h 612000"/>
              <a:gd name="connsiteX34" fmla="*/ 224045 w 612000"/>
              <a:gd name="connsiteY34" fmla="*/ 211042 h 612000"/>
              <a:gd name="connsiteX35" fmla="*/ 296045 w 612000"/>
              <a:gd name="connsiteY35" fmla="*/ 283042 h 612000"/>
              <a:gd name="connsiteX36" fmla="*/ 388544 w 612000"/>
              <a:gd name="connsiteY36" fmla="*/ 190544 h 612000"/>
              <a:gd name="connsiteX37" fmla="*/ 324255 w 612000"/>
              <a:gd name="connsiteY37" fmla="*/ 126340 h 612000"/>
              <a:gd name="connsiteX38" fmla="*/ 485618 w 612000"/>
              <a:gd name="connsiteY38" fmla="*/ 126382 h 612000"/>
              <a:gd name="connsiteX39" fmla="*/ 503668 w 612000"/>
              <a:gd name="connsiteY39" fmla="*/ 144332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2000" h="612000">
                <a:moveTo>
                  <a:pt x="306000" y="0"/>
                </a:moveTo>
                <a:cubicBezTo>
                  <a:pt x="137001" y="0"/>
                  <a:pt x="0" y="137001"/>
                  <a:pt x="0" y="306000"/>
                </a:cubicBezTo>
                <a:cubicBezTo>
                  <a:pt x="0" y="474999"/>
                  <a:pt x="137001" y="612000"/>
                  <a:pt x="306000" y="612000"/>
                </a:cubicBezTo>
                <a:cubicBezTo>
                  <a:pt x="474999" y="612000"/>
                  <a:pt x="612000" y="474999"/>
                  <a:pt x="612000" y="306000"/>
                </a:cubicBezTo>
                <a:cubicBezTo>
                  <a:pt x="612000" y="137001"/>
                  <a:pt x="474999" y="0"/>
                  <a:pt x="306000" y="0"/>
                </a:cubicBezTo>
                <a:close/>
                <a:moveTo>
                  <a:pt x="179662" y="524128"/>
                </a:moveTo>
                <a:cubicBezTo>
                  <a:pt x="160697" y="513154"/>
                  <a:pt x="143262" y="499725"/>
                  <a:pt x="127809" y="484191"/>
                </a:cubicBezTo>
                <a:cubicBezTo>
                  <a:pt x="127181" y="483562"/>
                  <a:pt x="126232" y="482921"/>
                  <a:pt x="125610" y="482286"/>
                </a:cubicBezTo>
                <a:lnTo>
                  <a:pt x="125610" y="451872"/>
                </a:lnTo>
                <a:lnTo>
                  <a:pt x="179662" y="397817"/>
                </a:lnTo>
                <a:lnTo>
                  <a:pt x="179662" y="524128"/>
                </a:lnTo>
                <a:close/>
                <a:moveTo>
                  <a:pt x="287662" y="557307"/>
                </a:moveTo>
                <a:cubicBezTo>
                  <a:pt x="269346" y="556006"/>
                  <a:pt x="251228" y="552694"/>
                  <a:pt x="233637" y="547428"/>
                </a:cubicBezTo>
                <a:lnTo>
                  <a:pt x="233637" y="363240"/>
                </a:lnTo>
                <a:lnTo>
                  <a:pt x="275685" y="405229"/>
                </a:lnTo>
                <a:lnTo>
                  <a:pt x="287675" y="417435"/>
                </a:lnTo>
                <a:close/>
                <a:moveTo>
                  <a:pt x="395640" y="541451"/>
                </a:moveTo>
                <a:cubicBezTo>
                  <a:pt x="378323" y="548133"/>
                  <a:pt x="360303" y="552833"/>
                  <a:pt x="341928" y="555460"/>
                </a:cubicBezTo>
                <a:lnTo>
                  <a:pt x="341618" y="380023"/>
                </a:lnTo>
                <a:lnTo>
                  <a:pt x="395640" y="325800"/>
                </a:lnTo>
                <a:lnTo>
                  <a:pt x="395640" y="541451"/>
                </a:lnTo>
                <a:close/>
                <a:moveTo>
                  <a:pt x="503629" y="461922"/>
                </a:moveTo>
                <a:cubicBezTo>
                  <a:pt x="497593" y="469721"/>
                  <a:pt x="491102" y="477157"/>
                  <a:pt x="484189" y="484191"/>
                </a:cubicBezTo>
                <a:cubicBezTo>
                  <a:pt x="473528" y="494826"/>
                  <a:pt x="461961" y="504510"/>
                  <a:pt x="449616" y="513135"/>
                </a:cubicBezTo>
                <a:lnTo>
                  <a:pt x="449640" y="292674"/>
                </a:lnTo>
                <a:lnTo>
                  <a:pt x="457910" y="300640"/>
                </a:lnTo>
                <a:lnTo>
                  <a:pt x="483636" y="326364"/>
                </a:lnTo>
                <a:lnTo>
                  <a:pt x="503626" y="346756"/>
                </a:lnTo>
                <a:close/>
                <a:moveTo>
                  <a:pt x="503655" y="306000"/>
                </a:moveTo>
                <a:lnTo>
                  <a:pt x="439456" y="241456"/>
                </a:lnTo>
                <a:lnTo>
                  <a:pt x="296045" y="384865"/>
                </a:lnTo>
                <a:lnTo>
                  <a:pt x="224045" y="312865"/>
                </a:lnTo>
                <a:lnTo>
                  <a:pt x="94229" y="442681"/>
                </a:lnTo>
                <a:cubicBezTo>
                  <a:pt x="80184" y="420979"/>
                  <a:pt x="69582" y="397233"/>
                  <a:pt x="62801" y="372288"/>
                </a:cubicBezTo>
                <a:lnTo>
                  <a:pt x="224045" y="211042"/>
                </a:lnTo>
                <a:lnTo>
                  <a:pt x="296045" y="283042"/>
                </a:lnTo>
                <a:lnTo>
                  <a:pt x="388544" y="190544"/>
                </a:lnTo>
                <a:lnTo>
                  <a:pt x="324255" y="126340"/>
                </a:lnTo>
                <a:lnTo>
                  <a:pt x="485618" y="126382"/>
                </a:lnTo>
                <a:cubicBezTo>
                  <a:pt x="495559" y="126354"/>
                  <a:pt x="503640" y="134391"/>
                  <a:pt x="503668" y="144332"/>
                </a:cubicBezTo>
                <a:close/>
              </a:path>
            </a:pathLst>
          </a:custGeom>
          <a:solidFill>
            <a:schemeClr val="bg1"/>
          </a:solidFill>
          <a:ln w="714" cap="flat">
            <a:noFill/>
            <a:prstDash val="solid"/>
            <a:miter/>
          </a:ln>
        </p:spPr>
        <p:txBody>
          <a:bodyPr rtlCol="0" anchor="ctr"/>
          <a:lstStyle/>
          <a:p>
            <a:endParaRPr lang="de-DE" sz="1275"/>
          </a:p>
        </p:txBody>
      </p:sp>
      <p:sp>
        <p:nvSpPr>
          <p:cNvPr id="66" name="Grafik 36">
            <a:extLst>
              <a:ext uri="{FF2B5EF4-FFF2-40B4-BE49-F238E27FC236}">
                <a16:creationId xmlns:a16="http://schemas.microsoft.com/office/drawing/2014/main" id="{061BCCD0-8844-4E9E-8D0B-559736363EAA}"/>
              </a:ext>
            </a:extLst>
          </p:cNvPr>
          <p:cNvSpPr>
            <a:spLocks noChangeAspect="1"/>
          </p:cNvSpPr>
          <p:nvPr userDrawn="1"/>
        </p:nvSpPr>
        <p:spPr>
          <a:xfrm>
            <a:off x="918631" y="4186140"/>
            <a:ext cx="366883" cy="378000"/>
          </a:xfrm>
          <a:custGeom>
            <a:avLst/>
            <a:gdLst>
              <a:gd name="connsiteX0" fmla="*/ 180000 w 594000"/>
              <a:gd name="connsiteY0" fmla="*/ 576000 h 612000"/>
              <a:gd name="connsiteX1" fmla="*/ 180000 w 594000"/>
              <a:gd name="connsiteY1" fmla="*/ 447696 h 612000"/>
              <a:gd name="connsiteX2" fmla="*/ 126000 w 594000"/>
              <a:gd name="connsiteY2" fmla="*/ 378000 h 612000"/>
              <a:gd name="connsiteX3" fmla="*/ 126000 w 594000"/>
              <a:gd name="connsiteY3" fmla="*/ 297000 h 612000"/>
              <a:gd name="connsiteX4" fmla="*/ 138672 w 594000"/>
              <a:gd name="connsiteY4" fmla="*/ 239832 h 612000"/>
              <a:gd name="connsiteX5" fmla="*/ 61488 w 594000"/>
              <a:gd name="connsiteY5" fmla="*/ 207216 h 612000"/>
              <a:gd name="connsiteX6" fmla="*/ 0 w 594000"/>
              <a:gd name="connsiteY6" fmla="*/ 306000 h 612000"/>
              <a:gd name="connsiteX7" fmla="*/ 0 w 594000"/>
              <a:gd name="connsiteY7" fmla="*/ 391752 h 612000"/>
              <a:gd name="connsiteX8" fmla="*/ 51120 w 594000"/>
              <a:gd name="connsiteY8" fmla="*/ 442800 h 612000"/>
              <a:gd name="connsiteX9" fmla="*/ 51120 w 594000"/>
              <a:gd name="connsiteY9" fmla="*/ 576000 h 612000"/>
              <a:gd name="connsiteX10" fmla="*/ 86616 w 594000"/>
              <a:gd name="connsiteY10" fmla="*/ 612000 h 612000"/>
              <a:gd name="connsiteX11" fmla="*/ 86832 w 594000"/>
              <a:gd name="connsiteY11" fmla="*/ 612000 h 612000"/>
              <a:gd name="connsiteX12" fmla="*/ 193824 w 594000"/>
              <a:gd name="connsiteY12" fmla="*/ 612000 h 612000"/>
              <a:gd name="connsiteX13" fmla="*/ 180000 w 594000"/>
              <a:gd name="connsiteY13" fmla="*/ 576000 h 612000"/>
              <a:gd name="connsiteX14" fmla="*/ 532512 w 594000"/>
              <a:gd name="connsiteY14" fmla="*/ 207144 h 612000"/>
              <a:gd name="connsiteX15" fmla="*/ 455328 w 594000"/>
              <a:gd name="connsiteY15" fmla="*/ 239760 h 612000"/>
              <a:gd name="connsiteX16" fmla="*/ 468000 w 594000"/>
              <a:gd name="connsiteY16" fmla="*/ 296928 h 612000"/>
              <a:gd name="connsiteX17" fmla="*/ 468000 w 594000"/>
              <a:gd name="connsiteY17" fmla="*/ 378000 h 612000"/>
              <a:gd name="connsiteX18" fmla="*/ 414000 w 594000"/>
              <a:gd name="connsiteY18" fmla="*/ 447696 h 612000"/>
              <a:gd name="connsiteX19" fmla="*/ 414000 w 594000"/>
              <a:gd name="connsiteY19" fmla="*/ 576000 h 612000"/>
              <a:gd name="connsiteX20" fmla="*/ 400176 w 594000"/>
              <a:gd name="connsiteY20" fmla="*/ 612000 h 612000"/>
              <a:gd name="connsiteX21" fmla="*/ 507168 w 594000"/>
              <a:gd name="connsiteY21" fmla="*/ 612000 h 612000"/>
              <a:gd name="connsiteX22" fmla="*/ 542880 w 594000"/>
              <a:gd name="connsiteY22" fmla="*/ 576216 h 612000"/>
              <a:gd name="connsiteX23" fmla="*/ 542880 w 594000"/>
              <a:gd name="connsiteY23" fmla="*/ 576000 h 612000"/>
              <a:gd name="connsiteX24" fmla="*/ 542880 w 594000"/>
              <a:gd name="connsiteY24" fmla="*/ 442800 h 612000"/>
              <a:gd name="connsiteX25" fmla="*/ 594000 w 594000"/>
              <a:gd name="connsiteY25" fmla="*/ 391752 h 612000"/>
              <a:gd name="connsiteX26" fmla="*/ 594000 w 594000"/>
              <a:gd name="connsiteY26" fmla="*/ 306000 h 612000"/>
              <a:gd name="connsiteX27" fmla="*/ 532512 w 594000"/>
              <a:gd name="connsiteY27" fmla="*/ 207144 h 612000"/>
              <a:gd name="connsiteX28" fmla="*/ 450000 w 594000"/>
              <a:gd name="connsiteY28" fmla="*/ 36000 h 612000"/>
              <a:gd name="connsiteX29" fmla="*/ 402912 w 594000"/>
              <a:gd name="connsiteY29" fmla="*/ 49248 h 612000"/>
              <a:gd name="connsiteX30" fmla="*/ 404784 w 594000"/>
              <a:gd name="connsiteY30" fmla="*/ 53424 h 612000"/>
              <a:gd name="connsiteX31" fmla="*/ 387360 w 594000"/>
              <a:gd name="connsiteY31" fmla="*/ 173232 h 612000"/>
              <a:gd name="connsiteX32" fmla="*/ 392544 w 594000"/>
              <a:gd name="connsiteY32" fmla="*/ 175824 h 612000"/>
              <a:gd name="connsiteX33" fmla="*/ 440568 w 594000"/>
              <a:gd name="connsiteY33" fmla="*/ 215496 h 612000"/>
              <a:gd name="connsiteX34" fmla="*/ 539424 w 594000"/>
              <a:gd name="connsiteY34" fmla="*/ 135288 h 612000"/>
              <a:gd name="connsiteX35" fmla="*/ 459216 w 594000"/>
              <a:gd name="connsiteY35" fmla="*/ 36432 h 612000"/>
              <a:gd name="connsiteX36" fmla="*/ 450000 w 594000"/>
              <a:gd name="connsiteY36" fmla="*/ 36000 h 612000"/>
              <a:gd name="connsiteX37" fmla="*/ 396000 w 594000"/>
              <a:gd name="connsiteY37" fmla="*/ 99000 h 612000"/>
              <a:gd name="connsiteX38" fmla="*/ 297000 w 594000"/>
              <a:gd name="connsiteY38" fmla="*/ 198000 h 612000"/>
              <a:gd name="connsiteX39" fmla="*/ 198000 w 594000"/>
              <a:gd name="connsiteY39" fmla="*/ 99000 h 612000"/>
              <a:gd name="connsiteX40" fmla="*/ 297000 w 594000"/>
              <a:gd name="connsiteY40" fmla="*/ 0 h 612000"/>
              <a:gd name="connsiteX41" fmla="*/ 396000 w 594000"/>
              <a:gd name="connsiteY41" fmla="*/ 99000 h 612000"/>
              <a:gd name="connsiteX42" fmla="*/ 384624 w 594000"/>
              <a:gd name="connsiteY42" fmla="*/ 192024 h 612000"/>
              <a:gd name="connsiteX43" fmla="*/ 209304 w 594000"/>
              <a:gd name="connsiteY43" fmla="*/ 192024 h 612000"/>
              <a:gd name="connsiteX44" fmla="*/ 144000 w 594000"/>
              <a:gd name="connsiteY44" fmla="*/ 297000 h 612000"/>
              <a:gd name="connsiteX45" fmla="*/ 144000 w 594000"/>
              <a:gd name="connsiteY45" fmla="*/ 378000 h 612000"/>
              <a:gd name="connsiteX46" fmla="*/ 198000 w 594000"/>
              <a:gd name="connsiteY46" fmla="*/ 432000 h 612000"/>
              <a:gd name="connsiteX47" fmla="*/ 198000 w 594000"/>
              <a:gd name="connsiteY47" fmla="*/ 432000 h 612000"/>
              <a:gd name="connsiteX48" fmla="*/ 198000 w 594000"/>
              <a:gd name="connsiteY48" fmla="*/ 576000 h 612000"/>
              <a:gd name="connsiteX49" fmla="*/ 234000 w 594000"/>
              <a:gd name="connsiteY49" fmla="*/ 612000 h 612000"/>
              <a:gd name="connsiteX50" fmla="*/ 360000 w 594000"/>
              <a:gd name="connsiteY50" fmla="*/ 612000 h 612000"/>
              <a:gd name="connsiteX51" fmla="*/ 396000 w 594000"/>
              <a:gd name="connsiteY51" fmla="*/ 576000 h 612000"/>
              <a:gd name="connsiteX52" fmla="*/ 396000 w 594000"/>
              <a:gd name="connsiteY52" fmla="*/ 432000 h 612000"/>
              <a:gd name="connsiteX53" fmla="*/ 450000 w 594000"/>
              <a:gd name="connsiteY53" fmla="*/ 378000 h 612000"/>
              <a:gd name="connsiteX54" fmla="*/ 450000 w 594000"/>
              <a:gd name="connsiteY54" fmla="*/ 378000 h 612000"/>
              <a:gd name="connsiteX55" fmla="*/ 450000 w 594000"/>
              <a:gd name="connsiteY55" fmla="*/ 297000 h 612000"/>
              <a:gd name="connsiteX56" fmla="*/ 384624 w 594000"/>
              <a:gd name="connsiteY56" fmla="*/ 192024 h 612000"/>
              <a:gd name="connsiteX57" fmla="*/ 297000 w 594000"/>
              <a:gd name="connsiteY57" fmla="*/ 414000 h 612000"/>
              <a:gd name="connsiteX58" fmla="*/ 270000 w 594000"/>
              <a:gd name="connsiteY58" fmla="*/ 378648 h 612000"/>
              <a:gd name="connsiteX59" fmla="*/ 286560 w 594000"/>
              <a:gd name="connsiteY59" fmla="*/ 252000 h 612000"/>
              <a:gd name="connsiteX60" fmla="*/ 308160 w 594000"/>
              <a:gd name="connsiteY60" fmla="*/ 252000 h 612000"/>
              <a:gd name="connsiteX61" fmla="*/ 324000 w 594000"/>
              <a:gd name="connsiteY61" fmla="*/ 378648 h 612000"/>
              <a:gd name="connsiteX62" fmla="*/ 297000 w 594000"/>
              <a:gd name="connsiteY62" fmla="*/ 414000 h 612000"/>
              <a:gd name="connsiteX63" fmla="*/ 153360 w 594000"/>
              <a:gd name="connsiteY63" fmla="*/ 215496 h 612000"/>
              <a:gd name="connsiteX64" fmla="*/ 201384 w 594000"/>
              <a:gd name="connsiteY64" fmla="*/ 175824 h 612000"/>
              <a:gd name="connsiteX65" fmla="*/ 206568 w 594000"/>
              <a:gd name="connsiteY65" fmla="*/ 173232 h 612000"/>
              <a:gd name="connsiteX66" fmla="*/ 189144 w 594000"/>
              <a:gd name="connsiteY66" fmla="*/ 53424 h 612000"/>
              <a:gd name="connsiteX67" fmla="*/ 191016 w 594000"/>
              <a:gd name="connsiteY67" fmla="*/ 49248 h 612000"/>
              <a:gd name="connsiteX68" fmla="*/ 67248 w 594000"/>
              <a:gd name="connsiteY68" fmla="*/ 78912 h 612000"/>
              <a:gd name="connsiteX69" fmla="*/ 96912 w 594000"/>
              <a:gd name="connsiteY69" fmla="*/ 202680 h 612000"/>
              <a:gd name="connsiteX70" fmla="*/ 143928 w 594000"/>
              <a:gd name="connsiteY70" fmla="*/ 215928 h 612000"/>
              <a:gd name="connsiteX71" fmla="*/ 153360 w 594000"/>
              <a:gd name="connsiteY71" fmla="*/ 215496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94000" h="612000">
                <a:moveTo>
                  <a:pt x="180000" y="576000"/>
                </a:moveTo>
                <a:lnTo>
                  <a:pt x="180000" y="447696"/>
                </a:lnTo>
                <a:cubicBezTo>
                  <a:pt x="148248" y="439416"/>
                  <a:pt x="126072" y="410760"/>
                  <a:pt x="126000" y="378000"/>
                </a:cubicBezTo>
                <a:lnTo>
                  <a:pt x="126000" y="297000"/>
                </a:lnTo>
                <a:cubicBezTo>
                  <a:pt x="126000" y="277272"/>
                  <a:pt x="130320" y="257688"/>
                  <a:pt x="138672" y="239832"/>
                </a:cubicBezTo>
                <a:cubicBezTo>
                  <a:pt x="109872" y="238608"/>
                  <a:pt x="82440" y="227016"/>
                  <a:pt x="61488" y="207216"/>
                </a:cubicBezTo>
                <a:cubicBezTo>
                  <a:pt x="23832" y="225720"/>
                  <a:pt x="0" y="264024"/>
                  <a:pt x="0" y="306000"/>
                </a:cubicBezTo>
                <a:lnTo>
                  <a:pt x="0" y="391752"/>
                </a:lnTo>
                <a:cubicBezTo>
                  <a:pt x="0" y="419832"/>
                  <a:pt x="23040" y="442800"/>
                  <a:pt x="51120" y="442800"/>
                </a:cubicBezTo>
                <a:lnTo>
                  <a:pt x="51120" y="576000"/>
                </a:lnTo>
                <a:cubicBezTo>
                  <a:pt x="50976" y="595728"/>
                  <a:pt x="66888" y="611856"/>
                  <a:pt x="86616" y="612000"/>
                </a:cubicBezTo>
                <a:cubicBezTo>
                  <a:pt x="86688" y="612000"/>
                  <a:pt x="86760" y="612000"/>
                  <a:pt x="86832" y="612000"/>
                </a:cubicBezTo>
                <a:lnTo>
                  <a:pt x="193824" y="612000"/>
                </a:lnTo>
                <a:cubicBezTo>
                  <a:pt x="184896" y="602136"/>
                  <a:pt x="180000" y="589320"/>
                  <a:pt x="180000" y="576000"/>
                </a:cubicBezTo>
                <a:close/>
                <a:moveTo>
                  <a:pt x="532512" y="207144"/>
                </a:moveTo>
                <a:cubicBezTo>
                  <a:pt x="511560" y="226944"/>
                  <a:pt x="484128" y="238536"/>
                  <a:pt x="455328" y="239760"/>
                </a:cubicBezTo>
                <a:cubicBezTo>
                  <a:pt x="463680" y="257688"/>
                  <a:pt x="468000" y="277200"/>
                  <a:pt x="468000" y="296928"/>
                </a:cubicBezTo>
                <a:lnTo>
                  <a:pt x="468000" y="378000"/>
                </a:lnTo>
                <a:cubicBezTo>
                  <a:pt x="467928" y="410832"/>
                  <a:pt x="445752" y="439488"/>
                  <a:pt x="414000" y="447696"/>
                </a:cubicBezTo>
                <a:lnTo>
                  <a:pt x="414000" y="576000"/>
                </a:lnTo>
                <a:cubicBezTo>
                  <a:pt x="414000" y="589320"/>
                  <a:pt x="409104" y="602136"/>
                  <a:pt x="400176" y="612000"/>
                </a:cubicBezTo>
                <a:lnTo>
                  <a:pt x="507168" y="612000"/>
                </a:lnTo>
                <a:cubicBezTo>
                  <a:pt x="526896" y="612000"/>
                  <a:pt x="542880" y="595944"/>
                  <a:pt x="542880" y="576216"/>
                </a:cubicBezTo>
                <a:cubicBezTo>
                  <a:pt x="542880" y="576144"/>
                  <a:pt x="542880" y="576072"/>
                  <a:pt x="542880" y="576000"/>
                </a:cubicBezTo>
                <a:lnTo>
                  <a:pt x="542880" y="442800"/>
                </a:lnTo>
                <a:cubicBezTo>
                  <a:pt x="570960" y="442800"/>
                  <a:pt x="594000" y="419832"/>
                  <a:pt x="594000" y="391752"/>
                </a:cubicBezTo>
                <a:lnTo>
                  <a:pt x="594000" y="306000"/>
                </a:lnTo>
                <a:cubicBezTo>
                  <a:pt x="594000" y="264024"/>
                  <a:pt x="570168" y="225720"/>
                  <a:pt x="532512" y="207144"/>
                </a:cubicBezTo>
                <a:close/>
                <a:moveTo>
                  <a:pt x="450000" y="36000"/>
                </a:moveTo>
                <a:cubicBezTo>
                  <a:pt x="433368" y="36000"/>
                  <a:pt x="417096" y="40608"/>
                  <a:pt x="402912" y="49248"/>
                </a:cubicBezTo>
                <a:cubicBezTo>
                  <a:pt x="403560" y="50616"/>
                  <a:pt x="404208" y="51984"/>
                  <a:pt x="404784" y="53424"/>
                </a:cubicBezTo>
                <a:cubicBezTo>
                  <a:pt x="421704" y="93528"/>
                  <a:pt x="415008" y="139680"/>
                  <a:pt x="387360" y="173232"/>
                </a:cubicBezTo>
                <a:lnTo>
                  <a:pt x="392544" y="175824"/>
                </a:lnTo>
                <a:cubicBezTo>
                  <a:pt x="411408" y="185112"/>
                  <a:pt x="427824" y="198720"/>
                  <a:pt x="440568" y="215496"/>
                </a:cubicBezTo>
                <a:cubicBezTo>
                  <a:pt x="490032" y="220680"/>
                  <a:pt x="534240" y="184752"/>
                  <a:pt x="539424" y="135288"/>
                </a:cubicBezTo>
                <a:cubicBezTo>
                  <a:pt x="544608" y="85824"/>
                  <a:pt x="508680" y="41616"/>
                  <a:pt x="459216" y="36432"/>
                </a:cubicBezTo>
                <a:cubicBezTo>
                  <a:pt x="456192" y="36144"/>
                  <a:pt x="453096" y="36000"/>
                  <a:pt x="450000" y="36000"/>
                </a:cubicBezTo>
                <a:close/>
                <a:moveTo>
                  <a:pt x="396000" y="99000"/>
                </a:moveTo>
                <a:cubicBezTo>
                  <a:pt x="396000" y="153648"/>
                  <a:pt x="351648" y="198000"/>
                  <a:pt x="297000" y="198000"/>
                </a:cubicBezTo>
                <a:cubicBezTo>
                  <a:pt x="242352" y="198000"/>
                  <a:pt x="198000" y="153648"/>
                  <a:pt x="198000" y="99000"/>
                </a:cubicBezTo>
                <a:cubicBezTo>
                  <a:pt x="198000" y="44352"/>
                  <a:pt x="242352" y="0"/>
                  <a:pt x="297000" y="0"/>
                </a:cubicBezTo>
                <a:cubicBezTo>
                  <a:pt x="351648" y="0"/>
                  <a:pt x="396000" y="44352"/>
                  <a:pt x="396000" y="99000"/>
                </a:cubicBezTo>
                <a:close/>
                <a:moveTo>
                  <a:pt x="384624" y="192024"/>
                </a:moveTo>
                <a:cubicBezTo>
                  <a:pt x="335376" y="238392"/>
                  <a:pt x="258552" y="238392"/>
                  <a:pt x="209304" y="192024"/>
                </a:cubicBezTo>
                <a:cubicBezTo>
                  <a:pt x="169344" y="211680"/>
                  <a:pt x="144000" y="252432"/>
                  <a:pt x="144000" y="297000"/>
                </a:cubicBezTo>
                <a:lnTo>
                  <a:pt x="144000" y="378000"/>
                </a:lnTo>
                <a:cubicBezTo>
                  <a:pt x="144000" y="407808"/>
                  <a:pt x="168192" y="432000"/>
                  <a:pt x="198000" y="432000"/>
                </a:cubicBezTo>
                <a:lnTo>
                  <a:pt x="198000" y="432000"/>
                </a:lnTo>
                <a:lnTo>
                  <a:pt x="198000" y="576000"/>
                </a:lnTo>
                <a:cubicBezTo>
                  <a:pt x="198000" y="595872"/>
                  <a:pt x="214128" y="612000"/>
                  <a:pt x="234000" y="612000"/>
                </a:cubicBezTo>
                <a:lnTo>
                  <a:pt x="360000" y="612000"/>
                </a:lnTo>
                <a:cubicBezTo>
                  <a:pt x="379872" y="612000"/>
                  <a:pt x="396000" y="595872"/>
                  <a:pt x="396000" y="576000"/>
                </a:cubicBezTo>
                <a:lnTo>
                  <a:pt x="396000" y="432000"/>
                </a:lnTo>
                <a:cubicBezTo>
                  <a:pt x="425808" y="432000"/>
                  <a:pt x="450000" y="407808"/>
                  <a:pt x="450000" y="378000"/>
                </a:cubicBezTo>
                <a:lnTo>
                  <a:pt x="450000" y="378000"/>
                </a:lnTo>
                <a:lnTo>
                  <a:pt x="450000" y="297000"/>
                </a:lnTo>
                <a:cubicBezTo>
                  <a:pt x="450000" y="252432"/>
                  <a:pt x="424656" y="211680"/>
                  <a:pt x="384624" y="192024"/>
                </a:cubicBezTo>
                <a:close/>
                <a:moveTo>
                  <a:pt x="297000" y="414000"/>
                </a:moveTo>
                <a:lnTo>
                  <a:pt x="270000" y="378648"/>
                </a:lnTo>
                <a:lnTo>
                  <a:pt x="286560" y="252000"/>
                </a:lnTo>
                <a:lnTo>
                  <a:pt x="308160" y="252000"/>
                </a:lnTo>
                <a:lnTo>
                  <a:pt x="324000" y="378648"/>
                </a:lnTo>
                <a:lnTo>
                  <a:pt x="297000" y="414000"/>
                </a:lnTo>
                <a:close/>
                <a:moveTo>
                  <a:pt x="153360" y="215496"/>
                </a:moveTo>
                <a:cubicBezTo>
                  <a:pt x="166032" y="198720"/>
                  <a:pt x="182520" y="185112"/>
                  <a:pt x="201384" y="175824"/>
                </a:cubicBezTo>
                <a:lnTo>
                  <a:pt x="206568" y="173232"/>
                </a:lnTo>
                <a:cubicBezTo>
                  <a:pt x="178992" y="139608"/>
                  <a:pt x="172296" y="93456"/>
                  <a:pt x="189144" y="53424"/>
                </a:cubicBezTo>
                <a:cubicBezTo>
                  <a:pt x="189720" y="51984"/>
                  <a:pt x="190368" y="50616"/>
                  <a:pt x="191016" y="49248"/>
                </a:cubicBezTo>
                <a:cubicBezTo>
                  <a:pt x="148680" y="23256"/>
                  <a:pt x="93240" y="36576"/>
                  <a:pt x="67248" y="78912"/>
                </a:cubicBezTo>
                <a:cubicBezTo>
                  <a:pt x="41256" y="121248"/>
                  <a:pt x="54576" y="176688"/>
                  <a:pt x="96912" y="202680"/>
                </a:cubicBezTo>
                <a:cubicBezTo>
                  <a:pt x="111096" y="211392"/>
                  <a:pt x="127368" y="215928"/>
                  <a:pt x="143928" y="215928"/>
                </a:cubicBezTo>
                <a:cubicBezTo>
                  <a:pt x="147168" y="216000"/>
                  <a:pt x="150264" y="215856"/>
                  <a:pt x="153360" y="215496"/>
                </a:cubicBezTo>
                <a:close/>
              </a:path>
            </a:pathLst>
          </a:custGeom>
          <a:solidFill>
            <a:schemeClr val="bg1"/>
          </a:solidFill>
          <a:ln w="714" cap="flat">
            <a:noFill/>
            <a:prstDash val="solid"/>
            <a:miter/>
          </a:ln>
        </p:spPr>
        <p:txBody>
          <a:bodyPr rtlCol="0" anchor="ctr"/>
          <a:lstStyle/>
          <a:p>
            <a:endParaRPr lang="de-DE" sz="1275"/>
          </a:p>
        </p:txBody>
      </p:sp>
      <p:sp>
        <p:nvSpPr>
          <p:cNvPr id="67" name="Rectangle 8">
            <a:extLst>
              <a:ext uri="{FF2B5EF4-FFF2-40B4-BE49-F238E27FC236}">
                <a16:creationId xmlns:a16="http://schemas.microsoft.com/office/drawing/2014/main" id="{F65AED61-223C-4BAA-AFBB-55864A225539}"/>
              </a:ext>
            </a:extLst>
          </p:cNvPr>
          <p:cNvSpPr/>
          <p:nvPr userDrawn="1"/>
        </p:nvSpPr>
        <p:spPr>
          <a:xfrm>
            <a:off x="0" y="3960150"/>
            <a:ext cx="2903320" cy="12471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900" b="1">
                <a:solidFill>
                  <a:schemeClr val="bg2"/>
                </a:solidFill>
                <a:latin typeface="+mj-lt"/>
                <a:ea typeface="ＭＳ Ｐゴシック" pitchFamily="34" charset="-128"/>
              </a:rPr>
              <a:t>Customer profile</a:t>
            </a:r>
          </a:p>
        </p:txBody>
      </p:sp>
    </p:spTree>
    <p:extLst>
      <p:ext uri="{BB962C8B-B14F-4D97-AF65-F5344CB8AC3E}">
        <p14:creationId xmlns:p14="http://schemas.microsoft.com/office/powerpoint/2010/main" val="86150764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7975" y="307975"/>
            <a:ext cx="4834849" cy="2262188"/>
          </a:xfrm>
        </p:spPr>
        <p:txBody>
          <a:bodyPr>
            <a:noAutofit/>
          </a:bodyPr>
          <a:lstStyle>
            <a:lvl1pPr algn="l">
              <a:lnSpc>
                <a:spcPct val="85000"/>
              </a:lnSpc>
              <a:defRPr sz="5500" baseline="0">
                <a:solidFill>
                  <a:schemeClr val="bg2"/>
                </a:solidFill>
              </a:defRPr>
            </a:lvl1pPr>
          </a:lstStyle>
          <a:p>
            <a:r>
              <a:rPr lang="fr-FR" noProof="0" dirty="0"/>
              <a:t>Click to </a:t>
            </a:r>
            <a:r>
              <a:rPr lang="fr-FR" noProof="0" dirty="0" err="1"/>
              <a:t>edit</a:t>
            </a:r>
            <a:r>
              <a:rPr lang="fr-FR" noProof="0" dirty="0"/>
              <a:t> </a:t>
            </a:r>
            <a:r>
              <a:rPr lang="fr-FR" noProof="0" dirty="0" err="1"/>
              <a:t>title</a:t>
            </a:r>
            <a:endParaRPr lang="fr-FR" noProof="0" dirty="0"/>
          </a:p>
        </p:txBody>
      </p:sp>
      <p:sp>
        <p:nvSpPr>
          <p:cNvPr id="17" name="Text Placeholder 17"/>
          <p:cNvSpPr>
            <a:spLocks noGrp="1"/>
          </p:cNvSpPr>
          <p:nvPr>
            <p:ph type="body" sz="quarter" idx="16" hasCustomPrompt="1"/>
          </p:nvPr>
        </p:nvSpPr>
        <p:spPr>
          <a:xfrm>
            <a:off x="5796137" y="307975"/>
            <a:ext cx="3024336" cy="3362326"/>
          </a:xfrm>
          <a:prstGeom prst="rect">
            <a:avLst/>
          </a:prstGeom>
        </p:spPr>
        <p:txBody>
          <a:bodyPr lIns="0" tIns="0" rIns="0" bIns="0"/>
          <a:lstStyle>
            <a:lvl1pPr>
              <a:defRPr/>
            </a:lvl1pPr>
            <a:lvl2pPr>
              <a:defRPr>
                <a:solidFill>
                  <a:schemeClr val="bg1"/>
                </a:solidFill>
              </a:defRPr>
            </a:lvl2pPr>
          </a:lstStyle>
          <a:p>
            <a:pPr lvl="0"/>
            <a:r>
              <a:rPr lang="fr-FR" noProof="0" dirty="0"/>
              <a:t>Click to </a:t>
            </a:r>
            <a:r>
              <a:rPr lang="fr-FR" noProof="0" dirty="0" err="1"/>
              <a:t>edit</a:t>
            </a:r>
            <a:r>
              <a:rPr lang="fr-FR" noProof="0" dirty="0"/>
              <a:t> </a:t>
            </a:r>
            <a:r>
              <a:rPr lang="fr-FR" noProof="0" dirty="0" err="1"/>
              <a:t>text</a:t>
            </a:r>
            <a:endParaRPr lang="fr-FR" noProof="0" dirty="0"/>
          </a:p>
        </p:txBody>
      </p:sp>
      <p:sp>
        <p:nvSpPr>
          <p:cNvPr id="42" name="Subtitle 2"/>
          <p:cNvSpPr>
            <a:spLocks noGrp="1"/>
          </p:cNvSpPr>
          <p:nvPr>
            <p:ph type="subTitle" idx="1" hasCustomPrompt="1"/>
          </p:nvPr>
        </p:nvSpPr>
        <p:spPr>
          <a:xfrm>
            <a:off x="310687" y="2704144"/>
            <a:ext cx="4831185" cy="966156"/>
          </a:xfrm>
          <a:prstGeom prst="rect">
            <a:avLst/>
          </a:prstGeom>
        </p:spPr>
        <p:txBody>
          <a:bodyPr lIns="0" tIns="0" rIns="0" bIns="0"/>
          <a:lstStyle>
            <a:lvl1pPr marL="0" indent="0" algn="l">
              <a:buNone/>
              <a:defRPr baseline="0">
                <a:solidFill>
                  <a:schemeClr val="bg1"/>
                </a:solidFill>
              </a:defRPr>
            </a:lvl1pPr>
            <a:lvl2pPr marL="180975" indent="-180975" algn="l">
              <a:buClr>
                <a:schemeClr val="bg2"/>
              </a:buClr>
              <a:buSzPct val="100000"/>
              <a:buFont typeface="Wingdings" panose="05000000000000000000" pitchFamily="2" charset="2"/>
              <a:buChar char="§"/>
              <a:defRPr>
                <a:solidFill>
                  <a:schemeClr val="tx1"/>
                </a:solidFill>
              </a:defRPr>
            </a:lvl2pPr>
            <a:lvl3pPr marL="406800" indent="-190800" algn="l">
              <a:spcBef>
                <a:spcPts val="336"/>
              </a:spcBef>
              <a:buClrTx/>
              <a:buFont typeface="Helvetica 55 Roman" panose="020B0604020202020204" pitchFamily="34" charset="0"/>
              <a:buChar char="–"/>
              <a:defRPr>
                <a:solidFill>
                  <a:schemeClr val="tx1"/>
                </a:solidFill>
                <a:latin typeface="Helvetica 55 Roman" panose="020B0604020202020204" pitchFamily="34" charset="0"/>
              </a:defRPr>
            </a:lvl3pPr>
            <a:lvl4pPr marL="594000" indent="-172800" algn="l">
              <a:spcBef>
                <a:spcPts val="24"/>
              </a:spcBef>
              <a:buFont typeface="Helvetica 55 Roman" panose="020B0604020202020204" pitchFamily="34" charset="0"/>
              <a:buChar char="–"/>
              <a:defRPr>
                <a:solidFill>
                  <a:schemeClr val="tx1"/>
                </a:solidFill>
              </a:defRPr>
            </a:lvl4pPr>
            <a:lvl5pPr marL="799200" indent="-190800" algn="l">
              <a:buFont typeface="Helvetica 55 Roman" panose="020B0604020202020204" pitchFamily="34" charset="0"/>
              <a:buChar char="–"/>
              <a:defRPr>
                <a:solidFill>
                  <a:schemeClr val="tx1"/>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Click to </a:t>
            </a:r>
            <a:r>
              <a:rPr lang="fr-FR" dirty="0" err="1"/>
              <a:t>edit</a:t>
            </a:r>
            <a:r>
              <a:rPr lang="fr-FR" dirty="0"/>
              <a:t> </a:t>
            </a:r>
            <a:r>
              <a:rPr lang="fr-FR" dirty="0" err="1"/>
              <a:t>presenter</a:t>
            </a:r>
            <a:r>
              <a:rPr lang="fr-FR" dirty="0"/>
              <a:t> </a:t>
            </a:r>
            <a:r>
              <a:rPr lang="fr-FR" dirty="0" err="1"/>
              <a:t>name</a:t>
            </a:r>
            <a:endParaRPr lang="fr-FR" dirty="0"/>
          </a:p>
        </p:txBody>
      </p:sp>
      <p:grpSp>
        <p:nvGrpSpPr>
          <p:cNvPr id="49" name="Group 48">
            <a:extLst>
              <a:ext uri="{FF2B5EF4-FFF2-40B4-BE49-F238E27FC236}">
                <a16:creationId xmlns:a16="http://schemas.microsoft.com/office/drawing/2014/main" id="{81785F84-8526-D241-F735-14449917B915}"/>
              </a:ext>
            </a:extLst>
          </p:cNvPr>
          <p:cNvGrpSpPr>
            <a:grpSpLocks noChangeAspect="1"/>
          </p:cNvGrpSpPr>
          <p:nvPr userDrawn="1"/>
        </p:nvGrpSpPr>
        <p:grpSpPr>
          <a:xfrm>
            <a:off x="310686" y="4355678"/>
            <a:ext cx="3146531" cy="475200"/>
            <a:chOff x="-903015" y="2792089"/>
            <a:chExt cx="2142250" cy="323530"/>
          </a:xfrm>
        </p:grpSpPr>
        <p:sp>
          <p:nvSpPr>
            <p:cNvPr id="50" name="Freeform: Shape 49">
              <a:extLst>
                <a:ext uri="{FF2B5EF4-FFF2-40B4-BE49-F238E27FC236}">
                  <a16:creationId xmlns:a16="http://schemas.microsoft.com/office/drawing/2014/main" id="{825B5987-8A93-25CF-FD6A-F233E66E1E89}"/>
                </a:ext>
              </a:extLst>
            </p:cNvPr>
            <p:cNvSpPr/>
            <p:nvPr/>
          </p:nvSpPr>
          <p:spPr>
            <a:xfrm>
              <a:off x="-903015" y="2792089"/>
              <a:ext cx="323530" cy="32353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51" name="Freeform: Shape 50">
              <a:extLst>
                <a:ext uri="{FF2B5EF4-FFF2-40B4-BE49-F238E27FC236}">
                  <a16:creationId xmlns:a16="http://schemas.microsoft.com/office/drawing/2014/main" id="{CA497180-530B-B2D1-8D48-852854699469}"/>
                </a:ext>
              </a:extLst>
            </p:cNvPr>
            <p:cNvSpPr/>
            <p:nvPr/>
          </p:nvSpPr>
          <p:spPr>
            <a:xfrm>
              <a:off x="-804354" y="3042246"/>
              <a:ext cx="39834" cy="46522"/>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52" name="Freeform: Shape 51">
              <a:extLst>
                <a:ext uri="{FF2B5EF4-FFF2-40B4-BE49-F238E27FC236}">
                  <a16:creationId xmlns:a16="http://schemas.microsoft.com/office/drawing/2014/main" id="{33461961-5127-0970-F12C-3786E7B1117E}"/>
                </a:ext>
              </a:extLst>
            </p:cNvPr>
            <p:cNvSpPr/>
            <p:nvPr/>
          </p:nvSpPr>
          <p:spPr>
            <a:xfrm>
              <a:off x="-755177" y="3042183"/>
              <a:ext cx="40393" cy="46003"/>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53" name="Freeform: Shape 52">
              <a:extLst>
                <a:ext uri="{FF2B5EF4-FFF2-40B4-BE49-F238E27FC236}">
                  <a16:creationId xmlns:a16="http://schemas.microsoft.com/office/drawing/2014/main" id="{D1951633-8D2F-1251-4BF2-D52CCB7ABA78}"/>
                </a:ext>
              </a:extLst>
            </p:cNvPr>
            <p:cNvSpPr/>
            <p:nvPr/>
          </p:nvSpPr>
          <p:spPr>
            <a:xfrm>
              <a:off x="-657492" y="3042183"/>
              <a:ext cx="41717" cy="4686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54" name="Freeform: Shape 53">
              <a:extLst>
                <a:ext uri="{FF2B5EF4-FFF2-40B4-BE49-F238E27FC236}">
                  <a16:creationId xmlns:a16="http://schemas.microsoft.com/office/drawing/2014/main" id="{F0B46E2F-1208-3860-E5B2-E34D291BF947}"/>
                </a:ext>
              </a:extLst>
            </p:cNvPr>
            <p:cNvSpPr/>
            <p:nvPr/>
          </p:nvSpPr>
          <p:spPr>
            <a:xfrm>
              <a:off x="-885466" y="3042006"/>
              <a:ext cx="44553" cy="47527"/>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55" name="Freeform: Shape 54">
              <a:extLst>
                <a:ext uri="{FF2B5EF4-FFF2-40B4-BE49-F238E27FC236}">
                  <a16:creationId xmlns:a16="http://schemas.microsoft.com/office/drawing/2014/main" id="{A275301C-1FEA-4D69-ED9F-33EDEC930EC7}"/>
                </a:ext>
              </a:extLst>
            </p:cNvPr>
            <p:cNvSpPr/>
            <p:nvPr/>
          </p:nvSpPr>
          <p:spPr>
            <a:xfrm>
              <a:off x="-832791" y="3042269"/>
              <a:ext cx="25207" cy="45946"/>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56" name="Freeform: Shape 55">
              <a:extLst>
                <a:ext uri="{FF2B5EF4-FFF2-40B4-BE49-F238E27FC236}">
                  <a16:creationId xmlns:a16="http://schemas.microsoft.com/office/drawing/2014/main" id="{B1B6D3C8-A161-5B05-279F-4B7370E345FE}"/>
                </a:ext>
              </a:extLst>
            </p:cNvPr>
            <p:cNvSpPr/>
            <p:nvPr/>
          </p:nvSpPr>
          <p:spPr>
            <a:xfrm>
              <a:off x="-706663" y="3042206"/>
              <a:ext cx="42025" cy="63501"/>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57" name="Freeform: Shape 56">
              <a:extLst>
                <a:ext uri="{FF2B5EF4-FFF2-40B4-BE49-F238E27FC236}">
                  <a16:creationId xmlns:a16="http://schemas.microsoft.com/office/drawing/2014/main" id="{5E92D7FB-0F10-664F-B377-C2FCEB714B21}"/>
                </a:ext>
              </a:extLst>
            </p:cNvPr>
            <p:cNvSpPr/>
            <p:nvPr/>
          </p:nvSpPr>
          <p:spPr>
            <a:xfrm>
              <a:off x="-622886" y="3026118"/>
              <a:ext cx="31165" cy="14877"/>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58" name="Freeform: Shape 57">
              <a:extLst>
                <a:ext uri="{FF2B5EF4-FFF2-40B4-BE49-F238E27FC236}">
                  <a16:creationId xmlns:a16="http://schemas.microsoft.com/office/drawing/2014/main" id="{74BB871F-3ED7-C743-3DDC-99758B288F42}"/>
                </a:ext>
              </a:extLst>
            </p:cNvPr>
            <p:cNvSpPr/>
            <p:nvPr/>
          </p:nvSpPr>
          <p:spPr>
            <a:xfrm>
              <a:off x="-489298" y="2852206"/>
              <a:ext cx="180720" cy="203006"/>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rgbClr val="FFFFFF"/>
            </a:solidFill>
            <a:ln w="571" cap="flat">
              <a:noFill/>
              <a:prstDash val="solid"/>
              <a:miter/>
            </a:ln>
          </p:spPr>
          <p:txBody>
            <a:bodyPr rtlCol="0" anchor="ctr"/>
            <a:lstStyle/>
            <a:p>
              <a:endParaRPr lang="fr-FR"/>
            </a:p>
          </p:txBody>
        </p:sp>
        <p:sp>
          <p:nvSpPr>
            <p:cNvPr id="59" name="Freeform: Shape 58">
              <a:extLst>
                <a:ext uri="{FF2B5EF4-FFF2-40B4-BE49-F238E27FC236}">
                  <a16:creationId xmlns:a16="http://schemas.microsoft.com/office/drawing/2014/main" id="{34357CEB-4000-9AF3-41AB-2FEA64BF223B}"/>
                </a:ext>
              </a:extLst>
            </p:cNvPr>
            <p:cNvSpPr/>
            <p:nvPr/>
          </p:nvSpPr>
          <p:spPr>
            <a:xfrm>
              <a:off x="-302214" y="2910365"/>
              <a:ext cx="144031" cy="189692"/>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rgbClr val="FFFFFF"/>
            </a:solidFill>
            <a:ln w="571" cap="flat">
              <a:noFill/>
              <a:prstDash val="solid"/>
              <a:miter/>
            </a:ln>
          </p:spPr>
          <p:txBody>
            <a:bodyPr rtlCol="0" anchor="ctr"/>
            <a:lstStyle/>
            <a:p>
              <a:endParaRPr lang="fr-FR"/>
            </a:p>
          </p:txBody>
        </p:sp>
        <p:sp>
          <p:nvSpPr>
            <p:cNvPr id="60" name="Freeform: Shape 59">
              <a:extLst>
                <a:ext uri="{FF2B5EF4-FFF2-40B4-BE49-F238E27FC236}">
                  <a16:creationId xmlns:a16="http://schemas.microsoft.com/office/drawing/2014/main" id="{A522F787-45BF-EF31-12A7-56B3399BDEA9}"/>
                </a:ext>
              </a:extLst>
            </p:cNvPr>
            <p:cNvSpPr/>
            <p:nvPr/>
          </p:nvSpPr>
          <p:spPr>
            <a:xfrm>
              <a:off x="-148339" y="2856823"/>
              <a:ext cx="141588" cy="197567"/>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rgbClr val="FFFFFF"/>
            </a:solidFill>
            <a:ln w="571" cap="flat">
              <a:noFill/>
              <a:prstDash val="solid"/>
              <a:miter/>
            </a:ln>
          </p:spPr>
          <p:txBody>
            <a:bodyPr rtlCol="0" anchor="ctr"/>
            <a:lstStyle/>
            <a:p>
              <a:endParaRPr lang="fr-FR"/>
            </a:p>
          </p:txBody>
        </p:sp>
        <p:sp>
          <p:nvSpPr>
            <p:cNvPr id="61" name="Freeform: Shape 60">
              <a:extLst>
                <a:ext uri="{FF2B5EF4-FFF2-40B4-BE49-F238E27FC236}">
                  <a16:creationId xmlns:a16="http://schemas.microsoft.com/office/drawing/2014/main" id="{179E6DD7-7C15-EF71-E689-D904CB0AC486}"/>
                </a:ext>
              </a:extLst>
            </p:cNvPr>
            <p:cNvSpPr/>
            <p:nvPr/>
          </p:nvSpPr>
          <p:spPr>
            <a:xfrm>
              <a:off x="5142"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62" name="Freeform: Shape 61">
              <a:extLst>
                <a:ext uri="{FF2B5EF4-FFF2-40B4-BE49-F238E27FC236}">
                  <a16:creationId xmlns:a16="http://schemas.microsoft.com/office/drawing/2014/main" id="{4D04A45B-0D7F-A471-0914-E97746210279}"/>
                </a:ext>
              </a:extLst>
            </p:cNvPr>
            <p:cNvSpPr/>
            <p:nvPr/>
          </p:nvSpPr>
          <p:spPr>
            <a:xfrm>
              <a:off x="162710" y="2906559"/>
              <a:ext cx="90494" cy="14430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rgbClr val="FFFFFF"/>
            </a:solidFill>
            <a:ln w="571" cap="flat">
              <a:noFill/>
              <a:prstDash val="solid"/>
              <a:miter/>
            </a:ln>
          </p:spPr>
          <p:txBody>
            <a:bodyPr rtlCol="0" anchor="ctr"/>
            <a:lstStyle/>
            <a:p>
              <a:endParaRPr lang="fr-FR"/>
            </a:p>
          </p:txBody>
        </p:sp>
        <p:sp>
          <p:nvSpPr>
            <p:cNvPr id="63" name="Freeform: Shape 62">
              <a:extLst>
                <a:ext uri="{FF2B5EF4-FFF2-40B4-BE49-F238E27FC236}">
                  <a16:creationId xmlns:a16="http://schemas.microsoft.com/office/drawing/2014/main" id="{D272562A-5194-B2DC-DB74-DA4296F7571C}"/>
                </a:ext>
              </a:extLst>
            </p:cNvPr>
            <p:cNvSpPr/>
            <p:nvPr/>
          </p:nvSpPr>
          <p:spPr>
            <a:xfrm>
              <a:off x="258506" y="2856846"/>
              <a:ext cx="142952" cy="197556"/>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rgbClr val="FFFFFF"/>
            </a:solidFill>
            <a:ln w="571" cap="flat">
              <a:noFill/>
              <a:prstDash val="solid"/>
              <a:miter/>
            </a:ln>
          </p:spPr>
          <p:txBody>
            <a:bodyPr rtlCol="0" anchor="ctr"/>
            <a:lstStyle/>
            <a:p>
              <a:endParaRPr lang="fr-FR"/>
            </a:p>
          </p:txBody>
        </p:sp>
        <p:sp>
          <p:nvSpPr>
            <p:cNvPr id="64" name="Freeform: Shape 63">
              <a:extLst>
                <a:ext uri="{FF2B5EF4-FFF2-40B4-BE49-F238E27FC236}">
                  <a16:creationId xmlns:a16="http://schemas.microsoft.com/office/drawing/2014/main" id="{5DD2D246-45ED-8AD0-856C-5A917DB6439E}"/>
                </a:ext>
              </a:extLst>
            </p:cNvPr>
            <p:cNvSpPr/>
            <p:nvPr/>
          </p:nvSpPr>
          <p:spPr>
            <a:xfrm>
              <a:off x="419356"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sp>
          <p:nvSpPr>
            <p:cNvPr id="65" name="Freeform: Shape 64">
              <a:extLst>
                <a:ext uri="{FF2B5EF4-FFF2-40B4-BE49-F238E27FC236}">
                  <a16:creationId xmlns:a16="http://schemas.microsoft.com/office/drawing/2014/main" id="{B8EBAAC7-4B75-8912-21CE-7128DCF926D9}"/>
                </a:ext>
              </a:extLst>
            </p:cNvPr>
            <p:cNvSpPr/>
            <p:nvPr/>
          </p:nvSpPr>
          <p:spPr>
            <a:xfrm>
              <a:off x="561132" y="2856828"/>
              <a:ext cx="90505" cy="194040"/>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rgbClr val="FFFFFF"/>
            </a:solidFill>
            <a:ln w="571" cap="flat">
              <a:noFill/>
              <a:prstDash val="solid"/>
              <a:miter/>
            </a:ln>
          </p:spPr>
          <p:txBody>
            <a:bodyPr rtlCol="0" anchor="ctr"/>
            <a:lstStyle/>
            <a:p>
              <a:endParaRPr lang="fr-FR"/>
            </a:p>
          </p:txBody>
        </p:sp>
        <p:sp>
          <p:nvSpPr>
            <p:cNvPr id="66" name="Freeform: Shape 65">
              <a:extLst>
                <a:ext uri="{FF2B5EF4-FFF2-40B4-BE49-F238E27FC236}">
                  <a16:creationId xmlns:a16="http://schemas.microsoft.com/office/drawing/2014/main" id="{5E504469-1715-309B-3694-18554DD92D3C}"/>
                </a:ext>
              </a:extLst>
            </p:cNvPr>
            <p:cNvSpPr/>
            <p:nvPr/>
          </p:nvSpPr>
          <p:spPr>
            <a:xfrm>
              <a:off x="651981"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67" name="Freeform: Shape 66">
              <a:extLst>
                <a:ext uri="{FF2B5EF4-FFF2-40B4-BE49-F238E27FC236}">
                  <a16:creationId xmlns:a16="http://schemas.microsoft.com/office/drawing/2014/main" id="{46ECFCEC-F416-7DF6-1B6D-5A21E966209A}"/>
                </a:ext>
              </a:extLst>
            </p:cNvPr>
            <p:cNvSpPr/>
            <p:nvPr/>
          </p:nvSpPr>
          <p:spPr>
            <a:xfrm>
              <a:off x="809549" y="2906564"/>
              <a:ext cx="131801" cy="144310"/>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rgbClr val="FFFFFF"/>
            </a:solidFill>
            <a:ln w="571" cap="flat">
              <a:noFill/>
              <a:prstDash val="solid"/>
              <a:miter/>
            </a:ln>
          </p:spPr>
          <p:txBody>
            <a:bodyPr rtlCol="0" anchor="ctr"/>
            <a:lstStyle/>
            <a:p>
              <a:endParaRPr lang="fr-FR"/>
            </a:p>
          </p:txBody>
        </p:sp>
        <p:sp>
          <p:nvSpPr>
            <p:cNvPr id="68" name="Freeform: Shape 67">
              <a:extLst>
                <a:ext uri="{FF2B5EF4-FFF2-40B4-BE49-F238E27FC236}">
                  <a16:creationId xmlns:a16="http://schemas.microsoft.com/office/drawing/2014/main" id="{17CA44D4-60B2-66F8-63AF-00DABA1DB5DB}"/>
                </a:ext>
              </a:extLst>
            </p:cNvPr>
            <p:cNvSpPr/>
            <p:nvPr/>
          </p:nvSpPr>
          <p:spPr>
            <a:xfrm>
              <a:off x="958527" y="2906553"/>
              <a:ext cx="130174" cy="147843"/>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rgbClr val="FFFFFF"/>
            </a:solidFill>
            <a:ln w="571" cap="flat">
              <a:noFill/>
              <a:prstDash val="solid"/>
              <a:miter/>
            </a:ln>
          </p:spPr>
          <p:txBody>
            <a:bodyPr rtlCol="0" anchor="ctr"/>
            <a:lstStyle/>
            <a:p>
              <a:endParaRPr lang="fr-FR"/>
            </a:p>
          </p:txBody>
        </p:sp>
        <p:sp>
          <p:nvSpPr>
            <p:cNvPr id="69" name="Freeform: Shape 68">
              <a:extLst>
                <a:ext uri="{FF2B5EF4-FFF2-40B4-BE49-F238E27FC236}">
                  <a16:creationId xmlns:a16="http://schemas.microsoft.com/office/drawing/2014/main" id="{AB671A83-35F8-19E9-CE07-A7CD98F34822}"/>
                </a:ext>
              </a:extLst>
            </p:cNvPr>
            <p:cNvSpPr/>
            <p:nvPr/>
          </p:nvSpPr>
          <p:spPr>
            <a:xfrm>
              <a:off x="1099043"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grpSp>
    </p:spTree>
    <p:extLst>
      <p:ext uri="{BB962C8B-B14F-4D97-AF65-F5344CB8AC3E}">
        <p14:creationId xmlns:p14="http://schemas.microsoft.com/office/powerpoint/2010/main" val="2756640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1_Diapositive de titre">
    <p:spTree>
      <p:nvGrpSpPr>
        <p:cNvPr id="1" name=""/>
        <p:cNvGrpSpPr/>
        <p:nvPr/>
      </p:nvGrpSpPr>
      <p:grpSpPr>
        <a:xfrm>
          <a:off x="0" y="0"/>
          <a:ext cx="0" cy="0"/>
          <a:chOff x="0" y="0"/>
          <a:chExt cx="0" cy="0"/>
        </a:xfrm>
      </p:grpSpPr>
      <p:sp>
        <p:nvSpPr>
          <p:cNvPr id="42" name="Subtitle 2"/>
          <p:cNvSpPr>
            <a:spLocks noGrp="1"/>
          </p:cNvSpPr>
          <p:nvPr>
            <p:ph type="subTitle" idx="1" hasCustomPrompt="1"/>
          </p:nvPr>
        </p:nvSpPr>
        <p:spPr>
          <a:xfrm>
            <a:off x="283856" y="1779662"/>
            <a:ext cx="4831185" cy="824890"/>
          </a:xfrm>
          <a:prstGeom prst="rect">
            <a:avLst/>
          </a:prstGeom>
        </p:spPr>
        <p:txBody>
          <a:bodyPr lIns="0" tIns="0" rIns="0" bIns="0">
            <a:normAutofit/>
          </a:bodyPr>
          <a:lstStyle>
            <a:lvl1pPr marL="0" indent="0" algn="l">
              <a:buNone/>
              <a:defRPr sz="2800" baseline="0">
                <a:solidFill>
                  <a:schemeClr val="bg1"/>
                </a:solidFill>
              </a:defRPr>
            </a:lvl1pPr>
            <a:lvl2pPr marL="180975" indent="-180975" algn="l">
              <a:buClr>
                <a:schemeClr val="bg2"/>
              </a:buClr>
              <a:buSzPct val="100000"/>
              <a:buFont typeface="Wingdings" panose="05000000000000000000" pitchFamily="2" charset="2"/>
              <a:buChar char="§"/>
              <a:defRPr>
                <a:solidFill>
                  <a:schemeClr val="tx1"/>
                </a:solidFill>
              </a:defRPr>
            </a:lvl2pPr>
            <a:lvl3pPr marL="406800" indent="-190800" algn="l">
              <a:spcBef>
                <a:spcPts val="336"/>
              </a:spcBef>
              <a:buClrTx/>
              <a:buFont typeface="Helvetica 55 Roman" panose="020B0604020202020204" pitchFamily="34" charset="0"/>
              <a:buChar char="–"/>
              <a:defRPr>
                <a:solidFill>
                  <a:schemeClr val="tx1"/>
                </a:solidFill>
                <a:latin typeface="Helvetica 55 Roman" panose="020B0604020202020204" pitchFamily="34" charset="0"/>
              </a:defRPr>
            </a:lvl3pPr>
            <a:lvl4pPr marL="594000" indent="-172800" algn="l">
              <a:spcBef>
                <a:spcPts val="24"/>
              </a:spcBef>
              <a:buFont typeface="Helvetica 55 Roman" panose="020B0604020202020204" pitchFamily="34" charset="0"/>
              <a:buChar char="–"/>
              <a:defRPr>
                <a:solidFill>
                  <a:schemeClr val="tx1"/>
                </a:solidFill>
              </a:defRPr>
            </a:lvl4pPr>
            <a:lvl5pPr marL="799200" indent="-190800" algn="l">
              <a:buFont typeface="Helvetica 55 Roman" panose="020B0604020202020204" pitchFamily="34" charset="0"/>
              <a:buChar char="–"/>
              <a:defRPr>
                <a:solidFill>
                  <a:schemeClr val="tx1"/>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Click to </a:t>
            </a:r>
            <a:r>
              <a:rPr lang="fr-FR" dirty="0" err="1"/>
              <a:t>edit</a:t>
            </a:r>
            <a:r>
              <a:rPr lang="fr-FR" dirty="0"/>
              <a:t> </a:t>
            </a:r>
            <a:r>
              <a:rPr lang="fr-FR" dirty="0" err="1"/>
              <a:t>presenter</a:t>
            </a:r>
            <a:r>
              <a:rPr lang="fr-FR" dirty="0"/>
              <a:t> </a:t>
            </a:r>
            <a:r>
              <a:rPr lang="fr-FR" dirty="0" err="1"/>
              <a:t>name</a:t>
            </a:r>
            <a:endParaRPr lang="fr-FR" dirty="0"/>
          </a:p>
        </p:txBody>
      </p:sp>
      <p:grpSp>
        <p:nvGrpSpPr>
          <p:cNvPr id="49" name="Group 48">
            <a:extLst>
              <a:ext uri="{FF2B5EF4-FFF2-40B4-BE49-F238E27FC236}">
                <a16:creationId xmlns:a16="http://schemas.microsoft.com/office/drawing/2014/main" id="{81785F84-8526-D241-F735-14449917B915}"/>
              </a:ext>
            </a:extLst>
          </p:cNvPr>
          <p:cNvGrpSpPr>
            <a:grpSpLocks noChangeAspect="1"/>
          </p:cNvGrpSpPr>
          <p:nvPr userDrawn="1"/>
        </p:nvGrpSpPr>
        <p:grpSpPr>
          <a:xfrm>
            <a:off x="280192" y="4564452"/>
            <a:ext cx="2079351" cy="314031"/>
            <a:chOff x="-903015" y="2792089"/>
            <a:chExt cx="2142250" cy="323530"/>
          </a:xfrm>
        </p:grpSpPr>
        <p:sp>
          <p:nvSpPr>
            <p:cNvPr id="50" name="Freeform: Shape 49">
              <a:extLst>
                <a:ext uri="{FF2B5EF4-FFF2-40B4-BE49-F238E27FC236}">
                  <a16:creationId xmlns:a16="http://schemas.microsoft.com/office/drawing/2014/main" id="{825B5987-8A93-25CF-FD6A-F233E66E1E89}"/>
                </a:ext>
              </a:extLst>
            </p:cNvPr>
            <p:cNvSpPr/>
            <p:nvPr/>
          </p:nvSpPr>
          <p:spPr>
            <a:xfrm>
              <a:off x="-903015" y="2792089"/>
              <a:ext cx="323530" cy="32353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51" name="Freeform: Shape 50">
              <a:extLst>
                <a:ext uri="{FF2B5EF4-FFF2-40B4-BE49-F238E27FC236}">
                  <a16:creationId xmlns:a16="http://schemas.microsoft.com/office/drawing/2014/main" id="{CA497180-530B-B2D1-8D48-852854699469}"/>
                </a:ext>
              </a:extLst>
            </p:cNvPr>
            <p:cNvSpPr/>
            <p:nvPr/>
          </p:nvSpPr>
          <p:spPr>
            <a:xfrm>
              <a:off x="-804354" y="3042246"/>
              <a:ext cx="39834" cy="46522"/>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52" name="Freeform: Shape 51">
              <a:extLst>
                <a:ext uri="{FF2B5EF4-FFF2-40B4-BE49-F238E27FC236}">
                  <a16:creationId xmlns:a16="http://schemas.microsoft.com/office/drawing/2014/main" id="{33461961-5127-0970-F12C-3786E7B1117E}"/>
                </a:ext>
              </a:extLst>
            </p:cNvPr>
            <p:cNvSpPr/>
            <p:nvPr/>
          </p:nvSpPr>
          <p:spPr>
            <a:xfrm>
              <a:off x="-755177" y="3042183"/>
              <a:ext cx="40393" cy="46003"/>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53" name="Freeform: Shape 52">
              <a:extLst>
                <a:ext uri="{FF2B5EF4-FFF2-40B4-BE49-F238E27FC236}">
                  <a16:creationId xmlns:a16="http://schemas.microsoft.com/office/drawing/2014/main" id="{D1951633-8D2F-1251-4BF2-D52CCB7ABA78}"/>
                </a:ext>
              </a:extLst>
            </p:cNvPr>
            <p:cNvSpPr/>
            <p:nvPr/>
          </p:nvSpPr>
          <p:spPr>
            <a:xfrm>
              <a:off x="-657492" y="3042183"/>
              <a:ext cx="41717" cy="4686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54" name="Freeform: Shape 53">
              <a:extLst>
                <a:ext uri="{FF2B5EF4-FFF2-40B4-BE49-F238E27FC236}">
                  <a16:creationId xmlns:a16="http://schemas.microsoft.com/office/drawing/2014/main" id="{F0B46E2F-1208-3860-E5B2-E34D291BF947}"/>
                </a:ext>
              </a:extLst>
            </p:cNvPr>
            <p:cNvSpPr/>
            <p:nvPr/>
          </p:nvSpPr>
          <p:spPr>
            <a:xfrm>
              <a:off x="-885466" y="3042006"/>
              <a:ext cx="44553" cy="47527"/>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55" name="Freeform: Shape 54">
              <a:extLst>
                <a:ext uri="{FF2B5EF4-FFF2-40B4-BE49-F238E27FC236}">
                  <a16:creationId xmlns:a16="http://schemas.microsoft.com/office/drawing/2014/main" id="{A275301C-1FEA-4D69-ED9F-33EDEC930EC7}"/>
                </a:ext>
              </a:extLst>
            </p:cNvPr>
            <p:cNvSpPr/>
            <p:nvPr/>
          </p:nvSpPr>
          <p:spPr>
            <a:xfrm>
              <a:off x="-832791" y="3042269"/>
              <a:ext cx="25207" cy="45946"/>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56" name="Freeform: Shape 55">
              <a:extLst>
                <a:ext uri="{FF2B5EF4-FFF2-40B4-BE49-F238E27FC236}">
                  <a16:creationId xmlns:a16="http://schemas.microsoft.com/office/drawing/2014/main" id="{B1B6D3C8-A161-5B05-279F-4B7370E345FE}"/>
                </a:ext>
              </a:extLst>
            </p:cNvPr>
            <p:cNvSpPr/>
            <p:nvPr/>
          </p:nvSpPr>
          <p:spPr>
            <a:xfrm>
              <a:off x="-706663" y="3042206"/>
              <a:ext cx="42025" cy="63501"/>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57" name="Freeform: Shape 56">
              <a:extLst>
                <a:ext uri="{FF2B5EF4-FFF2-40B4-BE49-F238E27FC236}">
                  <a16:creationId xmlns:a16="http://schemas.microsoft.com/office/drawing/2014/main" id="{5E92D7FB-0F10-664F-B377-C2FCEB714B21}"/>
                </a:ext>
              </a:extLst>
            </p:cNvPr>
            <p:cNvSpPr/>
            <p:nvPr/>
          </p:nvSpPr>
          <p:spPr>
            <a:xfrm>
              <a:off x="-622886" y="3026118"/>
              <a:ext cx="31165" cy="14877"/>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58" name="Freeform: Shape 57">
              <a:extLst>
                <a:ext uri="{FF2B5EF4-FFF2-40B4-BE49-F238E27FC236}">
                  <a16:creationId xmlns:a16="http://schemas.microsoft.com/office/drawing/2014/main" id="{74BB871F-3ED7-C743-3DDC-99758B288F42}"/>
                </a:ext>
              </a:extLst>
            </p:cNvPr>
            <p:cNvSpPr/>
            <p:nvPr/>
          </p:nvSpPr>
          <p:spPr>
            <a:xfrm>
              <a:off x="-489298" y="2852206"/>
              <a:ext cx="180720" cy="203006"/>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rgbClr val="FFFFFF"/>
            </a:solidFill>
            <a:ln w="571" cap="flat">
              <a:noFill/>
              <a:prstDash val="solid"/>
              <a:miter/>
            </a:ln>
          </p:spPr>
          <p:txBody>
            <a:bodyPr rtlCol="0" anchor="ctr"/>
            <a:lstStyle/>
            <a:p>
              <a:endParaRPr lang="fr-FR"/>
            </a:p>
          </p:txBody>
        </p:sp>
        <p:sp>
          <p:nvSpPr>
            <p:cNvPr id="59" name="Freeform: Shape 58">
              <a:extLst>
                <a:ext uri="{FF2B5EF4-FFF2-40B4-BE49-F238E27FC236}">
                  <a16:creationId xmlns:a16="http://schemas.microsoft.com/office/drawing/2014/main" id="{34357CEB-4000-9AF3-41AB-2FEA64BF223B}"/>
                </a:ext>
              </a:extLst>
            </p:cNvPr>
            <p:cNvSpPr/>
            <p:nvPr/>
          </p:nvSpPr>
          <p:spPr>
            <a:xfrm>
              <a:off x="-302214" y="2910365"/>
              <a:ext cx="144031" cy="189692"/>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rgbClr val="FFFFFF"/>
            </a:solidFill>
            <a:ln w="571" cap="flat">
              <a:noFill/>
              <a:prstDash val="solid"/>
              <a:miter/>
            </a:ln>
          </p:spPr>
          <p:txBody>
            <a:bodyPr rtlCol="0" anchor="ctr"/>
            <a:lstStyle/>
            <a:p>
              <a:endParaRPr lang="fr-FR"/>
            </a:p>
          </p:txBody>
        </p:sp>
        <p:sp>
          <p:nvSpPr>
            <p:cNvPr id="60" name="Freeform: Shape 59">
              <a:extLst>
                <a:ext uri="{FF2B5EF4-FFF2-40B4-BE49-F238E27FC236}">
                  <a16:creationId xmlns:a16="http://schemas.microsoft.com/office/drawing/2014/main" id="{A522F787-45BF-EF31-12A7-56B3399BDEA9}"/>
                </a:ext>
              </a:extLst>
            </p:cNvPr>
            <p:cNvSpPr/>
            <p:nvPr/>
          </p:nvSpPr>
          <p:spPr>
            <a:xfrm>
              <a:off x="-148339" y="2856823"/>
              <a:ext cx="141588" cy="197567"/>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rgbClr val="FFFFFF"/>
            </a:solidFill>
            <a:ln w="571" cap="flat">
              <a:noFill/>
              <a:prstDash val="solid"/>
              <a:miter/>
            </a:ln>
          </p:spPr>
          <p:txBody>
            <a:bodyPr rtlCol="0" anchor="ctr"/>
            <a:lstStyle/>
            <a:p>
              <a:endParaRPr lang="fr-FR"/>
            </a:p>
          </p:txBody>
        </p:sp>
        <p:sp>
          <p:nvSpPr>
            <p:cNvPr id="61" name="Freeform: Shape 60">
              <a:extLst>
                <a:ext uri="{FF2B5EF4-FFF2-40B4-BE49-F238E27FC236}">
                  <a16:creationId xmlns:a16="http://schemas.microsoft.com/office/drawing/2014/main" id="{179E6DD7-7C15-EF71-E689-D904CB0AC486}"/>
                </a:ext>
              </a:extLst>
            </p:cNvPr>
            <p:cNvSpPr/>
            <p:nvPr/>
          </p:nvSpPr>
          <p:spPr>
            <a:xfrm>
              <a:off x="5142"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62" name="Freeform: Shape 61">
              <a:extLst>
                <a:ext uri="{FF2B5EF4-FFF2-40B4-BE49-F238E27FC236}">
                  <a16:creationId xmlns:a16="http://schemas.microsoft.com/office/drawing/2014/main" id="{4D04A45B-0D7F-A471-0914-E97746210279}"/>
                </a:ext>
              </a:extLst>
            </p:cNvPr>
            <p:cNvSpPr/>
            <p:nvPr/>
          </p:nvSpPr>
          <p:spPr>
            <a:xfrm>
              <a:off x="162710" y="2906559"/>
              <a:ext cx="90494" cy="14430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rgbClr val="FFFFFF"/>
            </a:solidFill>
            <a:ln w="571" cap="flat">
              <a:noFill/>
              <a:prstDash val="solid"/>
              <a:miter/>
            </a:ln>
          </p:spPr>
          <p:txBody>
            <a:bodyPr rtlCol="0" anchor="ctr"/>
            <a:lstStyle/>
            <a:p>
              <a:endParaRPr lang="fr-FR"/>
            </a:p>
          </p:txBody>
        </p:sp>
        <p:sp>
          <p:nvSpPr>
            <p:cNvPr id="63" name="Freeform: Shape 62">
              <a:extLst>
                <a:ext uri="{FF2B5EF4-FFF2-40B4-BE49-F238E27FC236}">
                  <a16:creationId xmlns:a16="http://schemas.microsoft.com/office/drawing/2014/main" id="{D272562A-5194-B2DC-DB74-DA4296F7571C}"/>
                </a:ext>
              </a:extLst>
            </p:cNvPr>
            <p:cNvSpPr/>
            <p:nvPr/>
          </p:nvSpPr>
          <p:spPr>
            <a:xfrm>
              <a:off x="258506" y="2856846"/>
              <a:ext cx="142952" cy="197556"/>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rgbClr val="FFFFFF"/>
            </a:solidFill>
            <a:ln w="571" cap="flat">
              <a:noFill/>
              <a:prstDash val="solid"/>
              <a:miter/>
            </a:ln>
          </p:spPr>
          <p:txBody>
            <a:bodyPr rtlCol="0" anchor="ctr"/>
            <a:lstStyle/>
            <a:p>
              <a:endParaRPr lang="fr-FR"/>
            </a:p>
          </p:txBody>
        </p:sp>
        <p:sp>
          <p:nvSpPr>
            <p:cNvPr id="64" name="Freeform: Shape 63">
              <a:extLst>
                <a:ext uri="{FF2B5EF4-FFF2-40B4-BE49-F238E27FC236}">
                  <a16:creationId xmlns:a16="http://schemas.microsoft.com/office/drawing/2014/main" id="{5DD2D246-45ED-8AD0-856C-5A917DB6439E}"/>
                </a:ext>
              </a:extLst>
            </p:cNvPr>
            <p:cNvSpPr/>
            <p:nvPr/>
          </p:nvSpPr>
          <p:spPr>
            <a:xfrm>
              <a:off x="419356"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sp>
          <p:nvSpPr>
            <p:cNvPr id="65" name="Freeform: Shape 64">
              <a:extLst>
                <a:ext uri="{FF2B5EF4-FFF2-40B4-BE49-F238E27FC236}">
                  <a16:creationId xmlns:a16="http://schemas.microsoft.com/office/drawing/2014/main" id="{B8EBAAC7-4B75-8912-21CE-7128DCF926D9}"/>
                </a:ext>
              </a:extLst>
            </p:cNvPr>
            <p:cNvSpPr/>
            <p:nvPr/>
          </p:nvSpPr>
          <p:spPr>
            <a:xfrm>
              <a:off x="561132" y="2856828"/>
              <a:ext cx="90505" cy="194040"/>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rgbClr val="FFFFFF"/>
            </a:solidFill>
            <a:ln w="571" cap="flat">
              <a:noFill/>
              <a:prstDash val="solid"/>
              <a:miter/>
            </a:ln>
          </p:spPr>
          <p:txBody>
            <a:bodyPr rtlCol="0" anchor="ctr"/>
            <a:lstStyle/>
            <a:p>
              <a:endParaRPr lang="fr-FR"/>
            </a:p>
          </p:txBody>
        </p:sp>
        <p:sp>
          <p:nvSpPr>
            <p:cNvPr id="66" name="Freeform: Shape 65">
              <a:extLst>
                <a:ext uri="{FF2B5EF4-FFF2-40B4-BE49-F238E27FC236}">
                  <a16:creationId xmlns:a16="http://schemas.microsoft.com/office/drawing/2014/main" id="{5E504469-1715-309B-3694-18554DD92D3C}"/>
                </a:ext>
              </a:extLst>
            </p:cNvPr>
            <p:cNvSpPr/>
            <p:nvPr/>
          </p:nvSpPr>
          <p:spPr>
            <a:xfrm>
              <a:off x="651981"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67" name="Freeform: Shape 66">
              <a:extLst>
                <a:ext uri="{FF2B5EF4-FFF2-40B4-BE49-F238E27FC236}">
                  <a16:creationId xmlns:a16="http://schemas.microsoft.com/office/drawing/2014/main" id="{46ECFCEC-F416-7DF6-1B6D-5A21E966209A}"/>
                </a:ext>
              </a:extLst>
            </p:cNvPr>
            <p:cNvSpPr/>
            <p:nvPr/>
          </p:nvSpPr>
          <p:spPr>
            <a:xfrm>
              <a:off x="809549" y="2906564"/>
              <a:ext cx="131801" cy="144310"/>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rgbClr val="FFFFFF"/>
            </a:solidFill>
            <a:ln w="571" cap="flat">
              <a:noFill/>
              <a:prstDash val="solid"/>
              <a:miter/>
            </a:ln>
          </p:spPr>
          <p:txBody>
            <a:bodyPr rtlCol="0" anchor="ctr"/>
            <a:lstStyle/>
            <a:p>
              <a:endParaRPr lang="fr-FR"/>
            </a:p>
          </p:txBody>
        </p:sp>
        <p:sp>
          <p:nvSpPr>
            <p:cNvPr id="68" name="Freeform: Shape 67">
              <a:extLst>
                <a:ext uri="{FF2B5EF4-FFF2-40B4-BE49-F238E27FC236}">
                  <a16:creationId xmlns:a16="http://schemas.microsoft.com/office/drawing/2014/main" id="{17CA44D4-60B2-66F8-63AF-00DABA1DB5DB}"/>
                </a:ext>
              </a:extLst>
            </p:cNvPr>
            <p:cNvSpPr/>
            <p:nvPr/>
          </p:nvSpPr>
          <p:spPr>
            <a:xfrm>
              <a:off x="958527" y="2906553"/>
              <a:ext cx="130174" cy="147843"/>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rgbClr val="FFFFFF"/>
            </a:solidFill>
            <a:ln w="571" cap="flat">
              <a:noFill/>
              <a:prstDash val="solid"/>
              <a:miter/>
            </a:ln>
          </p:spPr>
          <p:txBody>
            <a:bodyPr rtlCol="0" anchor="ctr"/>
            <a:lstStyle/>
            <a:p>
              <a:endParaRPr lang="fr-FR"/>
            </a:p>
          </p:txBody>
        </p:sp>
        <p:sp>
          <p:nvSpPr>
            <p:cNvPr id="69" name="Freeform: Shape 68">
              <a:extLst>
                <a:ext uri="{FF2B5EF4-FFF2-40B4-BE49-F238E27FC236}">
                  <a16:creationId xmlns:a16="http://schemas.microsoft.com/office/drawing/2014/main" id="{AB671A83-35F8-19E9-CE07-A7CD98F34822}"/>
                </a:ext>
              </a:extLst>
            </p:cNvPr>
            <p:cNvSpPr/>
            <p:nvPr/>
          </p:nvSpPr>
          <p:spPr>
            <a:xfrm>
              <a:off x="1099043"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grpSp>
      <p:grpSp>
        <p:nvGrpSpPr>
          <p:cNvPr id="3" name="Groupe 2">
            <a:extLst>
              <a:ext uri="{FF2B5EF4-FFF2-40B4-BE49-F238E27FC236}">
                <a16:creationId xmlns:a16="http://schemas.microsoft.com/office/drawing/2014/main" id="{28DCDFBE-A843-342F-2752-9334AC354864}"/>
              </a:ext>
            </a:extLst>
          </p:cNvPr>
          <p:cNvGrpSpPr/>
          <p:nvPr userDrawn="1"/>
        </p:nvGrpSpPr>
        <p:grpSpPr>
          <a:xfrm rot="16200000">
            <a:off x="2394364" y="123478"/>
            <a:ext cx="5688632" cy="5688632"/>
            <a:chOff x="2303748" y="-1415648"/>
            <a:chExt cx="5040560" cy="5040560"/>
          </a:xfrm>
        </p:grpSpPr>
        <p:sp>
          <p:nvSpPr>
            <p:cNvPr id="4" name="Arc partiel 3">
              <a:extLst>
                <a:ext uri="{FF2B5EF4-FFF2-40B4-BE49-F238E27FC236}">
                  <a16:creationId xmlns:a16="http://schemas.microsoft.com/office/drawing/2014/main" id="{EDD8BFD0-CBD6-B79D-7A9C-0A68BFE38260}"/>
                </a:ext>
              </a:extLst>
            </p:cNvPr>
            <p:cNvSpPr/>
            <p:nvPr userDrawn="1"/>
          </p:nvSpPr>
          <p:spPr>
            <a:xfrm>
              <a:off x="2303748" y="-1415648"/>
              <a:ext cx="5040560" cy="5040560"/>
            </a:xfrm>
            <a:prstGeom prst="pie">
              <a:avLst>
                <a:gd name="adj1" fmla="val 0"/>
                <a:gd name="adj2" fmla="val 53953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5" name="Arc partiel 4">
              <a:extLst>
                <a:ext uri="{FF2B5EF4-FFF2-40B4-BE49-F238E27FC236}">
                  <a16:creationId xmlns:a16="http://schemas.microsoft.com/office/drawing/2014/main" id="{997FCFB7-411C-D2BD-42C5-325D00DD2391}"/>
                </a:ext>
              </a:extLst>
            </p:cNvPr>
            <p:cNvSpPr/>
            <p:nvPr userDrawn="1"/>
          </p:nvSpPr>
          <p:spPr>
            <a:xfrm rot="5400000">
              <a:off x="3839713" y="93380"/>
              <a:ext cx="1968630" cy="1968630"/>
            </a:xfrm>
            <a:prstGeom prst="pie">
              <a:avLst>
                <a:gd name="adj1" fmla="val 0"/>
                <a:gd name="adj2" fmla="val 5395325"/>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6" name="Arc partiel 5">
              <a:extLst>
                <a:ext uri="{FF2B5EF4-FFF2-40B4-BE49-F238E27FC236}">
                  <a16:creationId xmlns:a16="http://schemas.microsoft.com/office/drawing/2014/main" id="{8E92C36F-110B-3638-27F5-3F6F90388C78}"/>
                </a:ext>
              </a:extLst>
            </p:cNvPr>
            <p:cNvSpPr/>
            <p:nvPr userDrawn="1"/>
          </p:nvSpPr>
          <p:spPr>
            <a:xfrm rot="10800000">
              <a:off x="3211131" y="-522807"/>
              <a:ext cx="3265955" cy="3265955"/>
            </a:xfrm>
            <a:prstGeom prst="pie">
              <a:avLst>
                <a:gd name="adj1" fmla="val 0"/>
                <a:gd name="adj2" fmla="val 53953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solidFill>
              </a:endParaRPr>
            </a:p>
          </p:txBody>
        </p:sp>
      </p:grpSp>
      <p:sp>
        <p:nvSpPr>
          <p:cNvPr id="2" name="Title 1"/>
          <p:cNvSpPr>
            <a:spLocks noGrp="1"/>
          </p:cNvSpPr>
          <p:nvPr>
            <p:ph type="ctrTitle" hasCustomPrompt="1"/>
          </p:nvPr>
        </p:nvSpPr>
        <p:spPr>
          <a:xfrm>
            <a:off x="280192" y="422032"/>
            <a:ext cx="4834849" cy="1069598"/>
          </a:xfrm>
        </p:spPr>
        <p:txBody>
          <a:bodyPr>
            <a:noAutofit/>
          </a:bodyPr>
          <a:lstStyle>
            <a:lvl1pPr algn="l">
              <a:lnSpc>
                <a:spcPct val="85000"/>
              </a:lnSpc>
              <a:defRPr sz="3600" baseline="0">
                <a:solidFill>
                  <a:schemeClr val="bg2"/>
                </a:solidFill>
              </a:defRPr>
            </a:lvl1pPr>
          </a:lstStyle>
          <a:p>
            <a:r>
              <a:rPr lang="fr-FR" noProof="0" dirty="0"/>
              <a:t>Click to </a:t>
            </a:r>
            <a:r>
              <a:rPr lang="fr-FR" noProof="0" dirty="0" err="1"/>
              <a:t>edit</a:t>
            </a:r>
            <a:r>
              <a:rPr lang="fr-FR" noProof="0" dirty="0"/>
              <a:t> </a:t>
            </a:r>
            <a:r>
              <a:rPr lang="fr-FR" noProof="0" dirty="0" err="1"/>
              <a:t>title</a:t>
            </a:r>
            <a:endParaRPr lang="fr-FR" noProof="0" dirty="0"/>
          </a:p>
        </p:txBody>
      </p:sp>
      <p:sp>
        <p:nvSpPr>
          <p:cNvPr id="17" name="Text Placeholder 17"/>
          <p:cNvSpPr>
            <a:spLocks noGrp="1"/>
          </p:cNvSpPr>
          <p:nvPr>
            <p:ph type="body" sz="quarter" idx="16" hasCustomPrompt="1"/>
          </p:nvPr>
        </p:nvSpPr>
        <p:spPr>
          <a:xfrm>
            <a:off x="5378851" y="4230182"/>
            <a:ext cx="3024336" cy="559792"/>
          </a:xfrm>
          <a:prstGeom prst="rect">
            <a:avLst/>
          </a:prstGeom>
        </p:spPr>
        <p:txBody>
          <a:bodyPr lIns="0" tIns="0" rIns="0" bIns="0"/>
          <a:lstStyle>
            <a:lvl1pPr>
              <a:defRPr/>
            </a:lvl1pPr>
            <a:lvl2pPr>
              <a:defRPr>
                <a:solidFill>
                  <a:schemeClr val="bg1"/>
                </a:solidFill>
              </a:defRPr>
            </a:lvl2pPr>
          </a:lstStyle>
          <a:p>
            <a:pPr lvl="0"/>
            <a:r>
              <a:rPr lang="fr-FR" noProof="0" dirty="0"/>
              <a:t>Click to </a:t>
            </a:r>
            <a:r>
              <a:rPr lang="fr-FR" noProof="0" dirty="0" err="1"/>
              <a:t>edit</a:t>
            </a:r>
            <a:r>
              <a:rPr lang="fr-FR" noProof="0" dirty="0"/>
              <a:t> </a:t>
            </a:r>
            <a:r>
              <a:rPr lang="fr-FR" noProof="0" dirty="0" err="1"/>
              <a:t>text</a:t>
            </a:r>
            <a:endParaRPr lang="fr-FR" noProof="0" dirty="0"/>
          </a:p>
        </p:txBody>
      </p:sp>
    </p:spTree>
    <p:extLst>
      <p:ext uri="{BB962C8B-B14F-4D97-AF65-F5344CB8AC3E}">
        <p14:creationId xmlns:p14="http://schemas.microsoft.com/office/powerpoint/2010/main" val="274356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Diapositive de titre">
    <p:spTree>
      <p:nvGrpSpPr>
        <p:cNvPr id="1" name=""/>
        <p:cNvGrpSpPr/>
        <p:nvPr/>
      </p:nvGrpSpPr>
      <p:grpSpPr>
        <a:xfrm>
          <a:off x="0" y="0"/>
          <a:ext cx="0" cy="0"/>
          <a:chOff x="0" y="0"/>
          <a:chExt cx="0" cy="0"/>
        </a:xfrm>
      </p:grpSpPr>
      <p:grpSp>
        <p:nvGrpSpPr>
          <p:cNvPr id="22" name="Groupe 21">
            <a:extLst>
              <a:ext uri="{FF2B5EF4-FFF2-40B4-BE49-F238E27FC236}">
                <a16:creationId xmlns:a16="http://schemas.microsoft.com/office/drawing/2014/main" id="{2697D6CF-BC35-C41F-822A-2EB1F572C45F}"/>
              </a:ext>
            </a:extLst>
          </p:cNvPr>
          <p:cNvGrpSpPr/>
          <p:nvPr userDrawn="1"/>
        </p:nvGrpSpPr>
        <p:grpSpPr>
          <a:xfrm rot="10800000">
            <a:off x="683568" y="555526"/>
            <a:ext cx="5414148" cy="5414148"/>
            <a:chOff x="2303748" y="-1415648"/>
            <a:chExt cx="5040560" cy="5040560"/>
          </a:xfrm>
        </p:grpSpPr>
        <p:sp>
          <p:nvSpPr>
            <p:cNvPr id="17" name="Arc partiel 16">
              <a:extLst>
                <a:ext uri="{FF2B5EF4-FFF2-40B4-BE49-F238E27FC236}">
                  <a16:creationId xmlns:a16="http://schemas.microsoft.com/office/drawing/2014/main" id="{BCEE340D-791D-BC59-B9C3-CF7CB3487EC7}"/>
                </a:ext>
              </a:extLst>
            </p:cNvPr>
            <p:cNvSpPr/>
            <p:nvPr userDrawn="1"/>
          </p:nvSpPr>
          <p:spPr>
            <a:xfrm>
              <a:off x="2303748" y="-1415648"/>
              <a:ext cx="5040560" cy="5040560"/>
            </a:xfrm>
            <a:prstGeom prst="pie">
              <a:avLst>
                <a:gd name="adj1" fmla="val 0"/>
                <a:gd name="adj2" fmla="val 539532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8" name="Arc partiel 17">
              <a:extLst>
                <a:ext uri="{FF2B5EF4-FFF2-40B4-BE49-F238E27FC236}">
                  <a16:creationId xmlns:a16="http://schemas.microsoft.com/office/drawing/2014/main" id="{84EBE3A6-73CD-2B2E-90ED-FE3015E2162B}"/>
                </a:ext>
              </a:extLst>
            </p:cNvPr>
            <p:cNvSpPr/>
            <p:nvPr userDrawn="1"/>
          </p:nvSpPr>
          <p:spPr>
            <a:xfrm rot="5400000">
              <a:off x="4271947" y="618455"/>
              <a:ext cx="1104164" cy="972355"/>
            </a:xfrm>
            <a:prstGeom prst="pie">
              <a:avLst>
                <a:gd name="adj1" fmla="val 10751675"/>
                <a:gd name="adj2" fmla="val 16183374"/>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9" name="Arc partiel 18">
              <a:extLst>
                <a:ext uri="{FF2B5EF4-FFF2-40B4-BE49-F238E27FC236}">
                  <a16:creationId xmlns:a16="http://schemas.microsoft.com/office/drawing/2014/main" id="{06819355-D6FB-DB4B-1CF1-350F655FFB9F}"/>
                </a:ext>
              </a:extLst>
            </p:cNvPr>
            <p:cNvSpPr/>
            <p:nvPr userDrawn="1"/>
          </p:nvSpPr>
          <p:spPr>
            <a:xfrm>
              <a:off x="3191051" y="-528345"/>
              <a:ext cx="3265955" cy="3265955"/>
            </a:xfrm>
            <a:prstGeom prst="pie">
              <a:avLst>
                <a:gd name="adj1" fmla="val 0"/>
                <a:gd name="adj2" fmla="val 53953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grpSp>
      <p:sp>
        <p:nvSpPr>
          <p:cNvPr id="2" name="Subtitle 2">
            <a:extLst>
              <a:ext uri="{FF2B5EF4-FFF2-40B4-BE49-F238E27FC236}">
                <a16:creationId xmlns:a16="http://schemas.microsoft.com/office/drawing/2014/main" id="{653E06A3-2B13-518B-4BAA-30BF2A3E94BF}"/>
              </a:ext>
            </a:extLst>
          </p:cNvPr>
          <p:cNvSpPr>
            <a:spLocks noGrp="1"/>
          </p:cNvSpPr>
          <p:nvPr>
            <p:ph type="subTitle" idx="1" hasCustomPrompt="1"/>
          </p:nvPr>
        </p:nvSpPr>
        <p:spPr>
          <a:xfrm>
            <a:off x="3553306" y="2305056"/>
            <a:ext cx="4244808" cy="773970"/>
          </a:xfrm>
          <a:prstGeom prst="rect">
            <a:avLst/>
          </a:prstGeom>
        </p:spPr>
        <p:txBody>
          <a:bodyPr lIns="0" tIns="0" rIns="0" bIns="0">
            <a:noAutofit/>
          </a:bodyPr>
          <a:lstStyle>
            <a:lvl1pPr marL="0" indent="0" algn="l">
              <a:buNone/>
              <a:defRPr sz="2800" baseline="0">
                <a:solidFill>
                  <a:schemeClr val="bg1"/>
                </a:solidFill>
              </a:defRPr>
            </a:lvl1pPr>
            <a:lvl2pPr marL="180975" indent="-180975" algn="l">
              <a:buClr>
                <a:schemeClr val="bg2"/>
              </a:buClr>
              <a:buSzPct val="100000"/>
              <a:buFont typeface="Wingdings" panose="05000000000000000000" pitchFamily="2" charset="2"/>
              <a:buChar char="§"/>
              <a:defRPr>
                <a:solidFill>
                  <a:schemeClr val="tx1"/>
                </a:solidFill>
              </a:defRPr>
            </a:lvl2pPr>
            <a:lvl3pPr marL="406800" indent="-190800" algn="l">
              <a:spcBef>
                <a:spcPts val="336"/>
              </a:spcBef>
              <a:buClrTx/>
              <a:buFont typeface="Helvetica 55 Roman" panose="020B0604020202020204" pitchFamily="34" charset="0"/>
              <a:buChar char="–"/>
              <a:defRPr>
                <a:solidFill>
                  <a:schemeClr val="tx1"/>
                </a:solidFill>
                <a:latin typeface="Helvetica 55 Roman" panose="020B0604020202020204" pitchFamily="34" charset="0"/>
              </a:defRPr>
            </a:lvl3pPr>
            <a:lvl4pPr marL="594000" indent="-172800" algn="l">
              <a:spcBef>
                <a:spcPts val="24"/>
              </a:spcBef>
              <a:buFont typeface="Helvetica 55 Roman" panose="020B0604020202020204" pitchFamily="34" charset="0"/>
              <a:buChar char="–"/>
              <a:defRPr>
                <a:solidFill>
                  <a:schemeClr val="tx1"/>
                </a:solidFill>
              </a:defRPr>
            </a:lvl4pPr>
            <a:lvl5pPr marL="799200" indent="-190800" algn="l">
              <a:buFont typeface="Helvetica 55 Roman" panose="020B0604020202020204" pitchFamily="34" charset="0"/>
              <a:buChar char="–"/>
              <a:defRPr>
                <a:solidFill>
                  <a:schemeClr val="tx1"/>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Click to </a:t>
            </a:r>
            <a:r>
              <a:rPr lang="fr-FR" dirty="0" err="1"/>
              <a:t>edit</a:t>
            </a:r>
            <a:r>
              <a:rPr lang="fr-FR" dirty="0"/>
              <a:t> </a:t>
            </a:r>
            <a:r>
              <a:rPr lang="fr-FR" dirty="0" err="1"/>
              <a:t>presenter</a:t>
            </a:r>
            <a:r>
              <a:rPr lang="fr-FR" dirty="0"/>
              <a:t> </a:t>
            </a:r>
            <a:r>
              <a:rPr lang="fr-FR" dirty="0" err="1"/>
              <a:t>name</a:t>
            </a:r>
            <a:endParaRPr lang="fr-FR" dirty="0"/>
          </a:p>
        </p:txBody>
      </p:sp>
      <p:sp>
        <p:nvSpPr>
          <p:cNvPr id="3" name="Title 1">
            <a:extLst>
              <a:ext uri="{FF2B5EF4-FFF2-40B4-BE49-F238E27FC236}">
                <a16:creationId xmlns:a16="http://schemas.microsoft.com/office/drawing/2014/main" id="{2EC7239E-E2D1-6527-746E-44D3EECE032C}"/>
              </a:ext>
            </a:extLst>
          </p:cNvPr>
          <p:cNvSpPr>
            <a:spLocks noGrp="1"/>
          </p:cNvSpPr>
          <p:nvPr>
            <p:ph type="ctrTitle" hasCustomPrompt="1"/>
          </p:nvPr>
        </p:nvSpPr>
        <p:spPr>
          <a:xfrm>
            <a:off x="3553306" y="843558"/>
            <a:ext cx="3960440" cy="1282402"/>
          </a:xfrm>
        </p:spPr>
        <p:txBody>
          <a:bodyPr>
            <a:noAutofit/>
          </a:bodyPr>
          <a:lstStyle>
            <a:lvl1pPr algn="l">
              <a:lnSpc>
                <a:spcPct val="85000"/>
              </a:lnSpc>
              <a:defRPr sz="3600" baseline="0">
                <a:solidFill>
                  <a:schemeClr val="bg2"/>
                </a:solidFill>
              </a:defRPr>
            </a:lvl1pPr>
          </a:lstStyle>
          <a:p>
            <a:r>
              <a:rPr lang="fr-FR" noProof="0" dirty="0"/>
              <a:t>Click to </a:t>
            </a:r>
            <a:r>
              <a:rPr lang="fr-FR" noProof="0" dirty="0" err="1"/>
              <a:t>edit</a:t>
            </a:r>
            <a:r>
              <a:rPr lang="fr-FR" noProof="0" dirty="0"/>
              <a:t> </a:t>
            </a:r>
            <a:r>
              <a:rPr lang="fr-FR" noProof="0" dirty="0" err="1"/>
              <a:t>title</a:t>
            </a:r>
            <a:endParaRPr lang="fr-FR" noProof="0" dirty="0"/>
          </a:p>
        </p:txBody>
      </p:sp>
      <p:sp>
        <p:nvSpPr>
          <p:cNvPr id="4" name="Text Placeholder 17">
            <a:extLst>
              <a:ext uri="{FF2B5EF4-FFF2-40B4-BE49-F238E27FC236}">
                <a16:creationId xmlns:a16="http://schemas.microsoft.com/office/drawing/2014/main" id="{3C1FB2B9-F3AA-620F-7C57-E5188196C76D}"/>
              </a:ext>
            </a:extLst>
          </p:cNvPr>
          <p:cNvSpPr>
            <a:spLocks noGrp="1"/>
          </p:cNvSpPr>
          <p:nvPr>
            <p:ph type="body" sz="quarter" idx="16" hasCustomPrompt="1"/>
          </p:nvPr>
        </p:nvSpPr>
        <p:spPr>
          <a:xfrm>
            <a:off x="3553306" y="3299840"/>
            <a:ext cx="3024336" cy="559792"/>
          </a:xfrm>
          <a:prstGeom prst="rect">
            <a:avLst/>
          </a:prstGeom>
        </p:spPr>
        <p:txBody>
          <a:bodyPr lIns="0" tIns="0" rIns="0" bIns="0"/>
          <a:lstStyle>
            <a:lvl1pPr>
              <a:defRPr/>
            </a:lvl1pPr>
            <a:lvl2pPr>
              <a:defRPr>
                <a:solidFill>
                  <a:schemeClr val="bg1"/>
                </a:solidFill>
              </a:defRPr>
            </a:lvl2pPr>
          </a:lstStyle>
          <a:p>
            <a:pPr lvl="0"/>
            <a:r>
              <a:rPr lang="fr-FR" noProof="0" dirty="0"/>
              <a:t>Date</a:t>
            </a:r>
          </a:p>
        </p:txBody>
      </p:sp>
      <p:grpSp>
        <p:nvGrpSpPr>
          <p:cNvPr id="32" name="Group 48">
            <a:extLst>
              <a:ext uri="{FF2B5EF4-FFF2-40B4-BE49-F238E27FC236}">
                <a16:creationId xmlns:a16="http://schemas.microsoft.com/office/drawing/2014/main" id="{316EC9E2-B267-9620-DABC-2ADC76A19141}"/>
              </a:ext>
            </a:extLst>
          </p:cNvPr>
          <p:cNvGrpSpPr>
            <a:grpSpLocks noChangeAspect="1"/>
          </p:cNvGrpSpPr>
          <p:nvPr userDrawn="1"/>
        </p:nvGrpSpPr>
        <p:grpSpPr>
          <a:xfrm>
            <a:off x="179512" y="4633983"/>
            <a:ext cx="2079351" cy="314031"/>
            <a:chOff x="-903015" y="2792089"/>
            <a:chExt cx="2142250" cy="323530"/>
          </a:xfrm>
        </p:grpSpPr>
        <p:sp>
          <p:nvSpPr>
            <p:cNvPr id="33" name="Freeform: Shape 49">
              <a:extLst>
                <a:ext uri="{FF2B5EF4-FFF2-40B4-BE49-F238E27FC236}">
                  <a16:creationId xmlns:a16="http://schemas.microsoft.com/office/drawing/2014/main" id="{98F5C672-E8FC-507A-8171-79ABE33C6330}"/>
                </a:ext>
              </a:extLst>
            </p:cNvPr>
            <p:cNvSpPr/>
            <p:nvPr/>
          </p:nvSpPr>
          <p:spPr>
            <a:xfrm>
              <a:off x="-903015" y="2792089"/>
              <a:ext cx="323530" cy="32353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34" name="Freeform: Shape 50">
              <a:extLst>
                <a:ext uri="{FF2B5EF4-FFF2-40B4-BE49-F238E27FC236}">
                  <a16:creationId xmlns:a16="http://schemas.microsoft.com/office/drawing/2014/main" id="{134CF89B-87E7-2929-ED56-8EA330EEF9C7}"/>
                </a:ext>
              </a:extLst>
            </p:cNvPr>
            <p:cNvSpPr/>
            <p:nvPr/>
          </p:nvSpPr>
          <p:spPr>
            <a:xfrm>
              <a:off x="-804354" y="3042246"/>
              <a:ext cx="39834" cy="46522"/>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35" name="Freeform: Shape 51">
              <a:extLst>
                <a:ext uri="{FF2B5EF4-FFF2-40B4-BE49-F238E27FC236}">
                  <a16:creationId xmlns:a16="http://schemas.microsoft.com/office/drawing/2014/main" id="{A1E4D08D-17B4-E758-F049-5F8700B4CCA4}"/>
                </a:ext>
              </a:extLst>
            </p:cNvPr>
            <p:cNvSpPr/>
            <p:nvPr/>
          </p:nvSpPr>
          <p:spPr>
            <a:xfrm>
              <a:off x="-755177" y="3042183"/>
              <a:ext cx="40393" cy="46003"/>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36" name="Freeform: Shape 52">
              <a:extLst>
                <a:ext uri="{FF2B5EF4-FFF2-40B4-BE49-F238E27FC236}">
                  <a16:creationId xmlns:a16="http://schemas.microsoft.com/office/drawing/2014/main" id="{9C8D6D7A-5195-2D6A-C17F-626B220BC61B}"/>
                </a:ext>
              </a:extLst>
            </p:cNvPr>
            <p:cNvSpPr/>
            <p:nvPr/>
          </p:nvSpPr>
          <p:spPr>
            <a:xfrm>
              <a:off x="-657492" y="3042183"/>
              <a:ext cx="41717" cy="4686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37" name="Freeform: Shape 53">
              <a:extLst>
                <a:ext uri="{FF2B5EF4-FFF2-40B4-BE49-F238E27FC236}">
                  <a16:creationId xmlns:a16="http://schemas.microsoft.com/office/drawing/2014/main" id="{92F7F704-6830-3CA1-D899-E45BBCDA2BF0}"/>
                </a:ext>
              </a:extLst>
            </p:cNvPr>
            <p:cNvSpPr/>
            <p:nvPr/>
          </p:nvSpPr>
          <p:spPr>
            <a:xfrm>
              <a:off x="-885466" y="3042006"/>
              <a:ext cx="44553" cy="47527"/>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38" name="Freeform: Shape 54">
              <a:extLst>
                <a:ext uri="{FF2B5EF4-FFF2-40B4-BE49-F238E27FC236}">
                  <a16:creationId xmlns:a16="http://schemas.microsoft.com/office/drawing/2014/main" id="{3A8FB099-33BA-062E-AF5C-2EBB88A591BD}"/>
                </a:ext>
              </a:extLst>
            </p:cNvPr>
            <p:cNvSpPr/>
            <p:nvPr/>
          </p:nvSpPr>
          <p:spPr>
            <a:xfrm>
              <a:off x="-832791" y="3042269"/>
              <a:ext cx="25207" cy="45946"/>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39" name="Freeform: Shape 55">
              <a:extLst>
                <a:ext uri="{FF2B5EF4-FFF2-40B4-BE49-F238E27FC236}">
                  <a16:creationId xmlns:a16="http://schemas.microsoft.com/office/drawing/2014/main" id="{C835E2D3-BEA1-531D-5832-D1D3CB5FB4A0}"/>
                </a:ext>
              </a:extLst>
            </p:cNvPr>
            <p:cNvSpPr/>
            <p:nvPr/>
          </p:nvSpPr>
          <p:spPr>
            <a:xfrm>
              <a:off x="-706663" y="3042206"/>
              <a:ext cx="42025" cy="63501"/>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40" name="Freeform: Shape 56">
              <a:extLst>
                <a:ext uri="{FF2B5EF4-FFF2-40B4-BE49-F238E27FC236}">
                  <a16:creationId xmlns:a16="http://schemas.microsoft.com/office/drawing/2014/main" id="{1891A9CA-107C-D8D7-A8CA-D3B1268DBE2C}"/>
                </a:ext>
              </a:extLst>
            </p:cNvPr>
            <p:cNvSpPr/>
            <p:nvPr/>
          </p:nvSpPr>
          <p:spPr>
            <a:xfrm>
              <a:off x="-622886" y="3026118"/>
              <a:ext cx="31165" cy="14877"/>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41" name="Freeform: Shape 57">
              <a:extLst>
                <a:ext uri="{FF2B5EF4-FFF2-40B4-BE49-F238E27FC236}">
                  <a16:creationId xmlns:a16="http://schemas.microsoft.com/office/drawing/2014/main" id="{C544EA8A-83D3-F45F-48A2-06E670361D30}"/>
                </a:ext>
              </a:extLst>
            </p:cNvPr>
            <p:cNvSpPr/>
            <p:nvPr/>
          </p:nvSpPr>
          <p:spPr>
            <a:xfrm>
              <a:off x="-489298" y="2852206"/>
              <a:ext cx="180720" cy="203006"/>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rgbClr val="FFFFFF"/>
            </a:solidFill>
            <a:ln w="571" cap="flat">
              <a:noFill/>
              <a:prstDash val="solid"/>
              <a:miter/>
            </a:ln>
          </p:spPr>
          <p:txBody>
            <a:bodyPr rtlCol="0" anchor="ctr"/>
            <a:lstStyle/>
            <a:p>
              <a:endParaRPr lang="fr-FR"/>
            </a:p>
          </p:txBody>
        </p:sp>
        <p:sp>
          <p:nvSpPr>
            <p:cNvPr id="42" name="Freeform: Shape 58">
              <a:extLst>
                <a:ext uri="{FF2B5EF4-FFF2-40B4-BE49-F238E27FC236}">
                  <a16:creationId xmlns:a16="http://schemas.microsoft.com/office/drawing/2014/main" id="{BFCB2650-D05A-184C-5AD7-ED55FDB7FB9C}"/>
                </a:ext>
              </a:extLst>
            </p:cNvPr>
            <p:cNvSpPr/>
            <p:nvPr/>
          </p:nvSpPr>
          <p:spPr>
            <a:xfrm>
              <a:off x="-302214" y="2910365"/>
              <a:ext cx="144031" cy="189692"/>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rgbClr val="FFFFFF"/>
            </a:solidFill>
            <a:ln w="571" cap="flat">
              <a:noFill/>
              <a:prstDash val="solid"/>
              <a:miter/>
            </a:ln>
          </p:spPr>
          <p:txBody>
            <a:bodyPr rtlCol="0" anchor="ctr"/>
            <a:lstStyle/>
            <a:p>
              <a:endParaRPr lang="fr-FR"/>
            </a:p>
          </p:txBody>
        </p:sp>
        <p:sp>
          <p:nvSpPr>
            <p:cNvPr id="43" name="Freeform: Shape 59">
              <a:extLst>
                <a:ext uri="{FF2B5EF4-FFF2-40B4-BE49-F238E27FC236}">
                  <a16:creationId xmlns:a16="http://schemas.microsoft.com/office/drawing/2014/main" id="{BE2195FB-836E-47BD-3EA1-0AA4DAE2A9F8}"/>
                </a:ext>
              </a:extLst>
            </p:cNvPr>
            <p:cNvSpPr/>
            <p:nvPr/>
          </p:nvSpPr>
          <p:spPr>
            <a:xfrm>
              <a:off x="-148339" y="2856823"/>
              <a:ext cx="141588" cy="197567"/>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rgbClr val="FFFFFF"/>
            </a:solidFill>
            <a:ln w="571" cap="flat">
              <a:noFill/>
              <a:prstDash val="solid"/>
              <a:miter/>
            </a:ln>
          </p:spPr>
          <p:txBody>
            <a:bodyPr rtlCol="0" anchor="ctr"/>
            <a:lstStyle/>
            <a:p>
              <a:endParaRPr lang="fr-FR"/>
            </a:p>
          </p:txBody>
        </p:sp>
        <p:sp>
          <p:nvSpPr>
            <p:cNvPr id="44" name="Freeform: Shape 60">
              <a:extLst>
                <a:ext uri="{FF2B5EF4-FFF2-40B4-BE49-F238E27FC236}">
                  <a16:creationId xmlns:a16="http://schemas.microsoft.com/office/drawing/2014/main" id="{70998CD2-7354-F573-800D-617B39D7AB1D}"/>
                </a:ext>
              </a:extLst>
            </p:cNvPr>
            <p:cNvSpPr/>
            <p:nvPr/>
          </p:nvSpPr>
          <p:spPr>
            <a:xfrm>
              <a:off x="5142"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45" name="Freeform: Shape 61">
              <a:extLst>
                <a:ext uri="{FF2B5EF4-FFF2-40B4-BE49-F238E27FC236}">
                  <a16:creationId xmlns:a16="http://schemas.microsoft.com/office/drawing/2014/main" id="{D388D12F-749B-D153-436C-4A63B059DD0C}"/>
                </a:ext>
              </a:extLst>
            </p:cNvPr>
            <p:cNvSpPr/>
            <p:nvPr/>
          </p:nvSpPr>
          <p:spPr>
            <a:xfrm>
              <a:off x="162710" y="2906559"/>
              <a:ext cx="90494" cy="14430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rgbClr val="FFFFFF"/>
            </a:solidFill>
            <a:ln w="571" cap="flat">
              <a:noFill/>
              <a:prstDash val="solid"/>
              <a:miter/>
            </a:ln>
          </p:spPr>
          <p:txBody>
            <a:bodyPr rtlCol="0" anchor="ctr"/>
            <a:lstStyle/>
            <a:p>
              <a:endParaRPr lang="fr-FR"/>
            </a:p>
          </p:txBody>
        </p:sp>
        <p:sp>
          <p:nvSpPr>
            <p:cNvPr id="46" name="Freeform: Shape 62">
              <a:extLst>
                <a:ext uri="{FF2B5EF4-FFF2-40B4-BE49-F238E27FC236}">
                  <a16:creationId xmlns:a16="http://schemas.microsoft.com/office/drawing/2014/main" id="{2901182F-6AA3-3095-E1EB-9BEC51D592E1}"/>
                </a:ext>
              </a:extLst>
            </p:cNvPr>
            <p:cNvSpPr/>
            <p:nvPr/>
          </p:nvSpPr>
          <p:spPr>
            <a:xfrm>
              <a:off x="258506" y="2856846"/>
              <a:ext cx="142952" cy="197556"/>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rgbClr val="FFFFFF"/>
            </a:solidFill>
            <a:ln w="571" cap="flat">
              <a:noFill/>
              <a:prstDash val="solid"/>
              <a:miter/>
            </a:ln>
          </p:spPr>
          <p:txBody>
            <a:bodyPr rtlCol="0" anchor="ctr"/>
            <a:lstStyle/>
            <a:p>
              <a:endParaRPr lang="fr-FR"/>
            </a:p>
          </p:txBody>
        </p:sp>
        <p:sp>
          <p:nvSpPr>
            <p:cNvPr id="47" name="Freeform: Shape 63">
              <a:extLst>
                <a:ext uri="{FF2B5EF4-FFF2-40B4-BE49-F238E27FC236}">
                  <a16:creationId xmlns:a16="http://schemas.microsoft.com/office/drawing/2014/main" id="{922778E4-5473-8C36-E925-94406444FAC2}"/>
                </a:ext>
              </a:extLst>
            </p:cNvPr>
            <p:cNvSpPr/>
            <p:nvPr/>
          </p:nvSpPr>
          <p:spPr>
            <a:xfrm>
              <a:off x="419356"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sp>
          <p:nvSpPr>
            <p:cNvPr id="48" name="Freeform: Shape 64">
              <a:extLst>
                <a:ext uri="{FF2B5EF4-FFF2-40B4-BE49-F238E27FC236}">
                  <a16:creationId xmlns:a16="http://schemas.microsoft.com/office/drawing/2014/main" id="{7F9E0DD7-C3A4-1B1F-0C62-E651350C3209}"/>
                </a:ext>
              </a:extLst>
            </p:cNvPr>
            <p:cNvSpPr/>
            <p:nvPr/>
          </p:nvSpPr>
          <p:spPr>
            <a:xfrm>
              <a:off x="561132" y="2856828"/>
              <a:ext cx="90505" cy="194040"/>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rgbClr val="FFFFFF"/>
            </a:solidFill>
            <a:ln w="571" cap="flat">
              <a:noFill/>
              <a:prstDash val="solid"/>
              <a:miter/>
            </a:ln>
          </p:spPr>
          <p:txBody>
            <a:bodyPr rtlCol="0" anchor="ctr"/>
            <a:lstStyle/>
            <a:p>
              <a:endParaRPr lang="fr-FR"/>
            </a:p>
          </p:txBody>
        </p:sp>
        <p:sp>
          <p:nvSpPr>
            <p:cNvPr id="49" name="Freeform: Shape 65">
              <a:extLst>
                <a:ext uri="{FF2B5EF4-FFF2-40B4-BE49-F238E27FC236}">
                  <a16:creationId xmlns:a16="http://schemas.microsoft.com/office/drawing/2014/main" id="{3BD6609C-B541-AAB5-0B22-13F5295C3642}"/>
                </a:ext>
              </a:extLst>
            </p:cNvPr>
            <p:cNvSpPr/>
            <p:nvPr/>
          </p:nvSpPr>
          <p:spPr>
            <a:xfrm>
              <a:off x="651981"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50" name="Freeform: Shape 66">
              <a:extLst>
                <a:ext uri="{FF2B5EF4-FFF2-40B4-BE49-F238E27FC236}">
                  <a16:creationId xmlns:a16="http://schemas.microsoft.com/office/drawing/2014/main" id="{526A3297-623D-9D38-E9D7-509378FC6A28}"/>
                </a:ext>
              </a:extLst>
            </p:cNvPr>
            <p:cNvSpPr/>
            <p:nvPr/>
          </p:nvSpPr>
          <p:spPr>
            <a:xfrm>
              <a:off x="809549" y="2906564"/>
              <a:ext cx="131801" cy="144310"/>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rgbClr val="FFFFFF"/>
            </a:solidFill>
            <a:ln w="571" cap="flat">
              <a:noFill/>
              <a:prstDash val="solid"/>
              <a:miter/>
            </a:ln>
          </p:spPr>
          <p:txBody>
            <a:bodyPr rtlCol="0" anchor="ctr"/>
            <a:lstStyle/>
            <a:p>
              <a:endParaRPr lang="fr-FR"/>
            </a:p>
          </p:txBody>
        </p:sp>
        <p:sp>
          <p:nvSpPr>
            <p:cNvPr id="51" name="Freeform: Shape 67">
              <a:extLst>
                <a:ext uri="{FF2B5EF4-FFF2-40B4-BE49-F238E27FC236}">
                  <a16:creationId xmlns:a16="http://schemas.microsoft.com/office/drawing/2014/main" id="{820F11FC-EC4B-4A64-AB8C-72ED414FF1C8}"/>
                </a:ext>
              </a:extLst>
            </p:cNvPr>
            <p:cNvSpPr/>
            <p:nvPr/>
          </p:nvSpPr>
          <p:spPr>
            <a:xfrm>
              <a:off x="958527" y="2906553"/>
              <a:ext cx="130174" cy="147843"/>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rgbClr val="FFFFFF"/>
            </a:solidFill>
            <a:ln w="571" cap="flat">
              <a:noFill/>
              <a:prstDash val="solid"/>
              <a:miter/>
            </a:ln>
          </p:spPr>
          <p:txBody>
            <a:bodyPr rtlCol="0" anchor="ctr"/>
            <a:lstStyle/>
            <a:p>
              <a:endParaRPr lang="fr-FR"/>
            </a:p>
          </p:txBody>
        </p:sp>
        <p:sp>
          <p:nvSpPr>
            <p:cNvPr id="52" name="Freeform: Shape 68">
              <a:extLst>
                <a:ext uri="{FF2B5EF4-FFF2-40B4-BE49-F238E27FC236}">
                  <a16:creationId xmlns:a16="http://schemas.microsoft.com/office/drawing/2014/main" id="{DE3E38E0-38A9-218E-9EF9-EBD96AF96273}"/>
                </a:ext>
              </a:extLst>
            </p:cNvPr>
            <p:cNvSpPr/>
            <p:nvPr/>
          </p:nvSpPr>
          <p:spPr>
            <a:xfrm>
              <a:off x="1099043"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grpSp>
    </p:spTree>
    <p:extLst>
      <p:ext uri="{BB962C8B-B14F-4D97-AF65-F5344CB8AC3E}">
        <p14:creationId xmlns:p14="http://schemas.microsoft.com/office/powerpoint/2010/main" val="3470146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grpSp>
        <p:nvGrpSpPr>
          <p:cNvPr id="22" name="Groupe 21">
            <a:extLst>
              <a:ext uri="{FF2B5EF4-FFF2-40B4-BE49-F238E27FC236}">
                <a16:creationId xmlns:a16="http://schemas.microsoft.com/office/drawing/2014/main" id="{2697D6CF-BC35-C41F-822A-2EB1F572C45F}"/>
              </a:ext>
            </a:extLst>
          </p:cNvPr>
          <p:cNvGrpSpPr/>
          <p:nvPr userDrawn="1"/>
        </p:nvGrpSpPr>
        <p:grpSpPr>
          <a:xfrm rot="10800000">
            <a:off x="928822" y="483518"/>
            <a:ext cx="7286356" cy="7286356"/>
            <a:chOff x="2303748" y="-1415648"/>
            <a:chExt cx="5040560" cy="5040560"/>
          </a:xfrm>
        </p:grpSpPr>
        <p:sp>
          <p:nvSpPr>
            <p:cNvPr id="17" name="Arc partiel 16">
              <a:extLst>
                <a:ext uri="{FF2B5EF4-FFF2-40B4-BE49-F238E27FC236}">
                  <a16:creationId xmlns:a16="http://schemas.microsoft.com/office/drawing/2014/main" id="{BCEE340D-791D-BC59-B9C3-CF7CB3487EC7}"/>
                </a:ext>
              </a:extLst>
            </p:cNvPr>
            <p:cNvSpPr/>
            <p:nvPr userDrawn="1"/>
          </p:nvSpPr>
          <p:spPr>
            <a:xfrm>
              <a:off x="2303748" y="-1415648"/>
              <a:ext cx="5040560" cy="5040560"/>
            </a:xfrm>
            <a:prstGeom prst="pie">
              <a:avLst>
                <a:gd name="adj1" fmla="val 0"/>
                <a:gd name="adj2" fmla="val 539532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8" name="Arc partiel 17">
              <a:extLst>
                <a:ext uri="{FF2B5EF4-FFF2-40B4-BE49-F238E27FC236}">
                  <a16:creationId xmlns:a16="http://schemas.microsoft.com/office/drawing/2014/main" id="{84EBE3A6-73CD-2B2E-90ED-FE3015E2162B}"/>
                </a:ext>
              </a:extLst>
            </p:cNvPr>
            <p:cNvSpPr/>
            <p:nvPr userDrawn="1"/>
          </p:nvSpPr>
          <p:spPr>
            <a:xfrm rot="5400000">
              <a:off x="3851673" y="120317"/>
              <a:ext cx="1968630" cy="1968630"/>
            </a:xfrm>
            <a:prstGeom prst="pie">
              <a:avLst>
                <a:gd name="adj1" fmla="val 0"/>
                <a:gd name="adj2" fmla="val 5395325"/>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9" name="Arc partiel 18">
              <a:extLst>
                <a:ext uri="{FF2B5EF4-FFF2-40B4-BE49-F238E27FC236}">
                  <a16:creationId xmlns:a16="http://schemas.microsoft.com/office/drawing/2014/main" id="{06819355-D6FB-DB4B-1CF1-350F655FFB9F}"/>
                </a:ext>
              </a:extLst>
            </p:cNvPr>
            <p:cNvSpPr/>
            <p:nvPr userDrawn="1"/>
          </p:nvSpPr>
          <p:spPr>
            <a:xfrm>
              <a:off x="3191051" y="-528345"/>
              <a:ext cx="3265955" cy="3265955"/>
            </a:xfrm>
            <a:prstGeom prst="pie">
              <a:avLst>
                <a:gd name="adj1" fmla="val 0"/>
                <a:gd name="adj2" fmla="val 53953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grpSp>
      <p:sp>
        <p:nvSpPr>
          <p:cNvPr id="20" name="Text Placeholder 3">
            <a:extLst>
              <a:ext uri="{FF2B5EF4-FFF2-40B4-BE49-F238E27FC236}">
                <a16:creationId xmlns:a16="http://schemas.microsoft.com/office/drawing/2014/main" id="{1B1BEE8C-CDD5-F868-7D3D-EAF82515C4EB}"/>
              </a:ext>
            </a:extLst>
          </p:cNvPr>
          <p:cNvSpPr>
            <a:spLocks noGrp="1"/>
          </p:cNvSpPr>
          <p:nvPr>
            <p:ph type="body" sz="quarter" idx="10" hasCustomPrompt="1"/>
          </p:nvPr>
        </p:nvSpPr>
        <p:spPr>
          <a:xfrm>
            <a:off x="4658190" y="627534"/>
            <a:ext cx="3280806" cy="829006"/>
          </a:xfrm>
        </p:spPr>
        <p:txBody>
          <a:bodyPr>
            <a:normAutofit/>
          </a:bodyPr>
          <a:lstStyle>
            <a:lvl1pPr>
              <a:lnSpc>
                <a:spcPct val="85000"/>
              </a:lnSpc>
              <a:spcBef>
                <a:spcPts val="600"/>
              </a:spcBef>
              <a:defRPr sz="2200"/>
            </a:lvl1pPr>
            <a:lvl2pPr>
              <a:lnSpc>
                <a:spcPct val="85000"/>
              </a:lnSpc>
              <a:spcBef>
                <a:spcPts val="600"/>
              </a:spcBef>
              <a:defRPr sz="2800"/>
            </a:lvl2pPr>
          </a:lstStyle>
          <a:p>
            <a:pPr lvl="0"/>
            <a:r>
              <a:rPr lang="fr-FR" noProof="0" dirty="0"/>
              <a:t>Click to </a:t>
            </a:r>
            <a:r>
              <a:rPr lang="fr-FR" noProof="0" dirty="0" err="1"/>
              <a:t>edit</a:t>
            </a:r>
            <a:r>
              <a:rPr lang="fr-FR" noProof="0" dirty="0"/>
              <a:t> section </a:t>
            </a:r>
            <a:r>
              <a:rPr lang="fr-FR" noProof="0" dirty="0" err="1"/>
              <a:t>name</a:t>
            </a:r>
            <a:endParaRPr lang="en-US" dirty="0"/>
          </a:p>
        </p:txBody>
      </p:sp>
      <p:sp>
        <p:nvSpPr>
          <p:cNvPr id="21" name="Text Placeholder 3">
            <a:extLst>
              <a:ext uri="{FF2B5EF4-FFF2-40B4-BE49-F238E27FC236}">
                <a16:creationId xmlns:a16="http://schemas.microsoft.com/office/drawing/2014/main" id="{8809343D-B3BD-DFF1-E722-BE41324A0B0C}"/>
              </a:ext>
            </a:extLst>
          </p:cNvPr>
          <p:cNvSpPr>
            <a:spLocks noGrp="1"/>
          </p:cNvSpPr>
          <p:nvPr>
            <p:ph type="body" sz="quarter" idx="11" hasCustomPrompt="1"/>
          </p:nvPr>
        </p:nvSpPr>
        <p:spPr>
          <a:xfrm>
            <a:off x="4658190" y="1721065"/>
            <a:ext cx="4162282" cy="850685"/>
          </a:xfrm>
        </p:spPr>
        <p:txBody>
          <a:bodyPr>
            <a:normAutofit/>
          </a:bodyPr>
          <a:lstStyle>
            <a:lvl1pPr>
              <a:lnSpc>
                <a:spcPct val="85000"/>
              </a:lnSpc>
              <a:spcBef>
                <a:spcPts val="600"/>
              </a:spcBef>
              <a:defRPr sz="2800"/>
            </a:lvl1pPr>
            <a:lvl2pPr>
              <a:lnSpc>
                <a:spcPct val="85000"/>
              </a:lnSpc>
              <a:spcBef>
                <a:spcPts val="600"/>
              </a:spcBef>
              <a:defRPr sz="2200"/>
            </a:lvl2pPr>
          </a:lstStyle>
          <a:p>
            <a:pPr marL="0" marR="0" lvl="1" indent="0" algn="l" defTabSz="914400" rtl="0" eaLnBrk="1" fontAlgn="auto" latinLnBrk="0" hangingPunct="1">
              <a:lnSpc>
                <a:spcPct val="90000"/>
              </a:lnSpc>
              <a:spcBef>
                <a:spcPts val="600"/>
              </a:spcBef>
              <a:spcAft>
                <a:spcPts val="0"/>
              </a:spcAft>
              <a:buClr>
                <a:schemeClr val="bg1"/>
              </a:buClr>
              <a:buSzPct val="25000"/>
              <a:buFont typeface="Calibri" panose="020F0502020204030204" pitchFamily="34" charset="0"/>
              <a:buNone/>
              <a:tabLst/>
              <a:defRPr/>
            </a:pPr>
            <a:r>
              <a:rPr lang="fr-FR" noProof="0" dirty="0"/>
              <a:t>Click to </a:t>
            </a:r>
            <a:r>
              <a:rPr lang="fr-FR" noProof="0" dirty="0" err="1"/>
              <a:t>edit</a:t>
            </a:r>
            <a:r>
              <a:rPr lang="fr-FR" noProof="0" dirty="0"/>
              <a:t> </a:t>
            </a:r>
            <a:r>
              <a:rPr lang="fr-FR" noProof="0" dirty="0" err="1"/>
              <a:t>text</a:t>
            </a:r>
            <a:endParaRPr lang="fr-FR" noProof="0" dirty="0"/>
          </a:p>
        </p:txBody>
      </p:sp>
    </p:spTree>
    <p:extLst>
      <p:ext uri="{BB962C8B-B14F-4D97-AF65-F5344CB8AC3E}">
        <p14:creationId xmlns:p14="http://schemas.microsoft.com/office/powerpoint/2010/main" val="3914557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3_Titre de section">
    <p:spTree>
      <p:nvGrpSpPr>
        <p:cNvPr id="1" name=""/>
        <p:cNvGrpSpPr/>
        <p:nvPr/>
      </p:nvGrpSpPr>
      <p:grpSpPr>
        <a:xfrm>
          <a:off x="0" y="0"/>
          <a:ext cx="0" cy="0"/>
          <a:chOff x="0" y="0"/>
          <a:chExt cx="0" cy="0"/>
        </a:xfrm>
      </p:grpSpPr>
      <p:grpSp>
        <p:nvGrpSpPr>
          <p:cNvPr id="24" name="Groupe 23">
            <a:extLst>
              <a:ext uri="{FF2B5EF4-FFF2-40B4-BE49-F238E27FC236}">
                <a16:creationId xmlns:a16="http://schemas.microsoft.com/office/drawing/2014/main" id="{044C8211-2FA4-EF8E-48B2-2CB9CB146BFB}"/>
              </a:ext>
            </a:extLst>
          </p:cNvPr>
          <p:cNvGrpSpPr/>
          <p:nvPr userDrawn="1"/>
        </p:nvGrpSpPr>
        <p:grpSpPr>
          <a:xfrm>
            <a:off x="2267744" y="48100"/>
            <a:ext cx="4349075" cy="4251818"/>
            <a:chOff x="1016077" y="802110"/>
            <a:chExt cx="3409393" cy="3333150"/>
          </a:xfrm>
        </p:grpSpPr>
        <p:grpSp>
          <p:nvGrpSpPr>
            <p:cNvPr id="19" name="Groupe 18">
              <a:extLst>
                <a:ext uri="{FF2B5EF4-FFF2-40B4-BE49-F238E27FC236}">
                  <a16:creationId xmlns:a16="http://schemas.microsoft.com/office/drawing/2014/main" id="{1C919736-CA5F-2AE8-1FBA-D61BE5F42F6A}"/>
                </a:ext>
              </a:extLst>
            </p:cNvPr>
            <p:cNvGrpSpPr/>
            <p:nvPr userDrawn="1"/>
          </p:nvGrpSpPr>
          <p:grpSpPr>
            <a:xfrm>
              <a:off x="1016077" y="802110"/>
              <a:ext cx="3409393" cy="3333150"/>
              <a:chOff x="4485059" y="1207636"/>
              <a:chExt cx="3409393" cy="3333150"/>
            </a:xfrm>
          </p:grpSpPr>
          <p:sp>
            <p:nvSpPr>
              <p:cNvPr id="18" name="Organigramme : Connecteur 17">
                <a:extLst>
                  <a:ext uri="{FF2B5EF4-FFF2-40B4-BE49-F238E27FC236}">
                    <a16:creationId xmlns:a16="http://schemas.microsoft.com/office/drawing/2014/main" id="{568186DA-C144-D86B-0B0E-4746D940BE98}"/>
                  </a:ext>
                </a:extLst>
              </p:cNvPr>
              <p:cNvSpPr/>
              <p:nvPr userDrawn="1"/>
            </p:nvSpPr>
            <p:spPr>
              <a:xfrm>
                <a:off x="4618976" y="1230967"/>
                <a:ext cx="3206010" cy="3206010"/>
              </a:xfrm>
              <a:prstGeom prst="flowChartConnector">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8" name="Organigramme : Connecteur 7">
                <a:extLst>
                  <a:ext uri="{FF2B5EF4-FFF2-40B4-BE49-F238E27FC236}">
                    <a16:creationId xmlns:a16="http://schemas.microsoft.com/office/drawing/2014/main" id="{DC07875C-5250-92B7-8652-06A756599FC6}"/>
                  </a:ext>
                </a:extLst>
              </p:cNvPr>
              <p:cNvSpPr/>
              <p:nvPr userDrawn="1"/>
            </p:nvSpPr>
            <p:spPr>
              <a:xfrm>
                <a:off x="4999488" y="1609836"/>
                <a:ext cx="2448272" cy="2448272"/>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6" name="Organigramme : Procédé 15">
                <a:extLst>
                  <a:ext uri="{FF2B5EF4-FFF2-40B4-BE49-F238E27FC236}">
                    <a16:creationId xmlns:a16="http://schemas.microsoft.com/office/drawing/2014/main" id="{F9EFA8BF-32CB-88FF-11F7-B33087CB8C06}"/>
                  </a:ext>
                </a:extLst>
              </p:cNvPr>
              <p:cNvSpPr/>
              <p:nvPr userDrawn="1"/>
            </p:nvSpPr>
            <p:spPr>
              <a:xfrm>
                <a:off x="4485059" y="1207636"/>
                <a:ext cx="3409393" cy="1638315"/>
              </a:xfrm>
              <a:prstGeom prst="flowChartProces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7" name="Organigramme : Procédé 16">
                <a:extLst>
                  <a:ext uri="{FF2B5EF4-FFF2-40B4-BE49-F238E27FC236}">
                    <a16:creationId xmlns:a16="http://schemas.microsoft.com/office/drawing/2014/main" id="{A2246972-E834-BD5F-479F-325FB5B3E0AE}"/>
                  </a:ext>
                </a:extLst>
              </p:cNvPr>
              <p:cNvSpPr/>
              <p:nvPr userDrawn="1"/>
            </p:nvSpPr>
            <p:spPr>
              <a:xfrm>
                <a:off x="6223624" y="2833972"/>
                <a:ext cx="1629437" cy="1706814"/>
              </a:xfrm>
              <a:prstGeom prst="flowChartProces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grpSp>
        <p:sp>
          <p:nvSpPr>
            <p:cNvPr id="20" name="Organigramme : Connecteur 19">
              <a:extLst>
                <a:ext uri="{FF2B5EF4-FFF2-40B4-BE49-F238E27FC236}">
                  <a16:creationId xmlns:a16="http://schemas.microsoft.com/office/drawing/2014/main" id="{ADE516F4-B0A8-49DC-AA4E-84D8A40D6DEA}"/>
                </a:ext>
              </a:extLst>
            </p:cNvPr>
            <p:cNvSpPr/>
            <p:nvPr userDrawn="1"/>
          </p:nvSpPr>
          <p:spPr>
            <a:xfrm>
              <a:off x="2148847" y="1811295"/>
              <a:ext cx="1211590" cy="1211590"/>
            </a:xfrm>
            <a:prstGeom prst="flowChart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21" name="Organigramme : Procédé 20">
              <a:extLst>
                <a:ext uri="{FF2B5EF4-FFF2-40B4-BE49-F238E27FC236}">
                  <a16:creationId xmlns:a16="http://schemas.microsoft.com/office/drawing/2014/main" id="{D6D62599-4D7E-3109-9930-AFE62ED0A57F}"/>
                </a:ext>
              </a:extLst>
            </p:cNvPr>
            <p:cNvSpPr/>
            <p:nvPr userDrawn="1"/>
          </p:nvSpPr>
          <p:spPr>
            <a:xfrm>
              <a:off x="1909603" y="2440423"/>
              <a:ext cx="845039" cy="594438"/>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22" name="Organigramme : Procédé 21">
              <a:extLst>
                <a:ext uri="{FF2B5EF4-FFF2-40B4-BE49-F238E27FC236}">
                  <a16:creationId xmlns:a16="http://schemas.microsoft.com/office/drawing/2014/main" id="{ADB7B433-84B6-F438-1259-62FCE3B42442}"/>
                </a:ext>
              </a:extLst>
            </p:cNvPr>
            <p:cNvSpPr/>
            <p:nvPr userDrawn="1"/>
          </p:nvSpPr>
          <p:spPr>
            <a:xfrm>
              <a:off x="2754642" y="2440423"/>
              <a:ext cx="845039" cy="594438"/>
            </a:xfrm>
            <a:prstGeom prst="flowChartProces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23" name="Organigramme : Procédé 22">
              <a:extLst>
                <a:ext uri="{FF2B5EF4-FFF2-40B4-BE49-F238E27FC236}">
                  <a16:creationId xmlns:a16="http://schemas.microsoft.com/office/drawing/2014/main" id="{11781C0F-33D4-78BC-650E-9A13598A7F19}"/>
                </a:ext>
              </a:extLst>
            </p:cNvPr>
            <p:cNvSpPr/>
            <p:nvPr userDrawn="1"/>
          </p:nvSpPr>
          <p:spPr>
            <a:xfrm>
              <a:off x="1909602" y="1811295"/>
              <a:ext cx="845039" cy="629128"/>
            </a:xfrm>
            <a:prstGeom prst="flowChartProces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grpSp>
      <p:sp>
        <p:nvSpPr>
          <p:cNvPr id="4" name="Text Placeholder 3">
            <a:extLst>
              <a:ext uri="{FF2B5EF4-FFF2-40B4-BE49-F238E27FC236}">
                <a16:creationId xmlns:a16="http://schemas.microsoft.com/office/drawing/2014/main" id="{DDA33855-F247-80C6-48D5-C609C94F6587}"/>
              </a:ext>
            </a:extLst>
          </p:cNvPr>
          <p:cNvSpPr>
            <a:spLocks noGrp="1"/>
          </p:cNvSpPr>
          <p:nvPr>
            <p:ph type="body" sz="quarter" idx="10" hasCustomPrompt="1"/>
          </p:nvPr>
        </p:nvSpPr>
        <p:spPr>
          <a:xfrm>
            <a:off x="1043608" y="1131590"/>
            <a:ext cx="3280806" cy="829006"/>
          </a:xfrm>
        </p:spPr>
        <p:txBody>
          <a:bodyPr>
            <a:normAutofit/>
          </a:bodyPr>
          <a:lstStyle>
            <a:lvl1pPr>
              <a:lnSpc>
                <a:spcPct val="85000"/>
              </a:lnSpc>
              <a:spcBef>
                <a:spcPts val="600"/>
              </a:spcBef>
              <a:defRPr sz="2200"/>
            </a:lvl1pPr>
            <a:lvl2pPr>
              <a:lnSpc>
                <a:spcPct val="85000"/>
              </a:lnSpc>
              <a:spcBef>
                <a:spcPts val="600"/>
              </a:spcBef>
              <a:defRPr sz="2800"/>
            </a:lvl2pPr>
          </a:lstStyle>
          <a:p>
            <a:pPr lvl="0"/>
            <a:r>
              <a:rPr lang="fr-FR" noProof="0" dirty="0"/>
              <a:t>Click to </a:t>
            </a:r>
            <a:r>
              <a:rPr lang="fr-FR" noProof="0" dirty="0" err="1"/>
              <a:t>edit</a:t>
            </a:r>
            <a:r>
              <a:rPr lang="fr-FR" noProof="0" dirty="0"/>
              <a:t> section </a:t>
            </a:r>
            <a:r>
              <a:rPr lang="fr-FR" noProof="0" dirty="0" err="1"/>
              <a:t>name</a:t>
            </a:r>
            <a:endParaRPr lang="en-US" dirty="0"/>
          </a:p>
        </p:txBody>
      </p:sp>
      <p:sp>
        <p:nvSpPr>
          <p:cNvPr id="13" name="Text Placeholder 3">
            <a:extLst>
              <a:ext uri="{FF2B5EF4-FFF2-40B4-BE49-F238E27FC236}">
                <a16:creationId xmlns:a16="http://schemas.microsoft.com/office/drawing/2014/main" id="{13A21DCA-26A8-8697-927F-BF1D011882AF}"/>
              </a:ext>
            </a:extLst>
          </p:cNvPr>
          <p:cNvSpPr>
            <a:spLocks noGrp="1"/>
          </p:cNvSpPr>
          <p:nvPr>
            <p:ph type="body" sz="quarter" idx="11" hasCustomPrompt="1"/>
          </p:nvPr>
        </p:nvSpPr>
        <p:spPr>
          <a:xfrm>
            <a:off x="4563204" y="2255100"/>
            <a:ext cx="3370194" cy="1701369"/>
          </a:xfrm>
        </p:spPr>
        <p:txBody>
          <a:bodyPr>
            <a:normAutofit/>
          </a:bodyPr>
          <a:lstStyle>
            <a:lvl1pPr>
              <a:lnSpc>
                <a:spcPct val="85000"/>
              </a:lnSpc>
              <a:spcBef>
                <a:spcPts val="600"/>
              </a:spcBef>
              <a:defRPr sz="2800"/>
            </a:lvl1pPr>
            <a:lvl2pPr>
              <a:lnSpc>
                <a:spcPct val="85000"/>
              </a:lnSpc>
              <a:spcBef>
                <a:spcPts val="600"/>
              </a:spcBef>
              <a:defRPr sz="2200"/>
            </a:lvl2pPr>
          </a:lstStyle>
          <a:p>
            <a:pPr marL="0" marR="0" lvl="1" indent="0" algn="l" defTabSz="914400" rtl="0" eaLnBrk="1" fontAlgn="auto" latinLnBrk="0" hangingPunct="1">
              <a:lnSpc>
                <a:spcPct val="90000"/>
              </a:lnSpc>
              <a:spcBef>
                <a:spcPts val="600"/>
              </a:spcBef>
              <a:spcAft>
                <a:spcPts val="0"/>
              </a:spcAft>
              <a:buClr>
                <a:schemeClr val="bg1"/>
              </a:buClr>
              <a:buSzPct val="25000"/>
              <a:buFont typeface="Calibri" panose="020F0502020204030204" pitchFamily="34" charset="0"/>
              <a:buNone/>
              <a:tabLst/>
              <a:defRPr/>
            </a:pPr>
            <a:r>
              <a:rPr lang="fr-FR" noProof="0" dirty="0"/>
              <a:t>Click to </a:t>
            </a:r>
            <a:r>
              <a:rPr lang="fr-FR" noProof="0" dirty="0" err="1"/>
              <a:t>edit</a:t>
            </a:r>
            <a:r>
              <a:rPr lang="fr-FR" noProof="0" dirty="0"/>
              <a:t> </a:t>
            </a:r>
            <a:r>
              <a:rPr lang="fr-FR" noProof="0" dirty="0" err="1"/>
              <a:t>text</a:t>
            </a:r>
            <a:endParaRPr lang="fr-FR" noProof="0" dirty="0"/>
          </a:p>
        </p:txBody>
      </p:sp>
    </p:spTree>
    <p:extLst>
      <p:ext uri="{BB962C8B-B14F-4D97-AF65-F5344CB8AC3E}">
        <p14:creationId xmlns:p14="http://schemas.microsoft.com/office/powerpoint/2010/main" val="368164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4-Titre de section">
    <p:spTree>
      <p:nvGrpSpPr>
        <p:cNvPr id="1" name=""/>
        <p:cNvGrpSpPr/>
        <p:nvPr/>
      </p:nvGrpSpPr>
      <p:grpSpPr>
        <a:xfrm>
          <a:off x="0" y="0"/>
          <a:ext cx="0" cy="0"/>
          <a:chOff x="0" y="0"/>
          <a:chExt cx="0" cy="0"/>
        </a:xfrm>
      </p:grpSpPr>
      <p:grpSp>
        <p:nvGrpSpPr>
          <p:cNvPr id="15" name="Groupe 14">
            <a:extLst>
              <a:ext uri="{FF2B5EF4-FFF2-40B4-BE49-F238E27FC236}">
                <a16:creationId xmlns:a16="http://schemas.microsoft.com/office/drawing/2014/main" id="{32A9C25B-872F-3207-3908-B6A18C57D4C2}"/>
              </a:ext>
            </a:extLst>
          </p:cNvPr>
          <p:cNvGrpSpPr/>
          <p:nvPr userDrawn="1"/>
        </p:nvGrpSpPr>
        <p:grpSpPr>
          <a:xfrm>
            <a:off x="0" y="6026"/>
            <a:ext cx="5344445" cy="4509936"/>
            <a:chOff x="467544" y="1199082"/>
            <a:chExt cx="3759969" cy="3172868"/>
          </a:xfrm>
        </p:grpSpPr>
        <p:grpSp>
          <p:nvGrpSpPr>
            <p:cNvPr id="14" name="Groupe 13">
              <a:extLst>
                <a:ext uri="{FF2B5EF4-FFF2-40B4-BE49-F238E27FC236}">
                  <a16:creationId xmlns:a16="http://schemas.microsoft.com/office/drawing/2014/main" id="{DA218B18-0D89-70FC-AF3F-1E4058525025}"/>
                </a:ext>
              </a:extLst>
            </p:cNvPr>
            <p:cNvGrpSpPr/>
            <p:nvPr userDrawn="1"/>
          </p:nvGrpSpPr>
          <p:grpSpPr>
            <a:xfrm>
              <a:off x="467544" y="1199082"/>
              <a:ext cx="3759969" cy="3172868"/>
              <a:chOff x="1830129" y="1271090"/>
              <a:chExt cx="3759969" cy="3172868"/>
            </a:xfrm>
          </p:grpSpPr>
          <p:grpSp>
            <p:nvGrpSpPr>
              <p:cNvPr id="12" name="Groupe 11">
                <a:extLst>
                  <a:ext uri="{FF2B5EF4-FFF2-40B4-BE49-F238E27FC236}">
                    <a16:creationId xmlns:a16="http://schemas.microsoft.com/office/drawing/2014/main" id="{158AB1D2-FA93-5192-F4BC-113309CE5DE4}"/>
                  </a:ext>
                </a:extLst>
              </p:cNvPr>
              <p:cNvGrpSpPr/>
              <p:nvPr userDrawn="1"/>
            </p:nvGrpSpPr>
            <p:grpSpPr>
              <a:xfrm>
                <a:off x="1830129" y="1271090"/>
                <a:ext cx="3759969" cy="3172868"/>
                <a:chOff x="395536" y="1415106"/>
                <a:chExt cx="3759969" cy="3172868"/>
              </a:xfrm>
            </p:grpSpPr>
            <p:sp>
              <p:nvSpPr>
                <p:cNvPr id="6" name="Organigramme : Connecteur 5">
                  <a:extLst>
                    <a:ext uri="{FF2B5EF4-FFF2-40B4-BE49-F238E27FC236}">
                      <a16:creationId xmlns:a16="http://schemas.microsoft.com/office/drawing/2014/main" id="{C2658AD2-D34B-B85A-E264-36EEFBF4B843}"/>
                    </a:ext>
                  </a:extLst>
                </p:cNvPr>
                <p:cNvSpPr/>
                <p:nvPr userDrawn="1"/>
              </p:nvSpPr>
              <p:spPr>
                <a:xfrm>
                  <a:off x="539552" y="1419622"/>
                  <a:ext cx="3168352" cy="3168352"/>
                </a:xfrm>
                <a:prstGeom prst="flowChart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7" name="Rectangle 6">
                  <a:extLst>
                    <a:ext uri="{FF2B5EF4-FFF2-40B4-BE49-F238E27FC236}">
                      <a16:creationId xmlns:a16="http://schemas.microsoft.com/office/drawing/2014/main" id="{52E4281B-0238-46C3-4E8B-88B79DC4EC13}"/>
                    </a:ext>
                  </a:extLst>
                </p:cNvPr>
                <p:cNvSpPr/>
                <p:nvPr userDrawn="1"/>
              </p:nvSpPr>
              <p:spPr>
                <a:xfrm>
                  <a:off x="395536" y="1415106"/>
                  <a:ext cx="3759969" cy="158869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rgbClr val="000000"/>
                      </a:solidFill>
                    </a:rPr>
                    <a:t>C</a:t>
                  </a:r>
                </a:p>
              </p:txBody>
            </p:sp>
          </p:grpSp>
          <p:grpSp>
            <p:nvGrpSpPr>
              <p:cNvPr id="13" name="Groupe 12">
                <a:extLst>
                  <a:ext uri="{FF2B5EF4-FFF2-40B4-BE49-F238E27FC236}">
                    <a16:creationId xmlns:a16="http://schemas.microsoft.com/office/drawing/2014/main" id="{87BF5F5B-C82F-0659-1FA5-041AF4AB5CED}"/>
                  </a:ext>
                </a:extLst>
              </p:cNvPr>
              <p:cNvGrpSpPr/>
              <p:nvPr userDrawn="1"/>
            </p:nvGrpSpPr>
            <p:grpSpPr>
              <a:xfrm>
                <a:off x="2338377" y="1824166"/>
                <a:ext cx="2804120" cy="2614962"/>
                <a:chOff x="5004048" y="1002524"/>
                <a:chExt cx="2804120" cy="2614962"/>
              </a:xfrm>
            </p:grpSpPr>
            <p:sp>
              <p:nvSpPr>
                <p:cNvPr id="8" name="Organigramme : Connecteur 7">
                  <a:extLst>
                    <a:ext uri="{FF2B5EF4-FFF2-40B4-BE49-F238E27FC236}">
                      <a16:creationId xmlns:a16="http://schemas.microsoft.com/office/drawing/2014/main" id="{7E05795C-D5A5-2E43-7663-92CA09EE532A}"/>
                    </a:ext>
                  </a:extLst>
                </p:cNvPr>
                <p:cNvSpPr/>
                <p:nvPr userDrawn="1"/>
              </p:nvSpPr>
              <p:spPr>
                <a:xfrm>
                  <a:off x="5175176" y="1067966"/>
                  <a:ext cx="1935832" cy="1935832"/>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0" name="Rectangle 9">
                  <a:extLst>
                    <a:ext uri="{FF2B5EF4-FFF2-40B4-BE49-F238E27FC236}">
                      <a16:creationId xmlns:a16="http://schemas.microsoft.com/office/drawing/2014/main" id="{1075BF8F-235B-718D-0496-340E9919323E}"/>
                    </a:ext>
                  </a:extLst>
                </p:cNvPr>
                <p:cNvSpPr/>
                <p:nvPr userDrawn="1"/>
              </p:nvSpPr>
              <p:spPr>
                <a:xfrm>
                  <a:off x="5004048" y="2038141"/>
                  <a:ext cx="2439888" cy="965656"/>
                </a:xfrm>
                <a:prstGeom prst="rect">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rgbClr val="FF7900"/>
                      </a:solidFill>
                    </a:rPr>
                    <a:t>C</a:t>
                  </a:r>
                </a:p>
              </p:txBody>
            </p:sp>
            <p:sp>
              <p:nvSpPr>
                <p:cNvPr id="11" name="Rectangle 10">
                  <a:extLst>
                    <a:ext uri="{FF2B5EF4-FFF2-40B4-BE49-F238E27FC236}">
                      <a16:creationId xmlns:a16="http://schemas.microsoft.com/office/drawing/2014/main" id="{138C43AB-EB5C-E09E-828B-486979862F42}"/>
                    </a:ext>
                  </a:extLst>
                </p:cNvPr>
                <p:cNvSpPr/>
                <p:nvPr userDrawn="1"/>
              </p:nvSpPr>
              <p:spPr>
                <a:xfrm rot="5400000">
                  <a:off x="5708599" y="1517917"/>
                  <a:ext cx="2614962" cy="1584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grpSp>
        </p:grpSp>
        <p:sp>
          <p:nvSpPr>
            <p:cNvPr id="41" name="Arc partiel 40">
              <a:extLst>
                <a:ext uri="{FF2B5EF4-FFF2-40B4-BE49-F238E27FC236}">
                  <a16:creationId xmlns:a16="http://schemas.microsoft.com/office/drawing/2014/main" id="{262C8F22-156A-2C4F-10E9-75A86EE6798B}"/>
                </a:ext>
              </a:extLst>
            </p:cNvPr>
            <p:cNvSpPr/>
            <p:nvPr userDrawn="1"/>
          </p:nvSpPr>
          <p:spPr>
            <a:xfrm>
              <a:off x="1528533" y="2120571"/>
              <a:ext cx="1334406" cy="1334406"/>
            </a:xfrm>
            <a:prstGeom prst="pie">
              <a:avLst>
                <a:gd name="adj1" fmla="val 0"/>
                <a:gd name="adj2" fmla="val 53953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grpSp>
      <p:sp>
        <p:nvSpPr>
          <p:cNvPr id="3" name="Text Placeholder 3">
            <a:extLst>
              <a:ext uri="{FF2B5EF4-FFF2-40B4-BE49-F238E27FC236}">
                <a16:creationId xmlns:a16="http://schemas.microsoft.com/office/drawing/2014/main" id="{8CEC2E98-3F87-C7BA-FD83-A6A69450D22A}"/>
              </a:ext>
            </a:extLst>
          </p:cNvPr>
          <p:cNvSpPr>
            <a:spLocks noGrp="1"/>
          </p:cNvSpPr>
          <p:nvPr>
            <p:ph type="body" sz="quarter" idx="10" hasCustomPrompt="1"/>
          </p:nvPr>
        </p:nvSpPr>
        <p:spPr>
          <a:xfrm>
            <a:off x="2550097" y="987574"/>
            <a:ext cx="3280806" cy="829006"/>
          </a:xfrm>
        </p:spPr>
        <p:txBody>
          <a:bodyPr>
            <a:normAutofit/>
          </a:bodyPr>
          <a:lstStyle>
            <a:lvl1pPr>
              <a:lnSpc>
                <a:spcPct val="85000"/>
              </a:lnSpc>
              <a:spcBef>
                <a:spcPts val="600"/>
              </a:spcBef>
              <a:defRPr sz="2200"/>
            </a:lvl1pPr>
            <a:lvl2pPr>
              <a:lnSpc>
                <a:spcPct val="85000"/>
              </a:lnSpc>
              <a:spcBef>
                <a:spcPts val="600"/>
              </a:spcBef>
              <a:defRPr sz="2800"/>
            </a:lvl2pPr>
          </a:lstStyle>
          <a:p>
            <a:pPr lvl="0"/>
            <a:r>
              <a:rPr lang="fr-FR" noProof="0" dirty="0"/>
              <a:t>Click to </a:t>
            </a:r>
            <a:r>
              <a:rPr lang="fr-FR" noProof="0" dirty="0" err="1"/>
              <a:t>edit</a:t>
            </a:r>
            <a:r>
              <a:rPr lang="fr-FR" noProof="0" dirty="0"/>
              <a:t> section </a:t>
            </a:r>
            <a:r>
              <a:rPr lang="fr-FR" noProof="0" dirty="0" err="1"/>
              <a:t>name</a:t>
            </a:r>
            <a:endParaRPr lang="en-US" dirty="0"/>
          </a:p>
        </p:txBody>
      </p:sp>
      <p:sp>
        <p:nvSpPr>
          <p:cNvPr id="9" name="Text Placeholder 3">
            <a:extLst>
              <a:ext uri="{FF2B5EF4-FFF2-40B4-BE49-F238E27FC236}">
                <a16:creationId xmlns:a16="http://schemas.microsoft.com/office/drawing/2014/main" id="{272D5032-D119-13FC-D8BF-EB29FA159641}"/>
              </a:ext>
            </a:extLst>
          </p:cNvPr>
          <p:cNvSpPr>
            <a:spLocks noGrp="1"/>
          </p:cNvSpPr>
          <p:nvPr>
            <p:ph type="body" sz="quarter" idx="11" hasCustomPrompt="1"/>
          </p:nvPr>
        </p:nvSpPr>
        <p:spPr>
          <a:xfrm>
            <a:off x="2550097" y="1721065"/>
            <a:ext cx="4162282" cy="850685"/>
          </a:xfrm>
        </p:spPr>
        <p:txBody>
          <a:bodyPr>
            <a:normAutofit/>
          </a:bodyPr>
          <a:lstStyle>
            <a:lvl1pPr>
              <a:lnSpc>
                <a:spcPct val="85000"/>
              </a:lnSpc>
              <a:spcBef>
                <a:spcPts val="600"/>
              </a:spcBef>
              <a:defRPr sz="2800"/>
            </a:lvl1pPr>
            <a:lvl2pPr>
              <a:lnSpc>
                <a:spcPct val="85000"/>
              </a:lnSpc>
              <a:spcBef>
                <a:spcPts val="600"/>
              </a:spcBef>
              <a:defRPr sz="2200"/>
            </a:lvl2pPr>
          </a:lstStyle>
          <a:p>
            <a:pPr marL="0" marR="0" lvl="1" indent="0" algn="l" defTabSz="914400" rtl="0" eaLnBrk="1" fontAlgn="auto" latinLnBrk="0" hangingPunct="1">
              <a:lnSpc>
                <a:spcPct val="90000"/>
              </a:lnSpc>
              <a:spcBef>
                <a:spcPts val="600"/>
              </a:spcBef>
              <a:spcAft>
                <a:spcPts val="0"/>
              </a:spcAft>
              <a:buClr>
                <a:schemeClr val="bg1"/>
              </a:buClr>
              <a:buSzPct val="25000"/>
              <a:buFont typeface="Calibri" panose="020F0502020204030204" pitchFamily="34" charset="0"/>
              <a:buNone/>
              <a:tabLst/>
              <a:defRPr/>
            </a:pPr>
            <a:r>
              <a:rPr lang="fr-FR" noProof="0" dirty="0"/>
              <a:t>Click to </a:t>
            </a:r>
            <a:r>
              <a:rPr lang="fr-FR" noProof="0" dirty="0" err="1"/>
              <a:t>edit</a:t>
            </a:r>
            <a:r>
              <a:rPr lang="fr-FR" noProof="0" dirty="0"/>
              <a:t> </a:t>
            </a:r>
            <a:r>
              <a:rPr lang="fr-FR" noProof="0" dirty="0" err="1"/>
              <a:t>text</a:t>
            </a:r>
            <a:endParaRPr lang="fr-FR" noProof="0" dirty="0"/>
          </a:p>
        </p:txBody>
      </p:sp>
    </p:spTree>
    <p:extLst>
      <p:ext uri="{BB962C8B-B14F-4D97-AF65-F5344CB8AC3E}">
        <p14:creationId xmlns:p14="http://schemas.microsoft.com/office/powerpoint/2010/main" val="3635860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5-Titre de section">
    <p:spTree>
      <p:nvGrpSpPr>
        <p:cNvPr id="1" name=""/>
        <p:cNvGrpSpPr/>
        <p:nvPr/>
      </p:nvGrpSpPr>
      <p:grpSpPr>
        <a:xfrm>
          <a:off x="0" y="0"/>
          <a:ext cx="0" cy="0"/>
          <a:chOff x="0" y="0"/>
          <a:chExt cx="0" cy="0"/>
        </a:xfrm>
      </p:grpSpPr>
      <p:sp>
        <p:nvSpPr>
          <p:cNvPr id="23" name="Arc partiel 22">
            <a:extLst>
              <a:ext uri="{FF2B5EF4-FFF2-40B4-BE49-F238E27FC236}">
                <a16:creationId xmlns:a16="http://schemas.microsoft.com/office/drawing/2014/main" id="{19513D41-1582-9DAE-D2AD-88966EF05C57}"/>
              </a:ext>
            </a:extLst>
          </p:cNvPr>
          <p:cNvSpPr/>
          <p:nvPr userDrawn="1"/>
        </p:nvSpPr>
        <p:spPr>
          <a:xfrm rot="16200000">
            <a:off x="1763502" y="1851671"/>
            <a:ext cx="2774565" cy="2774565"/>
          </a:xfrm>
          <a:prstGeom prst="pie">
            <a:avLst>
              <a:gd name="adj1" fmla="val 10773478"/>
              <a:gd name="adj2" fmla="val 162044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pic>
        <p:nvPicPr>
          <p:cNvPr id="22" name="Image 21">
            <a:extLst>
              <a:ext uri="{FF2B5EF4-FFF2-40B4-BE49-F238E27FC236}">
                <a16:creationId xmlns:a16="http://schemas.microsoft.com/office/drawing/2014/main" id="{1EAFD687-D8AB-5813-4C2E-4219A6AA49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3176" y="483518"/>
            <a:ext cx="5255176" cy="3324023"/>
          </a:xfrm>
          <a:prstGeom prst="rect">
            <a:avLst/>
          </a:prstGeom>
        </p:spPr>
      </p:pic>
      <p:sp>
        <p:nvSpPr>
          <p:cNvPr id="41" name="Arc partiel 40">
            <a:extLst>
              <a:ext uri="{FF2B5EF4-FFF2-40B4-BE49-F238E27FC236}">
                <a16:creationId xmlns:a16="http://schemas.microsoft.com/office/drawing/2014/main" id="{262C8F22-156A-2C4F-10E9-75A86EE6798B}"/>
              </a:ext>
            </a:extLst>
          </p:cNvPr>
          <p:cNvSpPr/>
          <p:nvPr userDrawn="1"/>
        </p:nvSpPr>
        <p:spPr>
          <a:xfrm rot="16200000">
            <a:off x="2447577" y="2571748"/>
            <a:ext cx="1406414" cy="1406414"/>
          </a:xfrm>
          <a:prstGeom prst="pie">
            <a:avLst>
              <a:gd name="adj1" fmla="val 21591779"/>
              <a:gd name="adj2" fmla="val 535123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24" name="Text Placeholder 3">
            <a:extLst>
              <a:ext uri="{FF2B5EF4-FFF2-40B4-BE49-F238E27FC236}">
                <a16:creationId xmlns:a16="http://schemas.microsoft.com/office/drawing/2014/main" id="{4BE8851E-BB07-1135-7F9A-72F7946B86CC}"/>
              </a:ext>
            </a:extLst>
          </p:cNvPr>
          <p:cNvSpPr>
            <a:spLocks noGrp="1"/>
          </p:cNvSpPr>
          <p:nvPr>
            <p:ph type="body" sz="quarter" idx="10" hasCustomPrompt="1"/>
          </p:nvPr>
        </p:nvSpPr>
        <p:spPr>
          <a:xfrm>
            <a:off x="3242236" y="789093"/>
            <a:ext cx="3280806" cy="829006"/>
          </a:xfrm>
        </p:spPr>
        <p:txBody>
          <a:bodyPr>
            <a:normAutofit/>
          </a:bodyPr>
          <a:lstStyle>
            <a:lvl1pPr>
              <a:lnSpc>
                <a:spcPct val="85000"/>
              </a:lnSpc>
              <a:spcBef>
                <a:spcPts val="600"/>
              </a:spcBef>
              <a:defRPr sz="2200"/>
            </a:lvl1pPr>
            <a:lvl2pPr>
              <a:lnSpc>
                <a:spcPct val="85000"/>
              </a:lnSpc>
              <a:spcBef>
                <a:spcPts val="600"/>
              </a:spcBef>
              <a:defRPr sz="2800"/>
            </a:lvl2pPr>
          </a:lstStyle>
          <a:p>
            <a:pPr lvl="0"/>
            <a:r>
              <a:rPr lang="fr-FR" noProof="0" dirty="0"/>
              <a:t>Click to </a:t>
            </a:r>
            <a:r>
              <a:rPr lang="fr-FR" noProof="0" dirty="0" err="1"/>
              <a:t>edit</a:t>
            </a:r>
            <a:r>
              <a:rPr lang="fr-FR" noProof="0" dirty="0"/>
              <a:t> section </a:t>
            </a:r>
            <a:r>
              <a:rPr lang="fr-FR" noProof="0" dirty="0" err="1"/>
              <a:t>name</a:t>
            </a:r>
            <a:endParaRPr lang="en-US" dirty="0"/>
          </a:p>
        </p:txBody>
      </p:sp>
      <p:sp>
        <p:nvSpPr>
          <p:cNvPr id="25" name="Text Placeholder 3">
            <a:extLst>
              <a:ext uri="{FF2B5EF4-FFF2-40B4-BE49-F238E27FC236}">
                <a16:creationId xmlns:a16="http://schemas.microsoft.com/office/drawing/2014/main" id="{0792C2A2-0DB9-501F-F9E6-4D811C020395}"/>
              </a:ext>
            </a:extLst>
          </p:cNvPr>
          <p:cNvSpPr>
            <a:spLocks noGrp="1"/>
          </p:cNvSpPr>
          <p:nvPr>
            <p:ph type="body" sz="quarter" idx="11" hasCustomPrompt="1"/>
          </p:nvPr>
        </p:nvSpPr>
        <p:spPr>
          <a:xfrm>
            <a:off x="3242236" y="1721062"/>
            <a:ext cx="4162282" cy="850685"/>
          </a:xfrm>
        </p:spPr>
        <p:txBody>
          <a:bodyPr>
            <a:normAutofit/>
          </a:bodyPr>
          <a:lstStyle>
            <a:lvl1pPr>
              <a:lnSpc>
                <a:spcPct val="85000"/>
              </a:lnSpc>
              <a:spcBef>
                <a:spcPts val="600"/>
              </a:spcBef>
              <a:defRPr sz="2800"/>
            </a:lvl1pPr>
            <a:lvl2pPr>
              <a:lnSpc>
                <a:spcPct val="85000"/>
              </a:lnSpc>
              <a:spcBef>
                <a:spcPts val="600"/>
              </a:spcBef>
              <a:defRPr sz="2200"/>
            </a:lvl2pPr>
          </a:lstStyle>
          <a:p>
            <a:pPr marL="0" marR="0" lvl="1" indent="0" algn="l" defTabSz="914400" rtl="0" eaLnBrk="1" fontAlgn="auto" latinLnBrk="0" hangingPunct="1">
              <a:lnSpc>
                <a:spcPct val="90000"/>
              </a:lnSpc>
              <a:spcBef>
                <a:spcPts val="600"/>
              </a:spcBef>
              <a:spcAft>
                <a:spcPts val="0"/>
              </a:spcAft>
              <a:buClr>
                <a:schemeClr val="bg1"/>
              </a:buClr>
              <a:buSzPct val="25000"/>
              <a:buFont typeface="Calibri" panose="020F0502020204030204" pitchFamily="34" charset="0"/>
              <a:buNone/>
              <a:tabLst/>
              <a:defRPr/>
            </a:pPr>
            <a:r>
              <a:rPr lang="fr-FR" noProof="0" dirty="0"/>
              <a:t>Click to </a:t>
            </a:r>
            <a:r>
              <a:rPr lang="fr-FR" noProof="0" dirty="0" err="1"/>
              <a:t>edit</a:t>
            </a:r>
            <a:r>
              <a:rPr lang="fr-FR" noProof="0" dirty="0"/>
              <a:t> </a:t>
            </a:r>
            <a:r>
              <a:rPr lang="fr-FR" noProof="0" dirty="0" err="1"/>
              <a:t>text</a:t>
            </a:r>
            <a:endParaRPr lang="fr-FR" noProof="0" dirty="0"/>
          </a:p>
        </p:txBody>
      </p:sp>
    </p:spTree>
    <p:extLst>
      <p:ext uri="{BB962C8B-B14F-4D97-AF65-F5344CB8AC3E}">
        <p14:creationId xmlns:p14="http://schemas.microsoft.com/office/powerpoint/2010/main" val="2225586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6-Titre de section">
    <p:spTree>
      <p:nvGrpSpPr>
        <p:cNvPr id="1" name=""/>
        <p:cNvGrpSpPr/>
        <p:nvPr/>
      </p:nvGrpSpPr>
      <p:grpSpPr>
        <a:xfrm>
          <a:off x="0" y="0"/>
          <a:ext cx="0" cy="0"/>
          <a:chOff x="0" y="0"/>
          <a:chExt cx="0" cy="0"/>
        </a:xfrm>
      </p:grpSpPr>
      <p:sp>
        <p:nvSpPr>
          <p:cNvPr id="3" name="Arc partiel 2">
            <a:extLst>
              <a:ext uri="{FF2B5EF4-FFF2-40B4-BE49-F238E27FC236}">
                <a16:creationId xmlns:a16="http://schemas.microsoft.com/office/drawing/2014/main" id="{4533C9A4-50A8-E92C-3854-C046C7B5345C}"/>
              </a:ext>
            </a:extLst>
          </p:cNvPr>
          <p:cNvSpPr/>
          <p:nvPr userDrawn="1"/>
        </p:nvSpPr>
        <p:spPr>
          <a:xfrm>
            <a:off x="1403648" y="1252133"/>
            <a:ext cx="1944216" cy="1944216"/>
          </a:xfrm>
          <a:prstGeom prst="pie">
            <a:avLst>
              <a:gd name="adj1" fmla="val 16197239"/>
              <a:gd name="adj2" fmla="val 2156846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pic>
        <p:nvPicPr>
          <p:cNvPr id="2" name="Image 1">
            <a:extLst>
              <a:ext uri="{FF2B5EF4-FFF2-40B4-BE49-F238E27FC236}">
                <a16:creationId xmlns:a16="http://schemas.microsoft.com/office/drawing/2014/main" id="{C5711360-7416-06A3-A1C2-57F7DD1F50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2536" y="1774276"/>
            <a:ext cx="4009409" cy="2536046"/>
          </a:xfrm>
          <a:prstGeom prst="rect">
            <a:avLst/>
          </a:prstGeom>
        </p:spPr>
      </p:pic>
      <p:sp>
        <p:nvSpPr>
          <p:cNvPr id="9" name="Arc partiel 8">
            <a:extLst>
              <a:ext uri="{FF2B5EF4-FFF2-40B4-BE49-F238E27FC236}">
                <a16:creationId xmlns:a16="http://schemas.microsoft.com/office/drawing/2014/main" id="{DB043383-DF7B-50B9-D87C-39570022169C}"/>
              </a:ext>
            </a:extLst>
          </p:cNvPr>
          <p:cNvSpPr/>
          <p:nvPr userDrawn="1"/>
        </p:nvSpPr>
        <p:spPr>
          <a:xfrm>
            <a:off x="899592" y="701824"/>
            <a:ext cx="3050794" cy="3050794"/>
          </a:xfrm>
          <a:prstGeom prst="pie">
            <a:avLst>
              <a:gd name="adj1" fmla="val 10807401"/>
              <a:gd name="adj2" fmla="val 1622614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6" name="Text Placeholder 3">
            <a:extLst>
              <a:ext uri="{FF2B5EF4-FFF2-40B4-BE49-F238E27FC236}">
                <a16:creationId xmlns:a16="http://schemas.microsoft.com/office/drawing/2014/main" id="{8FD54340-9361-6239-27A0-D51C1957C2BA}"/>
              </a:ext>
            </a:extLst>
          </p:cNvPr>
          <p:cNvSpPr>
            <a:spLocks noGrp="1"/>
          </p:cNvSpPr>
          <p:nvPr>
            <p:ph type="body" sz="quarter" idx="10" hasCustomPrompt="1"/>
          </p:nvPr>
        </p:nvSpPr>
        <p:spPr>
          <a:xfrm>
            <a:off x="2886047" y="2363880"/>
            <a:ext cx="3280806" cy="829006"/>
          </a:xfrm>
        </p:spPr>
        <p:txBody>
          <a:bodyPr>
            <a:normAutofit/>
          </a:bodyPr>
          <a:lstStyle>
            <a:lvl1pPr>
              <a:lnSpc>
                <a:spcPct val="85000"/>
              </a:lnSpc>
              <a:spcBef>
                <a:spcPts val="600"/>
              </a:spcBef>
              <a:defRPr sz="2200"/>
            </a:lvl1pPr>
            <a:lvl2pPr>
              <a:lnSpc>
                <a:spcPct val="85000"/>
              </a:lnSpc>
              <a:spcBef>
                <a:spcPts val="600"/>
              </a:spcBef>
              <a:defRPr sz="2800"/>
            </a:lvl2pPr>
          </a:lstStyle>
          <a:p>
            <a:pPr lvl="0"/>
            <a:r>
              <a:rPr lang="fr-FR" noProof="0" dirty="0"/>
              <a:t>Click to </a:t>
            </a:r>
            <a:r>
              <a:rPr lang="fr-FR" noProof="0" dirty="0" err="1"/>
              <a:t>edit</a:t>
            </a:r>
            <a:r>
              <a:rPr lang="fr-FR" noProof="0" dirty="0"/>
              <a:t> section </a:t>
            </a:r>
            <a:r>
              <a:rPr lang="fr-FR" noProof="0" dirty="0" err="1"/>
              <a:t>name</a:t>
            </a:r>
            <a:endParaRPr lang="en-US" dirty="0"/>
          </a:p>
        </p:txBody>
      </p:sp>
      <p:sp>
        <p:nvSpPr>
          <p:cNvPr id="7" name="Text Placeholder 3">
            <a:extLst>
              <a:ext uri="{FF2B5EF4-FFF2-40B4-BE49-F238E27FC236}">
                <a16:creationId xmlns:a16="http://schemas.microsoft.com/office/drawing/2014/main" id="{F66A221A-EB63-ED83-AE22-C73D162B899A}"/>
              </a:ext>
            </a:extLst>
          </p:cNvPr>
          <p:cNvSpPr>
            <a:spLocks noGrp="1"/>
          </p:cNvSpPr>
          <p:nvPr>
            <p:ph type="body" sz="quarter" idx="11" hasCustomPrompt="1"/>
          </p:nvPr>
        </p:nvSpPr>
        <p:spPr>
          <a:xfrm>
            <a:off x="2885357" y="3347768"/>
            <a:ext cx="4162282" cy="850685"/>
          </a:xfrm>
        </p:spPr>
        <p:txBody>
          <a:bodyPr>
            <a:normAutofit/>
          </a:bodyPr>
          <a:lstStyle>
            <a:lvl1pPr>
              <a:lnSpc>
                <a:spcPct val="85000"/>
              </a:lnSpc>
              <a:spcBef>
                <a:spcPts val="600"/>
              </a:spcBef>
              <a:defRPr sz="2800"/>
            </a:lvl1pPr>
            <a:lvl2pPr>
              <a:lnSpc>
                <a:spcPct val="85000"/>
              </a:lnSpc>
              <a:spcBef>
                <a:spcPts val="600"/>
              </a:spcBef>
              <a:defRPr sz="2200"/>
            </a:lvl2pPr>
          </a:lstStyle>
          <a:p>
            <a:pPr marL="0" marR="0" lvl="1" indent="0" algn="l" defTabSz="914400" rtl="0" eaLnBrk="1" fontAlgn="auto" latinLnBrk="0" hangingPunct="1">
              <a:lnSpc>
                <a:spcPct val="90000"/>
              </a:lnSpc>
              <a:spcBef>
                <a:spcPts val="600"/>
              </a:spcBef>
              <a:spcAft>
                <a:spcPts val="0"/>
              </a:spcAft>
              <a:buClr>
                <a:schemeClr val="bg1"/>
              </a:buClr>
              <a:buSzPct val="25000"/>
              <a:buFont typeface="Calibri" panose="020F0502020204030204" pitchFamily="34" charset="0"/>
              <a:buNone/>
              <a:tabLst/>
              <a:defRPr/>
            </a:pPr>
            <a:r>
              <a:rPr lang="fr-FR" noProof="0" dirty="0"/>
              <a:t>Click to </a:t>
            </a:r>
            <a:r>
              <a:rPr lang="fr-FR" noProof="0" dirty="0" err="1"/>
              <a:t>edit</a:t>
            </a:r>
            <a:r>
              <a:rPr lang="fr-FR" noProof="0" dirty="0"/>
              <a:t> </a:t>
            </a:r>
            <a:r>
              <a:rPr lang="fr-FR" noProof="0" dirty="0" err="1"/>
              <a:t>text</a:t>
            </a:r>
            <a:endParaRPr lang="fr-FR" noProof="0" dirty="0"/>
          </a:p>
        </p:txBody>
      </p:sp>
    </p:spTree>
    <p:extLst>
      <p:ext uri="{BB962C8B-B14F-4D97-AF65-F5344CB8AC3E}">
        <p14:creationId xmlns:p14="http://schemas.microsoft.com/office/powerpoint/2010/main" val="837478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7-Titre de section">
    <p:spTree>
      <p:nvGrpSpPr>
        <p:cNvPr id="1" name=""/>
        <p:cNvGrpSpPr/>
        <p:nvPr/>
      </p:nvGrpSpPr>
      <p:grpSpPr>
        <a:xfrm>
          <a:off x="0" y="0"/>
          <a:ext cx="0" cy="0"/>
          <a:chOff x="0" y="0"/>
          <a:chExt cx="0" cy="0"/>
        </a:xfrm>
      </p:grpSpPr>
      <p:sp>
        <p:nvSpPr>
          <p:cNvPr id="3" name="Arc partiel 2">
            <a:extLst>
              <a:ext uri="{FF2B5EF4-FFF2-40B4-BE49-F238E27FC236}">
                <a16:creationId xmlns:a16="http://schemas.microsoft.com/office/drawing/2014/main" id="{4533C9A4-50A8-E92C-3854-C046C7B5345C}"/>
              </a:ext>
            </a:extLst>
          </p:cNvPr>
          <p:cNvSpPr/>
          <p:nvPr userDrawn="1"/>
        </p:nvSpPr>
        <p:spPr>
          <a:xfrm>
            <a:off x="1464220" y="1463192"/>
            <a:ext cx="1944216" cy="1944216"/>
          </a:xfrm>
          <a:prstGeom prst="pie">
            <a:avLst>
              <a:gd name="adj1" fmla="val 16183733"/>
              <a:gd name="adj2" fmla="val 2156846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9" name="Arc partiel 8">
            <a:extLst>
              <a:ext uri="{FF2B5EF4-FFF2-40B4-BE49-F238E27FC236}">
                <a16:creationId xmlns:a16="http://schemas.microsoft.com/office/drawing/2014/main" id="{DB043383-DF7B-50B9-D87C-39570022169C}"/>
              </a:ext>
            </a:extLst>
          </p:cNvPr>
          <p:cNvSpPr/>
          <p:nvPr userDrawn="1"/>
        </p:nvSpPr>
        <p:spPr>
          <a:xfrm>
            <a:off x="910931" y="909903"/>
            <a:ext cx="3050794" cy="3050794"/>
          </a:xfrm>
          <a:prstGeom prst="pie">
            <a:avLst>
              <a:gd name="adj1" fmla="val 5404741"/>
              <a:gd name="adj2" fmla="val 108329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pic>
        <p:nvPicPr>
          <p:cNvPr id="7" name="Image 6">
            <a:extLst>
              <a:ext uri="{FF2B5EF4-FFF2-40B4-BE49-F238E27FC236}">
                <a16:creationId xmlns:a16="http://schemas.microsoft.com/office/drawing/2014/main" id="{AB04D373-8649-9191-A572-AFB0CA2ECE3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1560" y="483518"/>
            <a:ext cx="1824768" cy="1951782"/>
          </a:xfrm>
          <a:prstGeom prst="rect">
            <a:avLst/>
          </a:prstGeom>
        </p:spPr>
      </p:pic>
      <p:sp>
        <p:nvSpPr>
          <p:cNvPr id="2" name="Text Placeholder 3">
            <a:extLst>
              <a:ext uri="{FF2B5EF4-FFF2-40B4-BE49-F238E27FC236}">
                <a16:creationId xmlns:a16="http://schemas.microsoft.com/office/drawing/2014/main" id="{35331816-0C37-7AA3-8346-06A31F34B3B8}"/>
              </a:ext>
            </a:extLst>
          </p:cNvPr>
          <p:cNvSpPr>
            <a:spLocks noGrp="1"/>
          </p:cNvSpPr>
          <p:nvPr>
            <p:ph type="body" sz="quarter" idx="10" hasCustomPrompt="1"/>
          </p:nvPr>
        </p:nvSpPr>
        <p:spPr>
          <a:xfrm>
            <a:off x="2620693" y="2578402"/>
            <a:ext cx="3280806" cy="829006"/>
          </a:xfrm>
        </p:spPr>
        <p:txBody>
          <a:bodyPr>
            <a:normAutofit/>
          </a:bodyPr>
          <a:lstStyle>
            <a:lvl1pPr>
              <a:lnSpc>
                <a:spcPct val="85000"/>
              </a:lnSpc>
              <a:spcBef>
                <a:spcPts val="600"/>
              </a:spcBef>
              <a:defRPr sz="2200"/>
            </a:lvl1pPr>
            <a:lvl2pPr>
              <a:lnSpc>
                <a:spcPct val="85000"/>
              </a:lnSpc>
              <a:spcBef>
                <a:spcPts val="600"/>
              </a:spcBef>
              <a:defRPr sz="2800"/>
            </a:lvl2pPr>
          </a:lstStyle>
          <a:p>
            <a:pPr lvl="0"/>
            <a:r>
              <a:rPr lang="fr-FR" noProof="0" dirty="0"/>
              <a:t>Click to </a:t>
            </a:r>
            <a:r>
              <a:rPr lang="fr-FR" noProof="0" dirty="0" err="1"/>
              <a:t>edit</a:t>
            </a:r>
            <a:r>
              <a:rPr lang="fr-FR" noProof="0" dirty="0"/>
              <a:t> section </a:t>
            </a:r>
            <a:r>
              <a:rPr lang="fr-FR" noProof="0" dirty="0" err="1"/>
              <a:t>name</a:t>
            </a:r>
            <a:endParaRPr lang="en-US" dirty="0"/>
          </a:p>
        </p:txBody>
      </p:sp>
      <p:sp>
        <p:nvSpPr>
          <p:cNvPr id="6" name="Text Placeholder 3">
            <a:extLst>
              <a:ext uri="{FF2B5EF4-FFF2-40B4-BE49-F238E27FC236}">
                <a16:creationId xmlns:a16="http://schemas.microsoft.com/office/drawing/2014/main" id="{C98AB748-6D3A-F51C-6375-FC5F2B8C8E96}"/>
              </a:ext>
            </a:extLst>
          </p:cNvPr>
          <p:cNvSpPr>
            <a:spLocks noGrp="1"/>
          </p:cNvSpPr>
          <p:nvPr>
            <p:ph type="body" sz="quarter" idx="11" hasCustomPrompt="1"/>
          </p:nvPr>
        </p:nvSpPr>
        <p:spPr>
          <a:xfrm>
            <a:off x="2620003" y="3562290"/>
            <a:ext cx="4162282" cy="850685"/>
          </a:xfrm>
        </p:spPr>
        <p:txBody>
          <a:bodyPr>
            <a:normAutofit/>
          </a:bodyPr>
          <a:lstStyle>
            <a:lvl1pPr>
              <a:lnSpc>
                <a:spcPct val="85000"/>
              </a:lnSpc>
              <a:spcBef>
                <a:spcPts val="600"/>
              </a:spcBef>
              <a:defRPr sz="2800"/>
            </a:lvl1pPr>
            <a:lvl2pPr>
              <a:lnSpc>
                <a:spcPct val="85000"/>
              </a:lnSpc>
              <a:spcBef>
                <a:spcPts val="600"/>
              </a:spcBef>
              <a:defRPr sz="2200"/>
            </a:lvl2pPr>
          </a:lstStyle>
          <a:p>
            <a:pPr marL="0" marR="0" lvl="1" indent="0" algn="l" defTabSz="914400" rtl="0" eaLnBrk="1" fontAlgn="auto" latinLnBrk="0" hangingPunct="1">
              <a:lnSpc>
                <a:spcPct val="90000"/>
              </a:lnSpc>
              <a:spcBef>
                <a:spcPts val="600"/>
              </a:spcBef>
              <a:spcAft>
                <a:spcPts val="0"/>
              </a:spcAft>
              <a:buClr>
                <a:schemeClr val="bg1"/>
              </a:buClr>
              <a:buSzPct val="25000"/>
              <a:buFont typeface="Calibri" panose="020F0502020204030204" pitchFamily="34" charset="0"/>
              <a:buNone/>
              <a:tabLst/>
              <a:defRPr/>
            </a:pPr>
            <a:r>
              <a:rPr lang="fr-FR" noProof="0" dirty="0"/>
              <a:t>Click to </a:t>
            </a:r>
            <a:r>
              <a:rPr lang="fr-FR" noProof="0" dirty="0" err="1"/>
              <a:t>edit</a:t>
            </a:r>
            <a:r>
              <a:rPr lang="fr-FR" noProof="0" dirty="0"/>
              <a:t> </a:t>
            </a:r>
            <a:r>
              <a:rPr lang="fr-FR" noProof="0" dirty="0" err="1"/>
              <a:t>text</a:t>
            </a:r>
            <a:endParaRPr lang="fr-FR" noProof="0" dirty="0"/>
          </a:p>
        </p:txBody>
      </p:sp>
    </p:spTree>
    <p:extLst>
      <p:ext uri="{BB962C8B-B14F-4D97-AF65-F5344CB8AC3E}">
        <p14:creationId xmlns:p14="http://schemas.microsoft.com/office/powerpoint/2010/main" val="2967410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Titre de section">
    <p:spTree>
      <p:nvGrpSpPr>
        <p:cNvPr id="1" name=""/>
        <p:cNvGrpSpPr/>
        <p:nvPr/>
      </p:nvGrpSpPr>
      <p:grpSpPr>
        <a:xfrm>
          <a:off x="0" y="0"/>
          <a:ext cx="0" cy="0"/>
          <a:chOff x="0" y="0"/>
          <a:chExt cx="0" cy="0"/>
        </a:xfrm>
      </p:grpSpPr>
      <p:sp>
        <p:nvSpPr>
          <p:cNvPr id="51" name="Arc partiel 50">
            <a:extLst>
              <a:ext uri="{FF2B5EF4-FFF2-40B4-BE49-F238E27FC236}">
                <a16:creationId xmlns:a16="http://schemas.microsoft.com/office/drawing/2014/main" id="{EFC66CD1-FB47-EDFB-A8C5-DC7CEBD66091}"/>
              </a:ext>
            </a:extLst>
          </p:cNvPr>
          <p:cNvSpPr/>
          <p:nvPr userDrawn="1"/>
        </p:nvSpPr>
        <p:spPr>
          <a:xfrm>
            <a:off x="2454444" y="2687815"/>
            <a:ext cx="1395245" cy="1396103"/>
          </a:xfrm>
          <a:prstGeom prst="pie">
            <a:avLst>
              <a:gd name="adj1" fmla="val 15470472"/>
              <a:gd name="adj2" fmla="val 21548291"/>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43" name="Arc partiel 42">
            <a:extLst>
              <a:ext uri="{FF2B5EF4-FFF2-40B4-BE49-F238E27FC236}">
                <a16:creationId xmlns:a16="http://schemas.microsoft.com/office/drawing/2014/main" id="{302A5202-8C24-DABF-55C6-1A16EE7FFE67}"/>
              </a:ext>
            </a:extLst>
          </p:cNvPr>
          <p:cNvSpPr/>
          <p:nvPr userDrawn="1"/>
        </p:nvSpPr>
        <p:spPr>
          <a:xfrm rot="5400000">
            <a:off x="1772873" y="1995686"/>
            <a:ext cx="2758385" cy="2758386"/>
          </a:xfrm>
          <a:prstGeom prst="pie">
            <a:avLst>
              <a:gd name="adj1" fmla="val 0"/>
              <a:gd name="adj2" fmla="val 53953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pic>
        <p:nvPicPr>
          <p:cNvPr id="48" name="Image 47">
            <a:extLst>
              <a:ext uri="{FF2B5EF4-FFF2-40B4-BE49-F238E27FC236}">
                <a16:creationId xmlns:a16="http://schemas.microsoft.com/office/drawing/2014/main" id="{ACB5FDE7-4BF0-C952-94AD-E437BFE2F95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0228" y="654645"/>
            <a:ext cx="3259353" cy="2793731"/>
          </a:xfrm>
          <a:prstGeom prst="rect">
            <a:avLst/>
          </a:prstGeom>
        </p:spPr>
      </p:pic>
      <p:sp>
        <p:nvSpPr>
          <p:cNvPr id="49" name="Text Placeholder 3">
            <a:extLst>
              <a:ext uri="{FF2B5EF4-FFF2-40B4-BE49-F238E27FC236}">
                <a16:creationId xmlns:a16="http://schemas.microsoft.com/office/drawing/2014/main" id="{D8A7B3B4-963B-690B-DEF3-297679FB98E2}"/>
              </a:ext>
            </a:extLst>
          </p:cNvPr>
          <p:cNvSpPr>
            <a:spLocks noGrp="1"/>
          </p:cNvSpPr>
          <p:nvPr>
            <p:ph type="body" sz="quarter" idx="10" hasCustomPrompt="1"/>
          </p:nvPr>
        </p:nvSpPr>
        <p:spPr>
          <a:xfrm>
            <a:off x="3347864" y="843558"/>
            <a:ext cx="3816424" cy="648072"/>
          </a:xfrm>
        </p:spPr>
        <p:txBody>
          <a:bodyPr>
            <a:normAutofit/>
          </a:bodyPr>
          <a:lstStyle>
            <a:lvl1pPr>
              <a:lnSpc>
                <a:spcPct val="85000"/>
              </a:lnSpc>
              <a:spcBef>
                <a:spcPts val="600"/>
              </a:spcBef>
              <a:defRPr sz="2200"/>
            </a:lvl1pPr>
            <a:lvl2pPr>
              <a:lnSpc>
                <a:spcPct val="85000"/>
              </a:lnSpc>
              <a:spcBef>
                <a:spcPts val="600"/>
              </a:spcBef>
              <a:defRPr sz="2800"/>
            </a:lvl2pPr>
          </a:lstStyle>
          <a:p>
            <a:pPr lvl="0"/>
            <a:r>
              <a:rPr lang="fr-FR" noProof="0" dirty="0"/>
              <a:t>Cliquez pour modifier le nom de la section</a:t>
            </a:r>
            <a:endParaRPr lang="en-US" dirty="0"/>
          </a:p>
        </p:txBody>
      </p:sp>
      <p:sp>
        <p:nvSpPr>
          <p:cNvPr id="50" name="Text Placeholder 3">
            <a:extLst>
              <a:ext uri="{FF2B5EF4-FFF2-40B4-BE49-F238E27FC236}">
                <a16:creationId xmlns:a16="http://schemas.microsoft.com/office/drawing/2014/main" id="{5FBF13E3-D2A8-2B45-E398-FB64CEE83E3D}"/>
              </a:ext>
            </a:extLst>
          </p:cNvPr>
          <p:cNvSpPr>
            <a:spLocks noGrp="1"/>
          </p:cNvSpPr>
          <p:nvPr>
            <p:ph type="body" sz="quarter" idx="11" hasCustomPrompt="1"/>
          </p:nvPr>
        </p:nvSpPr>
        <p:spPr>
          <a:xfrm>
            <a:off x="3347864" y="1707654"/>
            <a:ext cx="3816424" cy="459999"/>
          </a:xfrm>
        </p:spPr>
        <p:txBody>
          <a:bodyPr>
            <a:normAutofit/>
          </a:bodyPr>
          <a:lstStyle>
            <a:lvl1pPr>
              <a:lnSpc>
                <a:spcPct val="85000"/>
              </a:lnSpc>
              <a:spcBef>
                <a:spcPts val="600"/>
              </a:spcBef>
              <a:defRPr sz="2800"/>
            </a:lvl1pPr>
            <a:lvl2pPr>
              <a:lnSpc>
                <a:spcPct val="85000"/>
              </a:lnSpc>
              <a:spcBef>
                <a:spcPts val="600"/>
              </a:spcBef>
              <a:defRPr sz="2200"/>
            </a:lvl2pPr>
          </a:lstStyle>
          <a:p>
            <a:pPr marL="0" marR="0" lvl="1" indent="0" algn="l" defTabSz="914400" rtl="0" eaLnBrk="1" fontAlgn="auto" latinLnBrk="0" hangingPunct="1">
              <a:lnSpc>
                <a:spcPct val="90000"/>
              </a:lnSpc>
              <a:spcBef>
                <a:spcPts val="600"/>
              </a:spcBef>
              <a:spcAft>
                <a:spcPts val="0"/>
              </a:spcAft>
              <a:buClr>
                <a:schemeClr val="bg1"/>
              </a:buClr>
              <a:buSzPct val="25000"/>
              <a:buFont typeface="Calibri" panose="020F0502020204030204" pitchFamily="34" charset="0"/>
              <a:buNone/>
              <a:tabLst/>
              <a:defRPr/>
            </a:pPr>
            <a:r>
              <a:rPr lang="fr-FR" noProof="0" dirty="0"/>
              <a:t>Click to </a:t>
            </a:r>
            <a:r>
              <a:rPr lang="fr-FR" noProof="0" dirty="0" err="1"/>
              <a:t>edit</a:t>
            </a:r>
            <a:r>
              <a:rPr lang="fr-FR" noProof="0" dirty="0"/>
              <a:t> </a:t>
            </a:r>
            <a:r>
              <a:rPr lang="fr-FR" noProof="0" dirty="0" err="1"/>
              <a:t>text</a:t>
            </a:r>
            <a:endParaRPr lang="fr-FR" noProof="0" dirty="0"/>
          </a:p>
        </p:txBody>
      </p:sp>
    </p:spTree>
    <p:extLst>
      <p:ext uri="{BB962C8B-B14F-4D97-AF65-F5344CB8AC3E}">
        <p14:creationId xmlns:p14="http://schemas.microsoft.com/office/powerpoint/2010/main" val="2125546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4" name="Content Placeholder 2"/>
          <p:cNvSpPr>
            <a:spLocks noGrp="1"/>
          </p:cNvSpPr>
          <p:nvPr>
            <p:ph idx="1" hasCustomPrompt="1"/>
          </p:nvPr>
        </p:nvSpPr>
        <p:spPr>
          <a:xfrm>
            <a:off x="307975" y="307975"/>
            <a:ext cx="8513763" cy="4217988"/>
          </a:xfrm>
          <a:prstGeom prst="rect">
            <a:avLst/>
          </a:prstGeom>
        </p:spPr>
        <p:txBody>
          <a:bodyPr lIns="0" tIns="0" rIns="0" bIns="0"/>
          <a:lstStyle>
            <a:lvl1pPr>
              <a:spcBef>
                <a:spcPts val="0"/>
              </a:spcBef>
              <a:defRPr sz="3000"/>
            </a:lvl1pPr>
            <a:lvl2pPr marL="358775" indent="-358775">
              <a:spcBef>
                <a:spcPts val="0"/>
              </a:spcBef>
              <a:buClrTx/>
              <a:buSzPct val="100000"/>
              <a:buFont typeface="+mj-lt"/>
              <a:buAutoNum type="arabicPeriod"/>
              <a:defRPr sz="3000">
                <a:solidFill>
                  <a:schemeClr val="bg1"/>
                </a:solidFill>
              </a:defRPr>
            </a:lvl2pPr>
            <a:lvl3pPr>
              <a:defRPr sz="1800"/>
            </a:lvl3pPr>
            <a:lvl4pPr>
              <a:defRPr sz="1800"/>
            </a:lvl4pPr>
            <a:lvl5pPr>
              <a:defRPr sz="1800"/>
            </a:lvl5pPr>
          </a:lstStyle>
          <a:p>
            <a:pPr lvl="0"/>
            <a:r>
              <a:rPr lang="fr-FR" noProof="0" dirty="0"/>
              <a:t>Cliquez pour modifier le contenu</a:t>
            </a:r>
          </a:p>
          <a:p>
            <a:pPr lvl="1"/>
            <a:r>
              <a:rPr lang="fr-FR" noProof="0" dirty="0"/>
              <a:t>Deuxième niveau</a:t>
            </a:r>
          </a:p>
        </p:txBody>
      </p:sp>
    </p:spTree>
    <p:extLst>
      <p:ext uri="{BB962C8B-B14F-4D97-AF65-F5344CB8AC3E}">
        <p14:creationId xmlns:p14="http://schemas.microsoft.com/office/powerpoint/2010/main" val="3296909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7975" y="1203598"/>
            <a:ext cx="8513763" cy="3322365"/>
          </a:xfrm>
          <a:prstGeom prst="rect">
            <a:avLst/>
          </a:prstGeom>
        </p:spPr>
        <p:txBody>
          <a:bodyPr lIns="0" tIns="0" rIns="0" bIns="0"/>
          <a:lstStyle>
            <a:lvl1pPr>
              <a:defRPr/>
            </a:lvl1pPr>
            <a:lvl2pPr>
              <a:defRPr>
                <a:solidFill>
                  <a:schemeClr val="bg1"/>
                </a:solidFill>
              </a:defRPr>
            </a:lvl2pPr>
            <a:lvl3pPr>
              <a:defRPr>
                <a:solidFill>
                  <a:schemeClr val="bg1"/>
                </a:solidFill>
              </a:defRPr>
            </a:lvl3pPr>
            <a:lvl4pPr>
              <a:defRPr>
                <a:solidFill>
                  <a:schemeClr val="bg1"/>
                </a:solidFill>
              </a:defRPr>
            </a:lvl4pPr>
            <a:lvl5pPr>
              <a:buClr>
                <a:schemeClr val="bg1"/>
              </a:buClr>
              <a:defRPr>
                <a:solidFill>
                  <a:schemeClr val="bg1"/>
                </a:solidFill>
              </a:defRPr>
            </a:lvl5pPr>
            <a:lvl6pPr>
              <a:defRPr>
                <a:solidFill>
                  <a:schemeClr val="bg1"/>
                </a:solidFill>
              </a:defRPr>
            </a:lvl6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4" name="Title 3"/>
          <p:cNvSpPr>
            <a:spLocks noGrp="1"/>
          </p:cNvSpPr>
          <p:nvPr>
            <p:ph type="title" hasCustomPrompt="1"/>
          </p:nvPr>
        </p:nvSpPr>
        <p:spPr>
          <a:xfrm>
            <a:off x="307975" y="307974"/>
            <a:ext cx="8513763" cy="590551"/>
          </a:xfrm>
        </p:spPr>
        <p:txBody>
          <a:bodyPr/>
          <a:lstStyle>
            <a:lvl1pPr>
              <a:defRPr/>
            </a:lvl1pPr>
          </a:lstStyle>
          <a:p>
            <a:r>
              <a:rPr lang="fr-FR" noProof="0" dirty="0"/>
              <a:t>Cliquez pour modifier le titre</a:t>
            </a:r>
            <a:endParaRPr lang="en-GB" dirty="0"/>
          </a:p>
        </p:txBody>
      </p:sp>
    </p:spTree>
    <p:extLst>
      <p:ext uri="{BB962C8B-B14F-4D97-AF65-F5344CB8AC3E}">
        <p14:creationId xmlns:p14="http://schemas.microsoft.com/office/powerpoint/2010/main" val="4251427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6_Deux contenus">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307975" y="1131590"/>
            <a:ext cx="4092897" cy="3324023"/>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5" name="Title 4"/>
          <p:cNvSpPr>
            <a:spLocks noGrp="1"/>
          </p:cNvSpPr>
          <p:nvPr>
            <p:ph type="title" hasCustomPrompt="1"/>
          </p:nvPr>
        </p:nvSpPr>
        <p:spPr>
          <a:xfrm>
            <a:off x="307975" y="307975"/>
            <a:ext cx="8512497" cy="590550"/>
          </a:xfrm>
        </p:spPr>
        <p:txBody>
          <a:bodyPr/>
          <a:lstStyle/>
          <a:p>
            <a:r>
              <a:rPr lang="fr-FR" noProof="0" dirty="0"/>
              <a:t>Cliquez pour modifier le titre</a:t>
            </a:r>
            <a:endParaRPr lang="en-GB" dirty="0"/>
          </a:p>
        </p:txBody>
      </p:sp>
    </p:spTree>
    <p:extLst>
      <p:ext uri="{BB962C8B-B14F-4D97-AF65-F5344CB8AC3E}">
        <p14:creationId xmlns:p14="http://schemas.microsoft.com/office/powerpoint/2010/main" val="3298513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Titre et contenu">
    <p:bg>
      <p:bgPr>
        <a:solidFill>
          <a:schemeClr val="tx1"/>
        </a:solidFill>
        <a:effectLst/>
      </p:bgPr>
    </p:bg>
    <p:spTree>
      <p:nvGrpSpPr>
        <p:cNvPr id="1" name=""/>
        <p:cNvGrpSpPr/>
        <p:nvPr/>
      </p:nvGrpSpPr>
      <p:grpSpPr>
        <a:xfrm>
          <a:off x="0" y="0"/>
          <a:ext cx="0" cy="0"/>
          <a:chOff x="0" y="0"/>
          <a:chExt cx="0" cy="0"/>
        </a:xfrm>
      </p:grpSpPr>
      <p:sp>
        <p:nvSpPr>
          <p:cNvPr id="17" name="Content Placeholder 3">
            <a:extLst>
              <a:ext uri="{FF2B5EF4-FFF2-40B4-BE49-F238E27FC236}">
                <a16:creationId xmlns:a16="http://schemas.microsoft.com/office/drawing/2014/main" id="{612B6BF1-99B9-C8C6-0319-E29664A49843}"/>
              </a:ext>
            </a:extLst>
          </p:cNvPr>
          <p:cNvSpPr>
            <a:spLocks noGrp="1"/>
          </p:cNvSpPr>
          <p:nvPr>
            <p:ph sz="half" idx="2" hasCustomPrompt="1"/>
          </p:nvPr>
        </p:nvSpPr>
        <p:spPr>
          <a:xfrm>
            <a:off x="4727575" y="1201940"/>
            <a:ext cx="4092897" cy="3324023"/>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23" name="Title 4">
            <a:extLst>
              <a:ext uri="{FF2B5EF4-FFF2-40B4-BE49-F238E27FC236}">
                <a16:creationId xmlns:a16="http://schemas.microsoft.com/office/drawing/2014/main" id="{A15F9A49-4C75-B2B9-1215-ABF3B2C26F77}"/>
              </a:ext>
            </a:extLst>
          </p:cNvPr>
          <p:cNvSpPr>
            <a:spLocks noGrp="1"/>
          </p:cNvSpPr>
          <p:nvPr>
            <p:ph type="title" hasCustomPrompt="1"/>
          </p:nvPr>
        </p:nvSpPr>
        <p:spPr>
          <a:xfrm>
            <a:off x="307975" y="307975"/>
            <a:ext cx="8512497" cy="590550"/>
          </a:xfrm>
        </p:spPr>
        <p:txBody>
          <a:bodyPr/>
          <a:lstStyle/>
          <a:p>
            <a:r>
              <a:rPr lang="fr-FR" noProof="0" dirty="0"/>
              <a:t>Cliquez pour modifier le titre</a:t>
            </a:r>
            <a:endParaRPr lang="en-GB" dirty="0"/>
          </a:p>
        </p:txBody>
      </p:sp>
      <p:sp>
        <p:nvSpPr>
          <p:cNvPr id="2" name="Content Placeholder 3">
            <a:extLst>
              <a:ext uri="{FF2B5EF4-FFF2-40B4-BE49-F238E27FC236}">
                <a16:creationId xmlns:a16="http://schemas.microsoft.com/office/drawing/2014/main" id="{9C99B86C-17A2-0217-58F5-DA436B7BBB67}"/>
              </a:ext>
            </a:extLst>
          </p:cNvPr>
          <p:cNvSpPr>
            <a:spLocks noGrp="1"/>
          </p:cNvSpPr>
          <p:nvPr>
            <p:ph sz="half" idx="10" hasCustomPrompt="1"/>
          </p:nvPr>
        </p:nvSpPr>
        <p:spPr>
          <a:xfrm>
            <a:off x="323529" y="1201940"/>
            <a:ext cx="4092897" cy="3324023"/>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Tree>
    <p:extLst>
      <p:ext uri="{BB962C8B-B14F-4D97-AF65-F5344CB8AC3E}">
        <p14:creationId xmlns:p14="http://schemas.microsoft.com/office/powerpoint/2010/main" val="2089501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Titre et contenu">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323529" y="1203599"/>
            <a:ext cx="4092897" cy="1512168"/>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5" name="Title 4"/>
          <p:cNvSpPr>
            <a:spLocks noGrp="1"/>
          </p:cNvSpPr>
          <p:nvPr>
            <p:ph type="title" hasCustomPrompt="1"/>
          </p:nvPr>
        </p:nvSpPr>
        <p:spPr>
          <a:xfrm>
            <a:off x="307975" y="307975"/>
            <a:ext cx="8512497" cy="590550"/>
          </a:xfrm>
        </p:spPr>
        <p:txBody>
          <a:bodyPr/>
          <a:lstStyle/>
          <a:p>
            <a:r>
              <a:rPr lang="fr-FR" noProof="0" dirty="0"/>
              <a:t>Cliquez pour modifier le titre</a:t>
            </a:r>
            <a:endParaRPr lang="en-GB" dirty="0"/>
          </a:p>
        </p:txBody>
      </p:sp>
      <p:sp>
        <p:nvSpPr>
          <p:cNvPr id="17" name="Content Placeholder 3">
            <a:extLst>
              <a:ext uri="{FF2B5EF4-FFF2-40B4-BE49-F238E27FC236}">
                <a16:creationId xmlns:a16="http://schemas.microsoft.com/office/drawing/2014/main" id="{C8536A79-161A-EAA2-72A1-8A82A9530F24}"/>
              </a:ext>
            </a:extLst>
          </p:cNvPr>
          <p:cNvSpPr>
            <a:spLocks noGrp="1"/>
          </p:cNvSpPr>
          <p:nvPr>
            <p:ph sz="half" idx="10" hasCustomPrompt="1"/>
          </p:nvPr>
        </p:nvSpPr>
        <p:spPr>
          <a:xfrm>
            <a:off x="4727575" y="1203598"/>
            <a:ext cx="4092897" cy="3384376"/>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18" name="Content Placeholder 3">
            <a:extLst>
              <a:ext uri="{FF2B5EF4-FFF2-40B4-BE49-F238E27FC236}">
                <a16:creationId xmlns:a16="http://schemas.microsoft.com/office/drawing/2014/main" id="{7C844BF7-B5E0-D9D3-8B7D-471ADD83403F}"/>
              </a:ext>
            </a:extLst>
          </p:cNvPr>
          <p:cNvSpPr>
            <a:spLocks noGrp="1"/>
          </p:cNvSpPr>
          <p:nvPr>
            <p:ph sz="half" idx="11" hasCustomPrompt="1"/>
          </p:nvPr>
        </p:nvSpPr>
        <p:spPr>
          <a:xfrm>
            <a:off x="323529" y="2931791"/>
            <a:ext cx="4092897" cy="1656184"/>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Tree>
    <p:extLst>
      <p:ext uri="{BB962C8B-B14F-4D97-AF65-F5344CB8AC3E}">
        <p14:creationId xmlns:p14="http://schemas.microsoft.com/office/powerpoint/2010/main" val="1296717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5_Deux contenus">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301451" y="1131591"/>
            <a:ext cx="4092897" cy="2304256"/>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8" name="Titre 7">
            <a:extLst>
              <a:ext uri="{FF2B5EF4-FFF2-40B4-BE49-F238E27FC236}">
                <a16:creationId xmlns:a16="http://schemas.microsoft.com/office/drawing/2014/main" id="{E3FA7E49-BBB3-DEE0-4201-B3204C52EC79}"/>
              </a:ext>
            </a:extLst>
          </p:cNvPr>
          <p:cNvSpPr>
            <a:spLocks noGrp="1"/>
          </p:cNvSpPr>
          <p:nvPr>
            <p:ph type="title"/>
          </p:nvPr>
        </p:nvSpPr>
        <p:spPr/>
        <p:txBody>
          <a:bodyPr/>
          <a:lstStyle/>
          <a:p>
            <a:r>
              <a:rPr lang="fr-FR"/>
              <a:t>Modifiez le style du titre</a:t>
            </a:r>
          </a:p>
        </p:txBody>
      </p:sp>
      <p:sp>
        <p:nvSpPr>
          <p:cNvPr id="10" name="Content Placeholder 3">
            <a:extLst>
              <a:ext uri="{FF2B5EF4-FFF2-40B4-BE49-F238E27FC236}">
                <a16:creationId xmlns:a16="http://schemas.microsoft.com/office/drawing/2014/main" id="{D54CC2F1-E462-810C-10B2-EA6DE25C25A1}"/>
              </a:ext>
            </a:extLst>
          </p:cNvPr>
          <p:cNvSpPr>
            <a:spLocks noGrp="1"/>
          </p:cNvSpPr>
          <p:nvPr>
            <p:ph sz="half" idx="10" hasCustomPrompt="1"/>
          </p:nvPr>
        </p:nvSpPr>
        <p:spPr>
          <a:xfrm>
            <a:off x="4727574" y="1131591"/>
            <a:ext cx="4092897" cy="2304256"/>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11" name="Content Placeholder 3">
            <a:extLst>
              <a:ext uri="{FF2B5EF4-FFF2-40B4-BE49-F238E27FC236}">
                <a16:creationId xmlns:a16="http://schemas.microsoft.com/office/drawing/2014/main" id="{58F5AD19-5CC5-4169-FF05-69A24AADEF07}"/>
              </a:ext>
            </a:extLst>
          </p:cNvPr>
          <p:cNvSpPr>
            <a:spLocks noGrp="1"/>
          </p:cNvSpPr>
          <p:nvPr>
            <p:ph sz="half" idx="11" hasCustomPrompt="1"/>
          </p:nvPr>
        </p:nvSpPr>
        <p:spPr>
          <a:xfrm>
            <a:off x="313016" y="3664358"/>
            <a:ext cx="8507455" cy="923616"/>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Tree>
    <p:extLst>
      <p:ext uri="{BB962C8B-B14F-4D97-AF65-F5344CB8AC3E}">
        <p14:creationId xmlns:p14="http://schemas.microsoft.com/office/powerpoint/2010/main" val="1908931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Image pleine page">
    <p:bg>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2" hasCustomPrompt="1"/>
          </p:nvPr>
        </p:nvSpPr>
        <p:spPr>
          <a:xfrm>
            <a:off x="0" y="0"/>
            <a:ext cx="9144000" cy="5143500"/>
          </a:xfrm>
          <a:prstGeom prst="rect">
            <a:avLst/>
          </a:prstGeom>
          <a:noFill/>
        </p:spPr>
        <p:txBody>
          <a:bodyPr/>
          <a:lstStyle/>
          <a:p>
            <a:r>
              <a:rPr lang="fr-FR" noProof="0" dirty="0"/>
              <a:t>Cliquez sur l'icône pour ajouter une photo</a:t>
            </a:r>
          </a:p>
        </p:txBody>
      </p:sp>
    </p:spTree>
    <p:extLst>
      <p:ext uri="{BB962C8B-B14F-4D97-AF65-F5344CB8AC3E}">
        <p14:creationId xmlns:p14="http://schemas.microsoft.com/office/powerpoint/2010/main" val="420341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Page de remerciement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DA33855-F247-80C6-48D5-C609C94F6587}"/>
              </a:ext>
            </a:extLst>
          </p:cNvPr>
          <p:cNvSpPr>
            <a:spLocks noGrp="1"/>
          </p:cNvSpPr>
          <p:nvPr>
            <p:ph type="body" sz="quarter" idx="10" hasCustomPrompt="1"/>
          </p:nvPr>
        </p:nvSpPr>
        <p:spPr>
          <a:xfrm>
            <a:off x="307975" y="307975"/>
            <a:ext cx="5704185" cy="4217988"/>
          </a:xfrm>
        </p:spPr>
        <p:txBody>
          <a:bodyPr>
            <a:normAutofit/>
          </a:bodyPr>
          <a:lstStyle>
            <a:lvl1pPr>
              <a:lnSpc>
                <a:spcPct val="85000"/>
              </a:lnSpc>
              <a:spcBef>
                <a:spcPts val="600"/>
              </a:spcBef>
              <a:defRPr sz="5500"/>
            </a:lvl1pPr>
            <a:lvl2pPr>
              <a:lnSpc>
                <a:spcPct val="85000"/>
              </a:lnSpc>
              <a:spcBef>
                <a:spcPts val="600"/>
              </a:spcBef>
              <a:defRPr sz="5500"/>
            </a:lvl2pPr>
          </a:lstStyle>
          <a:p>
            <a:pPr lvl="0"/>
            <a:r>
              <a:rPr lang="fr-FR" noProof="0" dirty="0"/>
              <a:t>Cliquez pour modifier le nom de la section</a:t>
            </a:r>
            <a:endParaRPr lang="en-US" dirty="0"/>
          </a:p>
          <a:p>
            <a:pPr marL="0" marR="0" lvl="1" indent="0" algn="l" defTabSz="914400" rtl="0" eaLnBrk="1" fontAlgn="auto" latinLnBrk="0" hangingPunct="1">
              <a:lnSpc>
                <a:spcPct val="90000"/>
              </a:lnSpc>
              <a:spcBef>
                <a:spcPts val="600"/>
              </a:spcBef>
              <a:spcAft>
                <a:spcPts val="0"/>
              </a:spcAft>
              <a:buClr>
                <a:schemeClr val="bg1"/>
              </a:buClr>
              <a:buSzPct val="25000"/>
              <a:buFont typeface="Calibri" panose="020F0502020204030204" pitchFamily="34" charset="0"/>
              <a:buNone/>
              <a:tabLst/>
              <a:defRPr/>
            </a:pPr>
            <a:r>
              <a:rPr lang="fr-FR" noProof="0" dirty="0"/>
              <a:t>Deuxième niveau</a:t>
            </a:r>
          </a:p>
        </p:txBody>
      </p:sp>
    </p:spTree>
    <p:extLst>
      <p:ext uri="{BB962C8B-B14F-4D97-AF65-F5344CB8AC3E}">
        <p14:creationId xmlns:p14="http://schemas.microsoft.com/office/powerpoint/2010/main" val="2417335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theme" Target="../theme/theme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76.xml"/><Relationship Id="rId7" Type="http://schemas.openxmlformats.org/officeDocument/2006/relationships/theme" Target="../theme/theme5.xml"/><Relationship Id="rId2" Type="http://schemas.openxmlformats.org/officeDocument/2006/relationships/slideLayout" Target="../slideLayouts/slideLayout75.xml"/><Relationship Id="rId1" Type="http://schemas.openxmlformats.org/officeDocument/2006/relationships/slideLayout" Target="../slideLayouts/slideLayout74.xml"/><Relationship Id="rId6" Type="http://schemas.openxmlformats.org/officeDocument/2006/relationships/slideLayout" Target="../slideLayouts/slideLayout79.xml"/><Relationship Id="rId5" Type="http://schemas.openxmlformats.org/officeDocument/2006/relationships/slideLayout" Target="../slideLayouts/slideLayout78.xml"/><Relationship Id="rId4" Type="http://schemas.openxmlformats.org/officeDocument/2006/relationships/slideLayout" Target="../slideLayouts/slideLayout7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slideLayout" Target="../slideLayouts/slideLayout92.xml"/><Relationship Id="rId18" Type="http://schemas.openxmlformats.org/officeDocument/2006/relationships/slideLayout" Target="../slideLayouts/slideLayout97.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slideLayout" Target="../slideLayouts/slideLayout91.xml"/><Relationship Id="rId17" Type="http://schemas.openxmlformats.org/officeDocument/2006/relationships/slideLayout" Target="../slideLayouts/slideLayout96.xml"/><Relationship Id="rId2" Type="http://schemas.openxmlformats.org/officeDocument/2006/relationships/slideLayout" Target="../slideLayouts/slideLayout81.xml"/><Relationship Id="rId16" Type="http://schemas.openxmlformats.org/officeDocument/2006/relationships/slideLayout" Target="../slideLayouts/slideLayout95.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5" Type="http://schemas.openxmlformats.org/officeDocument/2006/relationships/slideLayout" Target="../slideLayouts/slideLayout94.xml"/><Relationship Id="rId10" Type="http://schemas.openxmlformats.org/officeDocument/2006/relationships/slideLayout" Target="../slideLayouts/slideLayout89.xml"/><Relationship Id="rId19" Type="http://schemas.openxmlformats.org/officeDocument/2006/relationships/theme" Target="../theme/theme6.xml"/><Relationship Id="rId4" Type="http://schemas.openxmlformats.org/officeDocument/2006/relationships/slideLayout" Target="../slideLayouts/slideLayout83.xml"/><Relationship Id="rId9" Type="http://schemas.openxmlformats.org/officeDocument/2006/relationships/slideLayout" Target="../slideLayouts/slideLayout88.xml"/><Relationship Id="rId14" Type="http://schemas.openxmlformats.org/officeDocument/2006/relationships/slideLayout" Target="../slideLayouts/slideLayout9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200" y="268288"/>
            <a:ext cx="8516475" cy="741362"/>
          </a:xfrm>
          <a:prstGeom prst="rect">
            <a:avLst/>
          </a:prstGeom>
        </p:spPr>
        <p:txBody>
          <a:bodyPr vert="horz" lIns="0" tIns="0" rIns="0" bIns="0" rtlCol="0" anchor="t" anchorCtr="0">
            <a:noAutofit/>
          </a:bodyPr>
          <a:lstStyle/>
          <a:p>
            <a:r>
              <a:rPr lang="en-US" dirty="0"/>
              <a:t>Click to edit title</a:t>
            </a:r>
            <a:endParaRPr lang="en-GB" dirty="0"/>
          </a:p>
        </p:txBody>
      </p:sp>
      <p:sp>
        <p:nvSpPr>
          <p:cNvPr id="3" name="Text Placeholder 2"/>
          <p:cNvSpPr>
            <a:spLocks noGrp="1"/>
          </p:cNvSpPr>
          <p:nvPr>
            <p:ph type="body" idx="1"/>
          </p:nvPr>
        </p:nvSpPr>
        <p:spPr>
          <a:xfrm>
            <a:off x="313200" y="1181100"/>
            <a:ext cx="8516475" cy="3370263"/>
          </a:xfrm>
          <a:prstGeom prst="rect">
            <a:avLst/>
          </a:prstGeom>
        </p:spPr>
        <p:txBody>
          <a:bodyPr vert="horz" lIns="0" tIns="0" rIns="0" bIns="0" rtlCol="0">
            <a:no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Tree>
    <p:extLst>
      <p:ext uri="{BB962C8B-B14F-4D97-AF65-F5344CB8AC3E}">
        <p14:creationId xmlns:p14="http://schemas.microsoft.com/office/powerpoint/2010/main" val="1507071699"/>
      </p:ext>
    </p:extLst>
  </p:cSld>
  <p:clrMap bg1="lt1" tx1="dk1" bg2="lt2" tx2="dk2" accent1="accent1" accent2="accent2" accent3="accent3" accent4="accent4" accent5="accent5" accent6="accent6" hlink="hlink" folHlink="folHlink"/>
  <p:sldLayoutIdLst>
    <p:sldLayoutId id="2147483659" r:id="rId1"/>
    <p:sldLayoutId id="2147483665" r:id="rId2"/>
    <p:sldLayoutId id="2147483660" r:id="rId3"/>
    <p:sldLayoutId id="2147483661" r:id="rId4"/>
    <p:sldLayoutId id="2147483664" r:id="rId5"/>
    <p:sldLayoutId id="2147483668" r:id="rId6"/>
    <p:sldLayoutId id="2147483669" r:id="rId7"/>
    <p:sldLayoutId id="2147483670" r:id="rId8"/>
    <p:sldLayoutId id="2147483688" r:id="rId9"/>
    <p:sldLayoutId id="2147483663" r:id="rId10"/>
    <p:sldLayoutId id="2147483666" r:id="rId11"/>
    <p:sldLayoutId id="2147483672" r:id="rId12"/>
    <p:sldLayoutId id="2147483671" r:id="rId13"/>
    <p:sldLayoutId id="2147483789"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p:titleStyle>
    <p:bodyStyle>
      <a:lvl1pPr marL="0" indent="0" algn="l" defTabSz="914400" rtl="0" eaLnBrk="1" latinLnBrk="0" hangingPunct="1">
        <a:lnSpc>
          <a:spcPct val="90000"/>
        </a:lnSpc>
        <a:spcBef>
          <a:spcPts val="600"/>
        </a:spcBef>
        <a:buClr>
          <a:schemeClr val="tx1"/>
        </a:buClr>
        <a:buSzPct val="100000"/>
        <a:buFont typeface="Wingdings" panose="05000000000000000000" pitchFamily="2" charset="2"/>
        <a:buNone/>
        <a:tabLst/>
        <a:defRPr sz="1400" kern="1200" spc="-20" baseline="0">
          <a:solidFill>
            <a:schemeClr val="accent1"/>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600"/>
        </a:spcBef>
        <a:buClr>
          <a:schemeClr val="tx1"/>
        </a:buClr>
        <a:buSzPct val="100000"/>
        <a:buFont typeface="Wingdings" panose="05000000000000000000" pitchFamily="2" charset="2"/>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600"/>
        </a:spcBef>
        <a:buClr>
          <a:schemeClr val="tx1"/>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800100" indent="-190500" algn="l" defTabSz="914400" rtl="0" eaLnBrk="1" latinLnBrk="0" hangingPunct="1">
        <a:spcBef>
          <a:spcPct val="20000"/>
        </a:spcBef>
        <a:buFont typeface="Arial" panose="020B0604020202020204" pitchFamily="34" charset="0"/>
        <a:buChar char="–"/>
        <a:defRPr sz="1400" kern="1200">
          <a:solidFill>
            <a:schemeClr val="tx1"/>
          </a:solidFill>
          <a:latin typeface="Helvetica 55 Roman" panose="020B0604020202020204" pitchFamily="34" charset="0"/>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200" y="268288"/>
            <a:ext cx="8516475" cy="741362"/>
          </a:xfrm>
          <a:prstGeom prst="rect">
            <a:avLst/>
          </a:prstGeom>
        </p:spPr>
        <p:txBody>
          <a:bodyPr vert="horz" lIns="0" tIns="0" rIns="0" bIns="0" rtlCol="0" anchor="t" anchorCtr="0">
            <a:noAutofit/>
          </a:bodyPr>
          <a:lstStyle/>
          <a:p>
            <a:r>
              <a:rPr lang="en-US" dirty="0"/>
              <a:t>Click to edit title</a:t>
            </a:r>
            <a:endParaRPr lang="en-GB" dirty="0"/>
          </a:p>
        </p:txBody>
      </p:sp>
      <p:sp>
        <p:nvSpPr>
          <p:cNvPr id="3" name="Text Placeholder 2"/>
          <p:cNvSpPr>
            <a:spLocks noGrp="1"/>
          </p:cNvSpPr>
          <p:nvPr>
            <p:ph type="body" idx="1"/>
          </p:nvPr>
        </p:nvSpPr>
        <p:spPr>
          <a:xfrm>
            <a:off x="313200" y="1181100"/>
            <a:ext cx="8516475" cy="3370263"/>
          </a:xfrm>
          <a:prstGeom prst="rect">
            <a:avLst/>
          </a:prstGeom>
        </p:spPr>
        <p:txBody>
          <a:bodyPr vert="horz" lIns="0" tIns="0" rIns="0" bIns="0" rtlCol="0">
            <a:no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Tree>
    <p:extLst>
      <p:ext uri="{BB962C8B-B14F-4D97-AF65-F5344CB8AC3E}">
        <p14:creationId xmlns:p14="http://schemas.microsoft.com/office/powerpoint/2010/main" val="18105777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6" r:id="rId14"/>
    <p:sldLayoutId id="2147483708" r:id="rId15"/>
    <p:sldLayoutId id="2147483711" r:id="rId16"/>
    <p:sldLayoutId id="2147483717" r:id="rId17"/>
    <p:sldLayoutId id="2147483718" r:id="rId18"/>
    <p:sldLayoutId id="2147483752" r:id="rId19"/>
    <p:sldLayoutId id="2147483753" r:id="rId20"/>
    <p:sldLayoutId id="2147483838" r:id="rId2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p:titleStyle>
    <p:bodyStyle>
      <a:lvl1pPr marL="0" indent="0" algn="l" defTabSz="914400" rtl="0" eaLnBrk="1" latinLnBrk="0" hangingPunct="1">
        <a:lnSpc>
          <a:spcPct val="90000"/>
        </a:lnSpc>
        <a:spcBef>
          <a:spcPts val="600"/>
        </a:spcBef>
        <a:buClr>
          <a:schemeClr val="bg1"/>
        </a:buClr>
        <a:buSzPct val="100000"/>
        <a:buFont typeface="Wingdings" panose="05000000000000000000" pitchFamily="2" charset="2"/>
        <a:buNone/>
        <a:tabLst/>
        <a:defRPr sz="1400" kern="1200" spc="-20" baseline="0">
          <a:solidFill>
            <a:schemeClr val="accent1"/>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600"/>
        </a:spcBef>
        <a:buClr>
          <a:schemeClr val="bg1"/>
        </a:buClr>
        <a:buSzPct val="100000"/>
        <a:buFont typeface="Wingdings" panose="05000000000000000000" pitchFamily="2" charset="2"/>
        <a:buNone/>
        <a:defRPr sz="1400" kern="1200" spc="-20" baseline="0">
          <a:solidFill>
            <a:schemeClr val="bg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600"/>
        </a:spcBef>
        <a:buClr>
          <a:schemeClr val="bg1"/>
        </a:buClr>
        <a:buFont typeface="Wingdings" panose="05000000000000000000" pitchFamily="2" charset="2"/>
        <a:buChar char="§"/>
        <a:defRPr sz="1400" kern="1200" spc="-20" baseline="0">
          <a:solidFill>
            <a:schemeClr val="bg1"/>
          </a:solidFill>
          <a:latin typeface="Helvetica 75 Bold" panose="020B0804020202020204" pitchFamily="34" charset="0"/>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kern="1200" spc="-20" baseline="0">
          <a:solidFill>
            <a:schemeClr val="bg1"/>
          </a:solidFill>
          <a:latin typeface="Helvetica 55 Roman" panose="000B0500000000000000" pitchFamily="34" charset="0"/>
          <a:ea typeface="+mn-ea"/>
          <a:cs typeface="+mn-cs"/>
        </a:defRPr>
      </a:lvl4pPr>
      <a:lvl5pPr marL="595313" indent="-173038" algn="l" defTabSz="914400" rtl="0" eaLnBrk="1" latinLnBrk="0" hangingPunct="1">
        <a:lnSpc>
          <a:spcPct val="90000"/>
        </a:lnSpc>
        <a:spcBef>
          <a:spcPct val="20000"/>
        </a:spcBef>
        <a:buClr>
          <a:schemeClr val="bg1"/>
        </a:buClr>
        <a:buFont typeface="Arial" panose="020B0604020202020204" pitchFamily="34" charset="0"/>
        <a:buChar char="–"/>
        <a:defRPr sz="1400" kern="1200" spc="-20" baseline="0">
          <a:solidFill>
            <a:schemeClr val="bg1"/>
          </a:solidFill>
          <a:latin typeface="Helvetica 55 Roman" panose="000B0500000000000000" pitchFamily="34" charset="0"/>
          <a:ea typeface="+mn-ea"/>
          <a:cs typeface="+mn-cs"/>
        </a:defRPr>
      </a:lvl5pPr>
      <a:lvl6pPr marL="800100" indent="-190500" algn="l" defTabSz="914400" rtl="0" eaLnBrk="1" latinLnBrk="0" hangingPunct="1">
        <a:spcBef>
          <a:spcPct val="20000"/>
        </a:spcBef>
        <a:buFont typeface="Arial" panose="020B0604020202020204" pitchFamily="34" charset="0"/>
        <a:buChar char="–"/>
        <a:defRPr sz="1400" kern="1200">
          <a:solidFill>
            <a:schemeClr val="bg1"/>
          </a:solidFill>
          <a:latin typeface="Helvetica 55 Roman" panose="020B0604020202020204" pitchFamily="34" charset="0"/>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0200" y="266700"/>
            <a:ext cx="8496299" cy="723900"/>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330200" y="1206500"/>
            <a:ext cx="8496300" cy="3594100"/>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422880939"/>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8" r:id="rId14"/>
    <p:sldLayoutId id="2147483749" r:id="rId15"/>
    <p:sldLayoutId id="2147483750" r:id="rId16"/>
    <p:sldLayoutId id="2147483751"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911183" rtl="0" eaLnBrk="1" latinLnBrk="0" hangingPunct="1">
        <a:lnSpc>
          <a:spcPct val="90000"/>
        </a:lnSpc>
        <a:spcBef>
          <a:spcPct val="0"/>
        </a:spcBef>
        <a:buNone/>
        <a:defRPr sz="2000" kern="1200" spc="-20" baseline="0">
          <a:solidFill>
            <a:schemeClr val="bg2"/>
          </a:solidFill>
          <a:latin typeface="+mj-lt"/>
          <a:ea typeface="+mj-ea"/>
          <a:cs typeface="+mj-cs"/>
        </a:defRPr>
      </a:lvl1pPr>
    </p:titleStyle>
    <p:bodyStyle>
      <a:lvl1pPr marL="0" indent="0" algn="l" defTabSz="911183"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mn-lt"/>
          <a:ea typeface="+mn-ea"/>
          <a:cs typeface="+mn-cs"/>
        </a:defRPr>
      </a:lvl1pPr>
      <a:lvl2pPr marL="0" indent="0" algn="l" defTabSz="911183"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bg1"/>
          </a:solidFill>
          <a:latin typeface="+mn-lt"/>
          <a:ea typeface="+mn-ea"/>
          <a:cs typeface="+mn-cs"/>
        </a:defRPr>
      </a:lvl2pPr>
      <a:lvl3pPr marL="180332" indent="-180332" algn="l" defTabSz="911183"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bg1"/>
          </a:solidFill>
          <a:latin typeface="+mn-lt"/>
          <a:ea typeface="+mn-ea"/>
          <a:cs typeface="+mn-cs"/>
        </a:defRPr>
      </a:lvl3pPr>
      <a:lvl4pPr marL="406558" indent="-189857" algn="l" defTabSz="911183" rtl="0" eaLnBrk="1" latinLnBrk="0" hangingPunct="1">
        <a:lnSpc>
          <a:spcPct val="90000"/>
        </a:lnSpc>
        <a:spcBef>
          <a:spcPct val="20000"/>
        </a:spcBef>
        <a:buFont typeface="Arial" panose="020B0604020202020204" pitchFamily="34" charset="0"/>
        <a:buChar char="–"/>
        <a:defRPr sz="1400" kern="1200" spc="-20" baseline="0">
          <a:solidFill>
            <a:schemeClr val="bg1"/>
          </a:solidFill>
          <a:latin typeface="Helvetica 55 Roman" panose="020B0604020202020204" pitchFamily="34" charset="0"/>
          <a:ea typeface="+mn-ea"/>
          <a:cs typeface="+mn-cs"/>
        </a:defRPr>
      </a:lvl4pPr>
      <a:lvl5pPr marL="593168" indent="-172466" algn="l" defTabSz="911183" rtl="0" eaLnBrk="1" latinLnBrk="0" hangingPunct="1">
        <a:lnSpc>
          <a:spcPct val="90000"/>
        </a:lnSpc>
        <a:spcBef>
          <a:spcPct val="20000"/>
        </a:spcBef>
        <a:buClr>
          <a:schemeClr val="bg1"/>
        </a:buClr>
        <a:buFont typeface="Arial" panose="020B0604020202020204" pitchFamily="34" charset="0"/>
        <a:buChar char="–"/>
        <a:defRPr sz="1400" kern="1200" spc="-20" baseline="0">
          <a:solidFill>
            <a:schemeClr val="bg1"/>
          </a:solidFill>
          <a:latin typeface="Helvetica 55 Roman" panose="020B0604020202020204" pitchFamily="34" charset="0"/>
          <a:ea typeface="+mn-ea"/>
          <a:cs typeface="+mn-cs"/>
        </a:defRPr>
      </a:lvl5pPr>
      <a:lvl6pPr marL="797240" indent="-189857" algn="l" defTabSz="911183" rtl="0" eaLnBrk="1" latinLnBrk="0" hangingPunct="1">
        <a:spcBef>
          <a:spcPct val="20000"/>
        </a:spcBef>
        <a:buFont typeface="Arial" panose="020B0604020202020204" pitchFamily="34" charset="0"/>
        <a:buChar char="–"/>
        <a:defRPr sz="1400" kern="1200">
          <a:solidFill>
            <a:schemeClr val="bg1"/>
          </a:solidFill>
          <a:latin typeface="Helvetica 55 Roman" panose="020B0604020202020204" pitchFamily="34" charset="0"/>
          <a:ea typeface="+mn-ea"/>
          <a:cs typeface="+mn-cs"/>
        </a:defRPr>
      </a:lvl6pPr>
      <a:lvl7pPr marL="2961218" indent="-227742" algn="l" defTabSz="91118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16774" indent="-227742" algn="l" defTabSz="91118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72354" indent="-227742" algn="l" defTabSz="91118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1183" rtl="0" eaLnBrk="1" latinLnBrk="0" hangingPunct="1">
        <a:defRPr sz="1800" kern="1200">
          <a:solidFill>
            <a:schemeClr val="tx1"/>
          </a:solidFill>
          <a:latin typeface="+mn-lt"/>
          <a:ea typeface="+mn-ea"/>
          <a:cs typeface="+mn-cs"/>
        </a:defRPr>
      </a:lvl1pPr>
      <a:lvl2pPr marL="455486" algn="l" defTabSz="911183" rtl="0" eaLnBrk="1" latinLnBrk="0" hangingPunct="1">
        <a:defRPr sz="1800" kern="1200">
          <a:solidFill>
            <a:schemeClr val="tx1"/>
          </a:solidFill>
          <a:latin typeface="+mn-lt"/>
          <a:ea typeface="+mn-ea"/>
          <a:cs typeface="+mn-cs"/>
        </a:defRPr>
      </a:lvl2pPr>
      <a:lvl3pPr marL="911183" algn="l" defTabSz="911183" rtl="0" eaLnBrk="1" latinLnBrk="0" hangingPunct="1">
        <a:defRPr sz="1800" kern="1200">
          <a:solidFill>
            <a:schemeClr val="tx1"/>
          </a:solidFill>
          <a:latin typeface="+mn-lt"/>
          <a:ea typeface="+mn-ea"/>
          <a:cs typeface="+mn-cs"/>
        </a:defRPr>
      </a:lvl3pPr>
      <a:lvl4pPr marL="1366738" algn="l" defTabSz="911183" rtl="0" eaLnBrk="1" latinLnBrk="0" hangingPunct="1">
        <a:defRPr sz="1800" kern="1200">
          <a:solidFill>
            <a:schemeClr val="tx1"/>
          </a:solidFill>
          <a:latin typeface="+mn-lt"/>
          <a:ea typeface="+mn-ea"/>
          <a:cs typeface="+mn-cs"/>
        </a:defRPr>
      </a:lvl4pPr>
      <a:lvl5pPr marL="1822364" algn="l" defTabSz="911183" rtl="0" eaLnBrk="1" latinLnBrk="0" hangingPunct="1">
        <a:defRPr sz="1800" kern="1200">
          <a:solidFill>
            <a:schemeClr val="tx1"/>
          </a:solidFill>
          <a:latin typeface="+mn-lt"/>
          <a:ea typeface="+mn-ea"/>
          <a:cs typeface="+mn-cs"/>
        </a:defRPr>
      </a:lvl5pPr>
      <a:lvl6pPr marL="2277849" algn="l" defTabSz="911183" rtl="0" eaLnBrk="1" latinLnBrk="0" hangingPunct="1">
        <a:defRPr sz="1800" kern="1200">
          <a:solidFill>
            <a:schemeClr val="tx1"/>
          </a:solidFill>
          <a:latin typeface="+mn-lt"/>
          <a:ea typeface="+mn-ea"/>
          <a:cs typeface="+mn-cs"/>
        </a:defRPr>
      </a:lvl6pPr>
      <a:lvl7pPr marL="2733359" algn="l" defTabSz="911183" rtl="0" eaLnBrk="1" latinLnBrk="0" hangingPunct="1">
        <a:defRPr sz="1800" kern="1200">
          <a:solidFill>
            <a:schemeClr val="tx1"/>
          </a:solidFill>
          <a:latin typeface="+mn-lt"/>
          <a:ea typeface="+mn-ea"/>
          <a:cs typeface="+mn-cs"/>
        </a:defRPr>
      </a:lvl7pPr>
      <a:lvl8pPr marL="3188997" algn="l" defTabSz="911183" rtl="0" eaLnBrk="1" latinLnBrk="0" hangingPunct="1">
        <a:defRPr sz="1800" kern="1200">
          <a:solidFill>
            <a:schemeClr val="tx1"/>
          </a:solidFill>
          <a:latin typeface="+mn-lt"/>
          <a:ea typeface="+mn-ea"/>
          <a:cs typeface="+mn-cs"/>
        </a:defRPr>
      </a:lvl8pPr>
      <a:lvl9pPr marL="3644573" algn="l" defTabSz="91118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p15:clr>
            <a:srgbClr val="F26B43"/>
          </p15:clr>
        </p15:guide>
        <p15:guide id="2" orient="horz" pos="1624">
          <p15:clr>
            <a:srgbClr val="F26B43"/>
          </p15:clr>
        </p15:guide>
        <p15:guide id="3" pos="208">
          <p15:clr>
            <a:srgbClr val="F26B43"/>
          </p15:clr>
        </p15:guide>
        <p15:guide id="4" pos="5560">
          <p15:clr>
            <a:srgbClr val="F26B43"/>
          </p15:clr>
        </p15:guide>
        <p15:guide id="5" orient="horz" pos="168">
          <p15:clr>
            <a:srgbClr val="F26B43"/>
          </p15:clr>
        </p15:guide>
        <p15:guide id="6" orient="horz" pos="624">
          <p15:clr>
            <a:srgbClr val="F26B43"/>
          </p15:clr>
        </p15:guide>
        <p15:guide id="7" orient="horz" pos="760">
          <p15:clr>
            <a:srgbClr val="F26B43"/>
          </p15:clr>
        </p15:guide>
        <p15:guide id="8" orient="horz" pos="302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p:cNvSpPr>
            <a:spLocks noGrp="1"/>
          </p:cNvSpPr>
          <p:nvPr>
            <p:ph type="title"/>
          </p:nvPr>
        </p:nvSpPr>
        <p:spPr bwMode="auto">
          <a:xfrm>
            <a:off x="380365" y="349663"/>
            <a:ext cx="8470900" cy="62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defTabSz="514196" fontAlgn="base">
              <a:spcAft>
                <a:spcPts val="0"/>
              </a:spcAft>
            </a:pPr>
            <a:r>
              <a:rPr lang="en-US" altLang="en-US" noProof="0"/>
              <a:t>Click here to enter the main title</a:t>
            </a:r>
          </a:p>
        </p:txBody>
      </p:sp>
      <p:sp>
        <p:nvSpPr>
          <p:cNvPr id="8" name="Text Placeholder 2"/>
          <p:cNvSpPr>
            <a:spLocks noGrp="1"/>
          </p:cNvSpPr>
          <p:nvPr>
            <p:ph type="body" idx="1"/>
          </p:nvPr>
        </p:nvSpPr>
        <p:spPr bwMode="auto">
          <a:xfrm>
            <a:off x="377191" y="1159152"/>
            <a:ext cx="8474075" cy="3370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172986" lvl="0" indent="-172986">
              <a:buClr>
                <a:srgbClr val="FF6600"/>
              </a:buClr>
              <a:buFont typeface="Wingdings" panose="05000000000000000000" pitchFamily="2" charset="2"/>
              <a:buChar char="§"/>
            </a:pPr>
            <a:r>
              <a:rPr lang="en-US" altLang="en-US" noProof="0"/>
              <a:t>Edit the mask text</a:t>
            </a:r>
          </a:p>
          <a:p>
            <a:pPr marL="345971" lvl="1" indent="-172986">
              <a:buFont typeface="Helvetica 75 Bold" panose="020B0804020202020204" pitchFamily="34" charset="0"/>
              <a:buChar char="−"/>
            </a:pPr>
            <a:r>
              <a:rPr lang="en-US" altLang="en-US" noProof="0"/>
              <a:t>Second level</a:t>
            </a:r>
          </a:p>
          <a:p>
            <a:pPr marL="512609" lvl="2" indent="-166638">
              <a:buClr>
                <a:schemeClr val="tx1"/>
              </a:buClr>
              <a:buFont typeface="Helvetica 75" panose="020B0804020202020204" pitchFamily="34" charset="0"/>
              <a:buChar char="−"/>
            </a:pPr>
            <a:r>
              <a:rPr lang="en-US" altLang="en-US" noProof="0"/>
              <a:t>Third level</a:t>
            </a:r>
          </a:p>
          <a:p>
            <a:pPr marL="690356" lvl="3" indent="-172986">
              <a:buClr>
                <a:schemeClr val="tx1"/>
              </a:buClr>
              <a:buFont typeface="Helvetica 75" panose="020B0804020202020204" pitchFamily="34" charset="0"/>
              <a:buChar char="−"/>
            </a:pPr>
            <a:r>
              <a:rPr lang="en-US" altLang="en-US" noProof="0"/>
              <a:t>Fourth level</a:t>
            </a:r>
          </a:p>
          <a:p>
            <a:pPr marL="858580" lvl="4" indent="-168225">
              <a:buClr>
                <a:schemeClr val="tx1"/>
              </a:buClr>
              <a:buFont typeface="Helvetica 75" panose="020B0804020202020204" pitchFamily="34" charset="0"/>
              <a:buChar char="−"/>
            </a:pPr>
            <a:r>
              <a:rPr lang="en-US" altLang="en-US" noProof="0"/>
              <a:t>Fifth level</a:t>
            </a:r>
          </a:p>
        </p:txBody>
      </p:sp>
      <p:sp>
        <p:nvSpPr>
          <p:cNvPr id="11" name="Espace réservé de la date 10"/>
          <p:cNvSpPr>
            <a:spLocks noGrp="1"/>
          </p:cNvSpPr>
          <p:nvPr>
            <p:ph type="dt" sz="half" idx="2"/>
          </p:nvPr>
        </p:nvSpPr>
        <p:spPr>
          <a:xfrm>
            <a:off x="7344687" y="4565513"/>
            <a:ext cx="1496418" cy="272965"/>
          </a:xfrm>
          <a:prstGeom prst="rect">
            <a:avLst/>
          </a:prstGeom>
        </p:spPr>
        <p:txBody>
          <a:bodyPr wrap="square" lIns="0" tIns="0" rIns="0" bIns="0" anchor="b">
            <a:noAutofit/>
          </a:bodyPr>
          <a:lstStyle>
            <a:lvl1pPr algn="r">
              <a:defRPr kumimoji="0" lang="fr-FR" sz="800" b="1" i="0" u="none" strike="noStrike" cap="none" spc="0" normalizeH="0" baseline="0" smtClean="0">
                <a:ln>
                  <a:noFill/>
                </a:ln>
                <a:solidFill>
                  <a:schemeClr val="accent1"/>
                </a:solidFill>
                <a:effectLst/>
                <a:uLnTx/>
                <a:uFillTx/>
                <a:latin typeface="Helvetica" pitchFamily="2" charset="0"/>
                <a:cs typeface="Arial" panose="020B0604020202020204" pitchFamily="34" charset="0"/>
              </a:defRPr>
            </a:lvl1pPr>
          </a:lstStyle>
          <a:p>
            <a:pPr defTabSz="914126" fontAlgn="base">
              <a:lnSpc>
                <a:spcPct val="85000"/>
              </a:lnSpc>
              <a:spcBef>
                <a:spcPct val="0"/>
              </a:spcBef>
              <a:spcAft>
                <a:spcPts val="1200"/>
              </a:spcAft>
              <a:buClr>
                <a:srgbClr val="FFFFFF"/>
              </a:buClr>
            </a:pPr>
            <a:fld id="{BB6C7B1B-74EB-2449-9E5A-7DC7FB5E321C}"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12" name="Espace réservé du pied de page 11"/>
          <p:cNvSpPr>
            <a:spLocks noGrp="1"/>
          </p:cNvSpPr>
          <p:nvPr>
            <p:ph type="ftr" sz="quarter" idx="3"/>
          </p:nvPr>
        </p:nvSpPr>
        <p:spPr>
          <a:xfrm>
            <a:off x="653058" y="4565511"/>
            <a:ext cx="6649443" cy="272966"/>
          </a:xfrm>
          <a:prstGeom prst="rect">
            <a:avLst/>
          </a:prstGeom>
        </p:spPr>
        <p:txBody>
          <a:bodyPr wrap="square" lIns="0" tIns="0" rIns="0" bIns="0" anchor="b">
            <a:noAutofit/>
          </a:bodyPr>
          <a:lstStyle>
            <a:lvl1pPr>
              <a:defRPr kumimoji="0" lang="fr-FR" sz="800" b="1" i="0" u="none" strike="noStrike" cap="none" spc="0" normalizeH="0" baseline="0">
                <a:ln>
                  <a:noFill/>
                </a:ln>
                <a:solidFill>
                  <a:srgbClr val="FF6600"/>
                </a:solidFill>
                <a:effectLst/>
                <a:uLnTx/>
                <a:uFillTx/>
                <a:latin typeface="Helvetica" pitchFamily="2" charset="0"/>
                <a:cs typeface="Arial" panose="020B0604020202020204" pitchFamily="34" charset="0"/>
              </a:defRPr>
            </a:lvl1pPr>
          </a:lstStyle>
          <a:p>
            <a:pPr defTabSz="914126" fontAlgn="base">
              <a:lnSpc>
                <a:spcPct val="85000"/>
              </a:lnSpc>
              <a:spcBef>
                <a:spcPct val="0"/>
              </a:spcBef>
              <a:spcAft>
                <a:spcPts val="1200"/>
              </a:spcAft>
              <a:buClr>
                <a:srgbClr val="FFFFFF"/>
              </a:buClr>
            </a:pPr>
            <a:endParaRPr lang="en-US"/>
          </a:p>
        </p:txBody>
      </p:sp>
      <p:sp>
        <p:nvSpPr>
          <p:cNvPr id="14" name="Espace réservé du numéro de diapositive 12"/>
          <p:cNvSpPr>
            <a:spLocks noGrp="1"/>
          </p:cNvSpPr>
          <p:nvPr>
            <p:ph type="sldNum" sz="quarter" idx="4"/>
          </p:nvPr>
        </p:nvSpPr>
        <p:spPr>
          <a:xfrm>
            <a:off x="377190" y="4565512"/>
            <a:ext cx="304800" cy="272966"/>
          </a:xfrm>
          <a:prstGeom prst="rect">
            <a:avLst/>
          </a:prstGeom>
        </p:spPr>
        <p:txBody>
          <a:bodyPr wrap="square" lIns="0" tIns="0" rIns="0" bIns="0" anchor="b">
            <a:normAutofit/>
          </a:bodyPr>
          <a:lstStyle>
            <a:lvl1pPr>
              <a:defRPr kumimoji="0" lang="fr-FR" sz="800" b="1" i="0" u="none" strike="noStrike" cap="none" spc="0" normalizeH="0" baseline="0" smtClean="0">
                <a:ln>
                  <a:noFill/>
                </a:ln>
                <a:solidFill>
                  <a:schemeClr val="accent1"/>
                </a:solidFill>
                <a:effectLst/>
                <a:uLnTx/>
                <a:uFillTx/>
                <a:latin typeface="Helvetica" pitchFamily="2" charset="0"/>
                <a:cs typeface="Arial" panose="020B0604020202020204" pitchFamily="34" charset="0"/>
              </a:defRPr>
            </a:lvl1p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
        <p:nvSpPr>
          <p:cNvPr id="3" name="TextBox 2">
            <a:extLst>
              <a:ext uri="{FF2B5EF4-FFF2-40B4-BE49-F238E27FC236}">
                <a16:creationId xmlns:a16="http://schemas.microsoft.com/office/drawing/2014/main" id="{91F7EE17-F929-41D7-AD8F-D53392FF2D5B}"/>
              </a:ext>
            </a:extLst>
          </p:cNvPr>
          <p:cNvSpPr txBox="1"/>
          <p:nvPr>
            <p:extLst>
              <p:ext uri="{1162E1C5-73C7-4A58-AE30-91384D911F3F}">
                <p184:classification xmlns:p184="http://schemas.microsoft.com/office/powerpoint/2018/4/main" val="ftr"/>
              </p:ext>
            </p:extLst>
          </p:nvPr>
        </p:nvSpPr>
        <p:spPr>
          <a:xfrm>
            <a:off x="4156076" y="4991147"/>
            <a:ext cx="676275" cy="153888"/>
          </a:xfrm>
          <a:prstGeom prst="rect">
            <a:avLst/>
          </a:prstGeom>
        </p:spPr>
        <p:txBody>
          <a:bodyPr horzOverflow="overflow" lIns="0" tIns="0" rIns="0" bIns="0">
            <a:spAutoFit/>
          </a:bodyPr>
          <a:lstStyle/>
          <a:p>
            <a:pPr algn="ctr"/>
            <a:r>
              <a:rPr lang="en-US" sz="1000">
                <a:solidFill>
                  <a:srgbClr val="000000"/>
                </a:solidFill>
                <a:latin typeface="Calibri" panose="020F0502020204030204" pitchFamily="34" charset="0"/>
                <a:cs typeface="Calibri" panose="020F0502020204030204" pitchFamily="34" charset="0"/>
              </a:rPr>
              <a:t>Unrestricted</a:t>
            </a:r>
          </a:p>
        </p:txBody>
      </p:sp>
    </p:spTree>
    <p:extLst>
      <p:ext uri="{BB962C8B-B14F-4D97-AF65-F5344CB8AC3E}">
        <p14:creationId xmlns:p14="http://schemas.microsoft.com/office/powerpoint/2010/main" val="1992377653"/>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 id="2147483807" r:id="rId17"/>
    <p:sldLayoutId id="2147483808" r:id="rId18"/>
    <p:sldLayoutId id="2147483809" r:id="rId19"/>
    <p:sldLayoutId id="2147483810" r:id="rId20"/>
    <p:sldLayoutId id="2147483811" r:id="rId21"/>
  </p:sldLayoutIdLst>
  <p:hf hdr="0" ftr="0"/>
  <p:txStyles>
    <p:titleStyle>
      <a:lvl1pPr algn="l" defTabSz="685594" rtl="0" eaLnBrk="1" latinLnBrk="0" hangingPunct="1">
        <a:lnSpc>
          <a:spcPct val="90000"/>
        </a:lnSpc>
        <a:spcBef>
          <a:spcPct val="0"/>
        </a:spcBef>
        <a:buNone/>
        <a:defRPr lang="fr-FR" altLang="en-US" sz="1999" b="1" i="0" kern="1200" noProof="0" dirty="0" smtClean="0">
          <a:solidFill>
            <a:schemeClr val="tx2"/>
          </a:solidFill>
          <a:latin typeface="Helvetica" pitchFamily="2" charset="0"/>
          <a:ea typeface="Arial Unicode MS" panose="020B0604020202020204" pitchFamily="34" charset="-128"/>
          <a:cs typeface="Arial" panose="020B0604020202020204" pitchFamily="34" charset="0"/>
        </a:defRPr>
      </a:lvl1pPr>
    </p:titleStyle>
    <p:bodyStyle>
      <a:lvl1pPr marL="171399" indent="-171399" algn="l" defTabSz="514196" rtl="0" eaLnBrk="1" fontAlgn="base" latinLnBrk="0" hangingPunct="1">
        <a:lnSpc>
          <a:spcPct val="90000"/>
        </a:lnSpc>
        <a:spcBef>
          <a:spcPct val="0"/>
        </a:spcBef>
        <a:spcAft>
          <a:spcPts val="800"/>
        </a:spcAft>
        <a:buFont typeface="Arial"/>
        <a:buChar char="•"/>
        <a:defRPr lang="fr-FR" altLang="en-US" sz="1400" b="1" i="0" kern="1200" baseline="0" dirty="0" smtClean="0">
          <a:solidFill>
            <a:schemeClr val="tx1"/>
          </a:solidFill>
          <a:latin typeface="Helvetica" pitchFamily="2" charset="0"/>
          <a:ea typeface="Segoe UI" panose="020B0502040204020203" pitchFamily="34" charset="0"/>
          <a:cs typeface="Arial" panose="020B0604020202020204" pitchFamily="34" charset="0"/>
        </a:defRPr>
      </a:lvl1pPr>
      <a:lvl2pPr marL="345971" marR="0" indent="-172986" algn="l" defTabSz="514196" rtl="0" eaLnBrk="1" fontAlgn="base" latinLnBrk="0" hangingPunct="1">
        <a:lnSpc>
          <a:spcPct val="90000"/>
        </a:lnSpc>
        <a:spcBef>
          <a:spcPct val="0"/>
        </a:spcBef>
        <a:spcAft>
          <a:spcPts val="800"/>
        </a:spcAft>
        <a:buClrTx/>
        <a:buSzTx/>
        <a:buFont typeface="Helvetica 75 Bold" panose="020B0804020202020204" pitchFamily="34" charset="0"/>
        <a:buChar char="−"/>
        <a:tabLst/>
        <a:defRPr lang="fr-FR" altLang="en-US" sz="1400" b="1" i="0" kern="1200" baseline="0" dirty="0" smtClean="0">
          <a:solidFill>
            <a:schemeClr val="tx1"/>
          </a:solidFill>
          <a:latin typeface="Helvetica" pitchFamily="2" charset="0"/>
          <a:ea typeface="Arial Unicode MS" panose="020B0604020202020204" pitchFamily="34" charset="-128"/>
          <a:cs typeface="Arial" panose="020B0604020202020204" pitchFamily="34" charset="0"/>
        </a:defRPr>
      </a:lvl2pPr>
      <a:lvl3pPr marL="856993" indent="-171399" algn="l" defTabSz="514196" rtl="0" eaLnBrk="1" fontAlgn="base" latinLnBrk="0" hangingPunct="1">
        <a:lnSpc>
          <a:spcPct val="90000"/>
        </a:lnSpc>
        <a:spcBef>
          <a:spcPct val="0"/>
        </a:spcBef>
        <a:spcAft>
          <a:spcPts val="800"/>
        </a:spcAft>
        <a:buFont typeface="Arial"/>
        <a:buChar char="•"/>
        <a:defRPr lang="fr-FR" altLang="en-US" sz="1400" b="1" i="0" kern="1200" baseline="0" dirty="0" smtClean="0">
          <a:solidFill>
            <a:schemeClr val="tx1"/>
          </a:solidFill>
          <a:latin typeface="Helvetica" pitchFamily="2" charset="0"/>
          <a:ea typeface="ＭＳ Ｐゴシック" pitchFamily="34" charset="-128"/>
          <a:cs typeface="Arial" panose="020B0604020202020204" pitchFamily="34" charset="0"/>
        </a:defRPr>
      </a:lvl3pPr>
      <a:lvl4pPr marL="1199790" indent="-171399" algn="l" defTabSz="514196" rtl="0" eaLnBrk="1" fontAlgn="base" latinLnBrk="0" hangingPunct="1">
        <a:lnSpc>
          <a:spcPct val="90000"/>
        </a:lnSpc>
        <a:spcBef>
          <a:spcPct val="0"/>
        </a:spcBef>
        <a:spcAft>
          <a:spcPts val="800"/>
        </a:spcAft>
        <a:buFont typeface="Arial"/>
        <a:buChar char="•"/>
        <a:defRPr lang="fr-FR" altLang="en-US" sz="1400" b="1" i="0" kern="1200" baseline="0" dirty="0" smtClean="0">
          <a:solidFill>
            <a:schemeClr val="tx1"/>
          </a:solidFill>
          <a:latin typeface="Helvetica" pitchFamily="2" charset="0"/>
          <a:ea typeface="ＭＳ Ｐゴシック" pitchFamily="34" charset="-128"/>
          <a:cs typeface="+mn-cs"/>
        </a:defRPr>
      </a:lvl4pPr>
      <a:lvl5pPr marL="1542587" indent="-171399" algn="l" defTabSz="514196" rtl="0" eaLnBrk="1" fontAlgn="base" latinLnBrk="0" hangingPunct="1">
        <a:lnSpc>
          <a:spcPct val="90000"/>
        </a:lnSpc>
        <a:spcBef>
          <a:spcPct val="0"/>
        </a:spcBef>
        <a:spcAft>
          <a:spcPts val="800"/>
        </a:spcAft>
        <a:buFont typeface="Arial"/>
        <a:buChar char="•"/>
        <a:defRPr lang="en-GB" altLang="en-US" sz="1400" b="1" i="0" kern="1200" baseline="0" dirty="0" smtClean="0">
          <a:solidFill>
            <a:schemeClr val="tx1"/>
          </a:solidFill>
          <a:latin typeface="Helvetica" pitchFamily="2" charset="0"/>
          <a:ea typeface="ＭＳ Ｐゴシック" pitchFamily="34" charset="-128"/>
          <a:cs typeface="+mn-cs"/>
        </a:defRPr>
      </a:lvl5pPr>
      <a:lvl6pPr marL="1885384"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181"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0978"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3776"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fr-FR"/>
      </a:defPPr>
      <a:lvl1pPr marL="0" algn="l" defTabSz="685594" rtl="0" eaLnBrk="1" latinLnBrk="0" hangingPunct="1">
        <a:defRPr sz="1350" kern="1200">
          <a:solidFill>
            <a:schemeClr val="tx1"/>
          </a:solidFill>
          <a:latin typeface="+mn-lt"/>
          <a:ea typeface="+mn-ea"/>
          <a:cs typeface="+mn-cs"/>
        </a:defRPr>
      </a:lvl1pPr>
      <a:lvl2pPr marL="342797" algn="l" defTabSz="685594" rtl="0" eaLnBrk="1" latinLnBrk="0" hangingPunct="1">
        <a:defRPr sz="1350" kern="1200">
          <a:solidFill>
            <a:schemeClr val="tx1"/>
          </a:solidFill>
          <a:latin typeface="+mn-lt"/>
          <a:ea typeface="+mn-ea"/>
          <a:cs typeface="+mn-cs"/>
        </a:defRPr>
      </a:lvl2pPr>
      <a:lvl3pPr marL="685594" algn="l" defTabSz="685594" rtl="0" eaLnBrk="1" latinLnBrk="0" hangingPunct="1">
        <a:defRPr sz="1350" kern="1200">
          <a:solidFill>
            <a:schemeClr val="tx1"/>
          </a:solidFill>
          <a:latin typeface="+mn-lt"/>
          <a:ea typeface="+mn-ea"/>
          <a:cs typeface="+mn-cs"/>
        </a:defRPr>
      </a:lvl3pPr>
      <a:lvl4pPr marL="1028391" algn="l" defTabSz="685594" rtl="0" eaLnBrk="1" latinLnBrk="0" hangingPunct="1">
        <a:defRPr sz="1350" kern="1200">
          <a:solidFill>
            <a:schemeClr val="tx1"/>
          </a:solidFill>
          <a:latin typeface="+mn-lt"/>
          <a:ea typeface="+mn-ea"/>
          <a:cs typeface="+mn-cs"/>
        </a:defRPr>
      </a:lvl4pPr>
      <a:lvl5pPr marL="1371189" algn="l" defTabSz="685594" rtl="0" eaLnBrk="1" latinLnBrk="0" hangingPunct="1">
        <a:defRPr sz="1350" kern="1200">
          <a:solidFill>
            <a:schemeClr val="tx1"/>
          </a:solidFill>
          <a:latin typeface="+mn-lt"/>
          <a:ea typeface="+mn-ea"/>
          <a:cs typeface="+mn-cs"/>
        </a:defRPr>
      </a:lvl5pPr>
      <a:lvl6pPr marL="1713986" algn="l" defTabSz="685594" rtl="0" eaLnBrk="1" latinLnBrk="0" hangingPunct="1">
        <a:defRPr sz="1350" kern="1200">
          <a:solidFill>
            <a:schemeClr val="tx1"/>
          </a:solidFill>
          <a:latin typeface="+mn-lt"/>
          <a:ea typeface="+mn-ea"/>
          <a:cs typeface="+mn-cs"/>
        </a:defRPr>
      </a:lvl6pPr>
      <a:lvl7pPr marL="2056783" algn="l" defTabSz="685594" rtl="0" eaLnBrk="1" latinLnBrk="0" hangingPunct="1">
        <a:defRPr sz="1350" kern="1200">
          <a:solidFill>
            <a:schemeClr val="tx1"/>
          </a:solidFill>
          <a:latin typeface="+mn-lt"/>
          <a:ea typeface="+mn-ea"/>
          <a:cs typeface="+mn-cs"/>
        </a:defRPr>
      </a:lvl7pPr>
      <a:lvl8pPr marL="2399580" algn="l" defTabSz="685594" rtl="0" eaLnBrk="1" latinLnBrk="0" hangingPunct="1">
        <a:defRPr sz="1350" kern="1200">
          <a:solidFill>
            <a:schemeClr val="tx1"/>
          </a:solidFill>
          <a:latin typeface="+mn-lt"/>
          <a:ea typeface="+mn-ea"/>
          <a:cs typeface="+mn-cs"/>
        </a:defRPr>
      </a:lvl8pPr>
      <a:lvl9pPr marL="2742377" algn="l" defTabSz="685594"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4">
          <p15:clr>
            <a:srgbClr val="F26B43"/>
          </p15:clr>
        </p15:guide>
        <p15:guide id="2" pos="22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p:cNvSpPr>
            <a:spLocks noGrp="1"/>
          </p:cNvSpPr>
          <p:nvPr>
            <p:ph type="title"/>
          </p:nvPr>
        </p:nvSpPr>
        <p:spPr bwMode="auto">
          <a:xfrm>
            <a:off x="339726" y="339621"/>
            <a:ext cx="8470900" cy="62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defTabSz="513960" fontAlgn="base">
              <a:spcAft>
                <a:spcPts val="0"/>
              </a:spcAft>
            </a:pPr>
            <a:r>
              <a:rPr lang="fr-FR" altLang="en-US" noProof="0"/>
              <a:t>Case </a:t>
            </a:r>
            <a:r>
              <a:rPr lang="fr-FR" altLang="en-US" noProof="0" err="1"/>
              <a:t>Studies</a:t>
            </a:r>
            <a:r>
              <a:rPr lang="fr-FR" altLang="en-US" noProof="0"/>
              <a:t> [ENG]</a:t>
            </a:r>
          </a:p>
        </p:txBody>
      </p:sp>
      <p:sp>
        <p:nvSpPr>
          <p:cNvPr id="3" name="TextBox 2">
            <a:extLst>
              <a:ext uri="{FF2B5EF4-FFF2-40B4-BE49-F238E27FC236}">
                <a16:creationId xmlns:a16="http://schemas.microsoft.com/office/drawing/2014/main" id="{EC283D40-788B-4CFF-975E-303F64C977A9}"/>
              </a:ext>
            </a:extLst>
          </p:cNvPr>
          <p:cNvSpPr txBox="1"/>
          <p:nvPr>
            <p:extLst>
              <p:ext uri="{1162E1C5-73C7-4A58-AE30-91384D911F3F}">
                <p184:classification xmlns:p184="http://schemas.microsoft.com/office/powerpoint/2018/4/main" val="ftr"/>
              </p:ext>
            </p:extLst>
          </p:nvPr>
        </p:nvSpPr>
        <p:spPr>
          <a:xfrm>
            <a:off x="4156076" y="4991147"/>
            <a:ext cx="676275" cy="153888"/>
          </a:xfrm>
          <a:prstGeom prst="rect">
            <a:avLst/>
          </a:prstGeom>
        </p:spPr>
        <p:txBody>
          <a:bodyPr horzOverflow="overflow" lIns="0" tIns="0" rIns="0" bIns="0">
            <a:spAutoFit/>
          </a:bodyPr>
          <a:lstStyle/>
          <a:p>
            <a:pPr algn="ctr"/>
            <a:r>
              <a:rPr lang="en-US" sz="1000">
                <a:solidFill>
                  <a:srgbClr val="000000"/>
                </a:solidFill>
                <a:latin typeface="Calibri" panose="020F0502020204030204" pitchFamily="34" charset="0"/>
                <a:cs typeface="Calibri" panose="020F0502020204030204" pitchFamily="34" charset="0"/>
              </a:rPr>
              <a:t>Unrestricted</a:t>
            </a:r>
          </a:p>
        </p:txBody>
      </p:sp>
    </p:spTree>
    <p:extLst>
      <p:ext uri="{BB962C8B-B14F-4D97-AF65-F5344CB8AC3E}">
        <p14:creationId xmlns:p14="http://schemas.microsoft.com/office/powerpoint/2010/main" val="3545989320"/>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Lst>
  <p:hf hdr="0" dt="0"/>
  <p:txStyles>
    <p:titleStyle>
      <a:lvl1pPr algn="l" defTabSz="685280" rtl="0" eaLnBrk="1" latinLnBrk="0" hangingPunct="1">
        <a:lnSpc>
          <a:spcPct val="90000"/>
        </a:lnSpc>
        <a:spcBef>
          <a:spcPct val="0"/>
        </a:spcBef>
        <a:buNone/>
        <a:defRPr lang="fr-FR" altLang="en-US" sz="5397" b="1" kern="1200" noProof="0" dirty="0" smtClean="0">
          <a:solidFill>
            <a:schemeClr val="bg2"/>
          </a:solidFill>
          <a:latin typeface="Arial" panose="020B0604020202020204" pitchFamily="34" charset="0"/>
          <a:ea typeface="Arial Unicode MS" panose="020B0604020202020204" pitchFamily="34" charset="-128"/>
          <a:cs typeface="Arial" panose="020B0604020202020204" pitchFamily="34" charset="0"/>
        </a:defRPr>
      </a:lvl1pPr>
    </p:titleStyle>
    <p:bodyStyle>
      <a:lvl1pPr marL="171321" indent="-171321" algn="l" defTabSz="513960" rtl="0" eaLnBrk="1" fontAlgn="base" latinLnBrk="0" hangingPunct="1">
        <a:lnSpc>
          <a:spcPct val="90000"/>
        </a:lnSpc>
        <a:spcBef>
          <a:spcPct val="0"/>
        </a:spcBef>
        <a:spcAft>
          <a:spcPts val="799"/>
        </a:spcAft>
        <a:buFont typeface="Arial"/>
        <a:buChar char="•"/>
        <a:defRPr lang="fr-FR" altLang="en-US" sz="1399" b="0" i="0" kern="1200" baseline="0" dirty="0" smtClean="0">
          <a:solidFill>
            <a:schemeClr val="tx1"/>
          </a:solidFill>
          <a:latin typeface="Arial" panose="020B0604020202020204" pitchFamily="34" charset="0"/>
          <a:ea typeface="Segoe UI" panose="020B0502040204020203" pitchFamily="34" charset="0"/>
          <a:cs typeface="Arial" panose="020B0604020202020204" pitchFamily="34" charset="0"/>
        </a:defRPr>
      </a:lvl1pPr>
      <a:lvl2pPr marL="172906" marR="0" indent="0" algn="l" defTabSz="513960" rtl="0" eaLnBrk="1" fontAlgn="base" latinLnBrk="0" hangingPunct="1">
        <a:lnSpc>
          <a:spcPct val="90000"/>
        </a:lnSpc>
        <a:spcBef>
          <a:spcPct val="0"/>
        </a:spcBef>
        <a:spcAft>
          <a:spcPts val="799"/>
        </a:spcAft>
        <a:buClrTx/>
        <a:buSzTx/>
        <a:buFont typeface="Helvetica 75 Bold" panose="020B0804020202020204" pitchFamily="34" charset="0"/>
        <a:buNone/>
        <a:tabLst/>
        <a:defRPr lang="fr-FR" altLang="en-US" sz="1399" b="0" i="0" kern="1200" baseline="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defRPr>
      </a:lvl2pPr>
      <a:lvl3pPr marL="856600" indent="-171321" algn="l" defTabSz="513960" rtl="0" eaLnBrk="1" fontAlgn="base" latinLnBrk="0" hangingPunct="1">
        <a:lnSpc>
          <a:spcPct val="90000"/>
        </a:lnSpc>
        <a:spcBef>
          <a:spcPct val="0"/>
        </a:spcBef>
        <a:spcAft>
          <a:spcPts val="799"/>
        </a:spcAft>
        <a:buFont typeface="Arial"/>
        <a:buChar char="•"/>
        <a:defRPr lang="fr-FR" altLang="en-US" sz="1399" b="0" i="0" kern="1200" baseline="0" dirty="0" smtClean="0">
          <a:solidFill>
            <a:schemeClr val="tx1"/>
          </a:solidFill>
          <a:latin typeface="Arial" panose="020B0604020202020204" pitchFamily="34" charset="0"/>
          <a:ea typeface="ＭＳ Ｐゴシック" pitchFamily="34" charset="-128"/>
          <a:cs typeface="Arial" panose="020B0604020202020204" pitchFamily="34" charset="0"/>
        </a:defRPr>
      </a:lvl3pPr>
      <a:lvl4pPr marL="1199240" indent="-171321" algn="l" defTabSz="513960" rtl="0" eaLnBrk="1" fontAlgn="base" latinLnBrk="0" hangingPunct="1">
        <a:lnSpc>
          <a:spcPct val="90000"/>
        </a:lnSpc>
        <a:spcBef>
          <a:spcPct val="0"/>
        </a:spcBef>
        <a:spcAft>
          <a:spcPts val="799"/>
        </a:spcAft>
        <a:buFont typeface="Arial"/>
        <a:buChar char="•"/>
        <a:defRPr lang="fr-FR" altLang="en-US" sz="1399" b="0" i="0" kern="1200" baseline="0" dirty="0" smtClean="0">
          <a:solidFill>
            <a:schemeClr val="tx1"/>
          </a:solidFill>
          <a:latin typeface="+mn-lt"/>
          <a:ea typeface="ＭＳ Ｐゴシック" pitchFamily="34" charset="-128"/>
          <a:cs typeface="+mn-cs"/>
        </a:defRPr>
      </a:lvl4pPr>
      <a:lvl5pPr marL="1541880" indent="-171321" algn="l" defTabSz="513960" rtl="0" eaLnBrk="1" fontAlgn="base" latinLnBrk="0" hangingPunct="1">
        <a:lnSpc>
          <a:spcPct val="90000"/>
        </a:lnSpc>
        <a:spcBef>
          <a:spcPct val="0"/>
        </a:spcBef>
        <a:spcAft>
          <a:spcPts val="799"/>
        </a:spcAft>
        <a:buFont typeface="Arial"/>
        <a:buChar char="•"/>
        <a:defRPr lang="en-GB" altLang="en-US" sz="1399" b="0" i="0" kern="1200" baseline="0" dirty="0" smtClean="0">
          <a:solidFill>
            <a:schemeClr val="tx1"/>
          </a:solidFill>
          <a:latin typeface="+mn-lt"/>
          <a:ea typeface="ＭＳ Ｐゴシック" pitchFamily="34" charset="-128"/>
          <a:cs typeface="+mn-cs"/>
        </a:defRPr>
      </a:lvl5pPr>
      <a:lvl6pPr marL="1884520" indent="-171321" algn="l" defTabSz="685280" rtl="0" eaLnBrk="1" latinLnBrk="0" hangingPunct="1">
        <a:lnSpc>
          <a:spcPct val="90000"/>
        </a:lnSpc>
        <a:spcBef>
          <a:spcPts val="375"/>
        </a:spcBef>
        <a:buFont typeface="Arial"/>
        <a:buChar char="•"/>
        <a:defRPr sz="1349" kern="1200">
          <a:solidFill>
            <a:schemeClr val="tx1"/>
          </a:solidFill>
          <a:latin typeface="+mn-lt"/>
          <a:ea typeface="+mn-ea"/>
          <a:cs typeface="+mn-cs"/>
        </a:defRPr>
      </a:lvl6pPr>
      <a:lvl7pPr marL="2227160" indent="-171321" algn="l" defTabSz="685280" rtl="0" eaLnBrk="1" latinLnBrk="0" hangingPunct="1">
        <a:lnSpc>
          <a:spcPct val="90000"/>
        </a:lnSpc>
        <a:spcBef>
          <a:spcPts val="375"/>
        </a:spcBef>
        <a:buFont typeface="Arial"/>
        <a:buChar char="•"/>
        <a:defRPr sz="1349" kern="1200">
          <a:solidFill>
            <a:schemeClr val="tx1"/>
          </a:solidFill>
          <a:latin typeface="+mn-lt"/>
          <a:ea typeface="+mn-ea"/>
          <a:cs typeface="+mn-cs"/>
        </a:defRPr>
      </a:lvl7pPr>
      <a:lvl8pPr marL="2569801" indent="-171321" algn="l" defTabSz="685280" rtl="0" eaLnBrk="1" latinLnBrk="0" hangingPunct="1">
        <a:lnSpc>
          <a:spcPct val="90000"/>
        </a:lnSpc>
        <a:spcBef>
          <a:spcPts val="375"/>
        </a:spcBef>
        <a:buFont typeface="Arial"/>
        <a:buChar char="•"/>
        <a:defRPr sz="1349" kern="1200">
          <a:solidFill>
            <a:schemeClr val="tx1"/>
          </a:solidFill>
          <a:latin typeface="+mn-lt"/>
          <a:ea typeface="+mn-ea"/>
          <a:cs typeface="+mn-cs"/>
        </a:defRPr>
      </a:lvl8pPr>
      <a:lvl9pPr marL="2912440" indent="-171321" algn="l" defTabSz="685280" rtl="0" eaLnBrk="1" latinLnBrk="0" hangingPunct="1">
        <a:lnSpc>
          <a:spcPct val="90000"/>
        </a:lnSpc>
        <a:spcBef>
          <a:spcPts val="375"/>
        </a:spcBef>
        <a:buFont typeface="Arial"/>
        <a:buChar char="•"/>
        <a:defRPr sz="1349" kern="1200">
          <a:solidFill>
            <a:schemeClr val="tx1"/>
          </a:solidFill>
          <a:latin typeface="+mn-lt"/>
          <a:ea typeface="+mn-ea"/>
          <a:cs typeface="+mn-cs"/>
        </a:defRPr>
      </a:lvl9pPr>
    </p:bodyStyle>
    <p:otherStyle>
      <a:defPPr>
        <a:defRPr lang="fr-FR"/>
      </a:defPPr>
      <a:lvl1pPr marL="0" algn="l" defTabSz="685280" rtl="0" eaLnBrk="1" latinLnBrk="0" hangingPunct="1">
        <a:defRPr sz="1349" kern="1200">
          <a:solidFill>
            <a:schemeClr val="tx1"/>
          </a:solidFill>
          <a:latin typeface="+mn-lt"/>
          <a:ea typeface="+mn-ea"/>
          <a:cs typeface="+mn-cs"/>
        </a:defRPr>
      </a:lvl1pPr>
      <a:lvl2pPr marL="342640" algn="l" defTabSz="685280" rtl="0" eaLnBrk="1" latinLnBrk="0" hangingPunct="1">
        <a:defRPr sz="1349" kern="1200">
          <a:solidFill>
            <a:schemeClr val="tx1"/>
          </a:solidFill>
          <a:latin typeface="+mn-lt"/>
          <a:ea typeface="+mn-ea"/>
          <a:cs typeface="+mn-cs"/>
        </a:defRPr>
      </a:lvl2pPr>
      <a:lvl3pPr marL="685280" algn="l" defTabSz="685280" rtl="0" eaLnBrk="1" latinLnBrk="0" hangingPunct="1">
        <a:defRPr sz="1349" kern="1200">
          <a:solidFill>
            <a:schemeClr val="tx1"/>
          </a:solidFill>
          <a:latin typeface="+mn-lt"/>
          <a:ea typeface="+mn-ea"/>
          <a:cs typeface="+mn-cs"/>
        </a:defRPr>
      </a:lvl3pPr>
      <a:lvl4pPr marL="1027920" algn="l" defTabSz="685280" rtl="0" eaLnBrk="1" latinLnBrk="0" hangingPunct="1">
        <a:defRPr sz="1349" kern="1200">
          <a:solidFill>
            <a:schemeClr val="tx1"/>
          </a:solidFill>
          <a:latin typeface="+mn-lt"/>
          <a:ea typeface="+mn-ea"/>
          <a:cs typeface="+mn-cs"/>
        </a:defRPr>
      </a:lvl4pPr>
      <a:lvl5pPr marL="1370561" algn="l" defTabSz="685280" rtl="0" eaLnBrk="1" latinLnBrk="0" hangingPunct="1">
        <a:defRPr sz="1349" kern="1200">
          <a:solidFill>
            <a:schemeClr val="tx1"/>
          </a:solidFill>
          <a:latin typeface="+mn-lt"/>
          <a:ea typeface="+mn-ea"/>
          <a:cs typeface="+mn-cs"/>
        </a:defRPr>
      </a:lvl5pPr>
      <a:lvl6pPr marL="1713200" algn="l" defTabSz="685280" rtl="0" eaLnBrk="1" latinLnBrk="0" hangingPunct="1">
        <a:defRPr sz="1349" kern="1200">
          <a:solidFill>
            <a:schemeClr val="tx1"/>
          </a:solidFill>
          <a:latin typeface="+mn-lt"/>
          <a:ea typeface="+mn-ea"/>
          <a:cs typeface="+mn-cs"/>
        </a:defRPr>
      </a:lvl6pPr>
      <a:lvl7pPr marL="2055840" algn="l" defTabSz="685280" rtl="0" eaLnBrk="1" latinLnBrk="0" hangingPunct="1">
        <a:defRPr sz="1349" kern="1200">
          <a:solidFill>
            <a:schemeClr val="tx1"/>
          </a:solidFill>
          <a:latin typeface="+mn-lt"/>
          <a:ea typeface="+mn-ea"/>
          <a:cs typeface="+mn-cs"/>
        </a:defRPr>
      </a:lvl7pPr>
      <a:lvl8pPr marL="2398480" algn="l" defTabSz="685280" rtl="0" eaLnBrk="1" latinLnBrk="0" hangingPunct="1">
        <a:defRPr sz="1349" kern="1200">
          <a:solidFill>
            <a:schemeClr val="tx1"/>
          </a:solidFill>
          <a:latin typeface="+mn-lt"/>
          <a:ea typeface="+mn-ea"/>
          <a:cs typeface="+mn-cs"/>
        </a:defRPr>
      </a:lvl8pPr>
      <a:lvl9pPr marL="2741120" algn="l" defTabSz="685280" rtl="0" eaLnBrk="1" latinLnBrk="0" hangingPunct="1">
        <a:defRPr sz="1349"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7976" y="307976"/>
            <a:ext cx="8512495" cy="590550"/>
          </a:xfrm>
          <a:prstGeom prst="rect">
            <a:avLst/>
          </a:prstGeom>
        </p:spPr>
        <p:txBody>
          <a:bodyPr vert="horz" lIns="0" tIns="0" rIns="0" bIns="0" rtlCol="0" anchor="t" anchorCtr="0">
            <a:noAutofit/>
          </a:bodyPr>
          <a:lstStyle/>
          <a:p>
            <a:r>
              <a:rPr lang="fr-FR" noProof="0" dirty="0"/>
              <a:t>Cliquez pour modifier le titre</a:t>
            </a:r>
          </a:p>
        </p:txBody>
      </p:sp>
      <p:sp>
        <p:nvSpPr>
          <p:cNvPr id="9" name="Text Placeholder 10"/>
          <p:cNvSpPr txBox="1">
            <a:spLocks/>
          </p:cNvSpPr>
          <p:nvPr/>
        </p:nvSpPr>
        <p:spPr>
          <a:xfrm>
            <a:off x="307976" y="4535486"/>
            <a:ext cx="281359" cy="295550"/>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fr-FR"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fr-FR"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
        <p:nvSpPr>
          <p:cNvPr id="6" name="Text Placeholder 5">
            <a:extLst>
              <a:ext uri="{FF2B5EF4-FFF2-40B4-BE49-F238E27FC236}">
                <a16:creationId xmlns:a16="http://schemas.microsoft.com/office/drawing/2014/main" id="{A9B4B849-3570-6CD2-5D94-E92C92619BAF}"/>
              </a:ext>
            </a:extLst>
          </p:cNvPr>
          <p:cNvSpPr>
            <a:spLocks noGrp="1"/>
          </p:cNvSpPr>
          <p:nvPr>
            <p:ph type="body" idx="1"/>
          </p:nvPr>
        </p:nvSpPr>
        <p:spPr>
          <a:xfrm>
            <a:off x="307977" y="1203597"/>
            <a:ext cx="8512495" cy="3322366"/>
          </a:xfrm>
          <a:prstGeom prst="rect">
            <a:avLst/>
          </a:prstGeom>
        </p:spPr>
        <p:txBody>
          <a:bodyPr vert="horz" lIns="0" tIns="0" rIns="0" bIns="0" rtlCol="0">
            <a:normAutofit/>
          </a:body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34" name="MSIPCMContentMarking" descr="{&quot;HashCode&quot;:-309203560,&quot;Placement&quot;:&quot;Footer&quot;,&quot;Top&quot;:388.8,&quot;Left&quot;:315.058655,&quot;SlideWidth&quot;:720,&quot;SlideHeight&quot;:405}">
            <a:extLst>
              <a:ext uri="{FF2B5EF4-FFF2-40B4-BE49-F238E27FC236}">
                <a16:creationId xmlns:a16="http://schemas.microsoft.com/office/drawing/2014/main" id="{17323698-D186-1ABD-688C-2C99DF167965}"/>
              </a:ext>
            </a:extLst>
          </p:cNvPr>
          <p:cNvSpPr txBox="1"/>
          <p:nvPr userDrawn="1"/>
        </p:nvSpPr>
        <p:spPr>
          <a:xfrm>
            <a:off x="4001245" y="4979074"/>
            <a:ext cx="1141510" cy="123111"/>
          </a:xfrm>
          <a:prstGeom prst="rect">
            <a:avLst/>
          </a:prstGeom>
        </p:spPr>
        <p:txBody>
          <a:bodyPr vert="horz" wrap="square" lIns="0" tIns="0" rIns="0" bIns="0" rtlCol="0" anchor="ctr" anchorCtr="1">
            <a:spAutoFit/>
          </a:bodyPr>
          <a:lstStyle/>
          <a:p>
            <a:pPr algn="ctr">
              <a:spcBef>
                <a:spcPts val="0"/>
              </a:spcBef>
              <a:spcAft>
                <a:spcPts val="0"/>
              </a:spcAft>
            </a:pPr>
            <a:r>
              <a:rPr lang="fr-FR" sz="800" dirty="0">
                <a:solidFill>
                  <a:srgbClr val="ED7D31"/>
                </a:solidFill>
                <a:latin typeface="Helvetica 75 Bold" panose="020B0804020202020204" pitchFamily="34" charset="0"/>
              </a:rPr>
              <a:t>Orange </a:t>
            </a:r>
            <a:r>
              <a:rPr lang="fr-FR" sz="800" dirty="0" err="1">
                <a:solidFill>
                  <a:srgbClr val="ED7D31"/>
                </a:solidFill>
                <a:latin typeface="Helvetica 75 Bold" panose="020B0804020202020204" pitchFamily="34" charset="0"/>
              </a:rPr>
              <a:t>Cyberdefense</a:t>
            </a:r>
            <a:endParaRPr lang="fr-FR" sz="800" dirty="0">
              <a:solidFill>
                <a:srgbClr val="ED7D31"/>
              </a:solidFill>
              <a:latin typeface="Helvetica 75 Bold" panose="020B0804020202020204" pitchFamily="34" charset="0"/>
            </a:endParaRPr>
          </a:p>
        </p:txBody>
      </p:sp>
    </p:spTree>
    <p:extLst>
      <p:ext uri="{BB962C8B-B14F-4D97-AF65-F5344CB8AC3E}">
        <p14:creationId xmlns:p14="http://schemas.microsoft.com/office/powerpoint/2010/main" val="3886855864"/>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914400" rtl="0" eaLnBrk="1" latinLnBrk="0" hangingPunct="1">
        <a:lnSpc>
          <a:spcPct val="90000"/>
        </a:lnSpc>
        <a:spcBef>
          <a:spcPct val="0"/>
        </a:spcBef>
        <a:buNone/>
        <a:defRPr sz="2000" kern="1200" spc="-20" baseline="0">
          <a:solidFill>
            <a:schemeClr val="bg2"/>
          </a:solidFill>
          <a:latin typeface="Helvetica 75 Bold" panose="020B0804020202020204" pitchFamily="34" charset="0"/>
          <a:ea typeface="+mj-ea"/>
          <a:cs typeface="+mj-cs"/>
        </a:defRPr>
      </a:lvl1pPr>
    </p:titleStyle>
    <p:body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bg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bg1"/>
          </a:solidFill>
          <a:latin typeface="Helvetica 75 Bold" panose="020B0804020202020204" pitchFamily="34" charset="0"/>
          <a:ea typeface="+mn-ea"/>
          <a:cs typeface="+mn-cs"/>
        </a:defRPr>
      </a:lvl3pPr>
      <a:lvl4pPr marL="407988" indent="-190500" algn="l" defTabSz="914400" rtl="0" eaLnBrk="1" latinLnBrk="0" hangingPunct="1">
        <a:lnSpc>
          <a:spcPct val="90000"/>
        </a:lnSpc>
        <a:spcBef>
          <a:spcPct val="20000"/>
        </a:spcBef>
        <a:buClr>
          <a:schemeClr val="bg1"/>
        </a:buClr>
        <a:buFont typeface="Arial" panose="020B0604020202020204" pitchFamily="34" charset="0"/>
        <a:buChar char="–"/>
        <a:defRPr sz="1400" kern="1200" spc="-20" baseline="0">
          <a:solidFill>
            <a:schemeClr val="bg1"/>
          </a:solidFill>
          <a:latin typeface="Helvetica 55 Roman" panose="000B0500000000000000" pitchFamily="34" charset="0"/>
          <a:ea typeface="+mn-ea"/>
          <a:cs typeface="+mn-cs"/>
        </a:defRPr>
      </a:lvl4pPr>
      <a:lvl5pPr marL="595313" indent="-173038" algn="l" defTabSz="914400" rtl="0" eaLnBrk="1" latinLnBrk="0" hangingPunct="1">
        <a:lnSpc>
          <a:spcPct val="90000"/>
        </a:lnSpc>
        <a:spcBef>
          <a:spcPct val="20000"/>
        </a:spcBef>
        <a:buClr>
          <a:schemeClr val="bg1"/>
        </a:buClr>
        <a:buFont typeface="Arial" panose="020B0604020202020204" pitchFamily="34" charset="0"/>
        <a:buChar char="–"/>
        <a:defRPr sz="1400" kern="1200" spc="-20" baseline="0">
          <a:solidFill>
            <a:schemeClr val="bg1"/>
          </a:solidFill>
          <a:latin typeface="Helvetica 55 Roman" panose="000B0500000000000000" pitchFamily="34" charset="0"/>
          <a:ea typeface="+mn-ea"/>
          <a:cs typeface="+mn-cs"/>
        </a:defRPr>
      </a:lvl5pPr>
      <a:lvl6pPr marL="800100" indent="-190500" algn="l" defTabSz="914400" rtl="0" eaLnBrk="1" latinLnBrk="0" hangingPunct="1">
        <a:spcBef>
          <a:spcPct val="20000"/>
        </a:spcBef>
        <a:buClr>
          <a:schemeClr val="bg1"/>
        </a:buClr>
        <a:buFont typeface="Arial" panose="020B0604020202020204" pitchFamily="34" charset="0"/>
        <a:buChar char="–"/>
        <a:defRPr sz="1400" kern="1200">
          <a:solidFill>
            <a:schemeClr val="bg1"/>
          </a:solidFill>
          <a:latin typeface="Helvetica 55 Roman" panose="020B0604020202020204" pitchFamily="34" charset="0"/>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56">
          <p15:clr>
            <a:srgbClr val="F26B43"/>
          </p15:clr>
        </p15:guide>
        <p15:guide id="2" orient="horz" pos="566">
          <p15:clr>
            <a:srgbClr val="F26B43"/>
          </p15:clr>
        </p15:guide>
        <p15:guide id="3" orient="horz" pos="194">
          <p15:clr>
            <a:srgbClr val="F26B43"/>
          </p15:clr>
        </p15:guide>
        <p15:guide id="4" orient="horz" pos="2851">
          <p15:clr>
            <a:srgbClr val="F26B43"/>
          </p15:clr>
        </p15:guide>
        <p15:guide id="6" pos="194">
          <p15:clr>
            <a:srgbClr val="F26B43"/>
          </p15:clr>
        </p15:guide>
        <p15:guide id="7" pos="5557">
          <p15:clr>
            <a:srgbClr val="F26B43"/>
          </p15:clr>
        </p15:guide>
        <p15:guide id="10" orient="horz" pos="2742">
          <p15:clr>
            <a:srgbClr val="F26B43"/>
          </p15:clr>
        </p15:guide>
        <p15:guide id="11" orient="horz" pos="304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sv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emf"/><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2.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2.xml"/><Relationship Id="rId1" Type="http://schemas.openxmlformats.org/officeDocument/2006/relationships/slideLayout" Target="../slideLayouts/slideLayout23.xml"/><Relationship Id="rId6" Type="http://schemas.openxmlformats.org/officeDocument/2006/relationships/image" Target="../media/image43.jpe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6.png"/></Relationships>
</file>

<file path=ppt/slides/_rels/slide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3.xml"/><Relationship Id="rId1" Type="http://schemas.openxmlformats.org/officeDocument/2006/relationships/slideLayout" Target="../slideLayouts/slideLayout23.xml"/><Relationship Id="rId6" Type="http://schemas.openxmlformats.org/officeDocument/2006/relationships/image" Target="../media/image44.png"/><Relationship Id="rId5" Type="http://schemas.openxmlformats.org/officeDocument/2006/relationships/image" Target="../media/image43.jpeg"/><Relationship Id="rId4" Type="http://schemas.openxmlformats.org/officeDocument/2006/relationships/image" Target="../media/image42.png"/><Relationship Id="rId9" Type="http://schemas.openxmlformats.org/officeDocument/2006/relationships/image" Target="../media/image47.png"/></Relationships>
</file>

<file path=ppt/slides/_rels/slide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xml"/><Relationship Id="rId1" Type="http://schemas.openxmlformats.org/officeDocument/2006/relationships/slideLayout" Target="../slideLayouts/slideLayout33.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0.jpeg"/><Relationship Id="rId7" Type="http://schemas.openxmlformats.org/officeDocument/2006/relationships/image" Target="../media/image53.pn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52.png"/><Relationship Id="rId5" Type="http://schemas.microsoft.com/office/2007/relationships/hdphoto" Target="../media/hdphoto2.wdp"/><Relationship Id="rId10" Type="http://schemas.openxmlformats.org/officeDocument/2006/relationships/image" Target="../media/image56.svg"/><Relationship Id="rId4" Type="http://schemas.openxmlformats.org/officeDocument/2006/relationships/image" Target="../media/image51.png"/><Relationship Id="rId9" Type="http://schemas.openxmlformats.org/officeDocument/2006/relationships/image" Target="../media/image55.jpeg"/></Relationships>
</file>

<file path=ppt/slides/_rels/slide8.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svg"/><Relationship Id="rId7" Type="http://schemas.openxmlformats.org/officeDocument/2006/relationships/image" Target="../media/image62.png"/><Relationship Id="rId2" Type="http://schemas.openxmlformats.org/officeDocument/2006/relationships/notesSlide" Target="../notesSlides/notesSlide10.xml"/><Relationship Id="rId1" Type="http://schemas.openxmlformats.org/officeDocument/2006/relationships/slideLayout" Target="../slideLayouts/slideLayout29.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1.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8.svg"/><Relationship Id="rId7" Type="http://schemas.openxmlformats.org/officeDocument/2006/relationships/image" Target="../media/image61.png"/><Relationship Id="rId2" Type="http://schemas.openxmlformats.org/officeDocument/2006/relationships/notesSlide" Target="../notesSlides/notesSlide12.xml"/><Relationship Id="rId1" Type="http://schemas.openxmlformats.org/officeDocument/2006/relationships/slideLayout" Target="../slideLayouts/slideLayout29.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slide" Target="slide22.xml"/><Relationship Id="rId9" Type="http://schemas.openxmlformats.org/officeDocument/2006/relationships/image" Target="../media/image63.png"/></Relationships>
</file>

<file path=ppt/slides/_rels/slide13.xml.rels><?xml version="1.0" encoding="UTF-8" standalone="yes"?>
<Relationships xmlns="http://schemas.openxmlformats.org/package/2006/relationships"><Relationship Id="rId3" Type="http://schemas.openxmlformats.org/officeDocument/2006/relationships/slide" Target="slide15.xml"/><Relationship Id="rId7" Type="http://schemas.openxmlformats.org/officeDocument/2006/relationships/image" Target="../media/image63.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14.xml.rels><?xml version="1.0" encoding="UTF-8" standalone="yes"?>
<Relationships xmlns="http://schemas.openxmlformats.org/package/2006/relationships"><Relationship Id="rId3" Type="http://schemas.openxmlformats.org/officeDocument/2006/relationships/slide" Target="slide15.xml"/><Relationship Id="rId7" Type="http://schemas.openxmlformats.org/officeDocument/2006/relationships/image" Target="../media/image63.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15.xml.rels><?xml version="1.0" encoding="UTF-8" standalone="yes"?>
<Relationships xmlns="http://schemas.openxmlformats.org/package/2006/relationships"><Relationship Id="rId3" Type="http://schemas.openxmlformats.org/officeDocument/2006/relationships/image" Target="../media/image64.jpeg"/><Relationship Id="rId7" Type="http://schemas.openxmlformats.org/officeDocument/2006/relationships/image" Target="../media/image67.png"/><Relationship Id="rId2" Type="http://schemas.openxmlformats.org/officeDocument/2006/relationships/notesSlide" Target="../notesSlides/notesSlide15.xml"/><Relationship Id="rId1" Type="http://schemas.openxmlformats.org/officeDocument/2006/relationships/slideLayout" Target="../slideLayouts/slideLayout36.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64.jpeg"/><Relationship Id="rId7" Type="http://schemas.openxmlformats.org/officeDocument/2006/relationships/image" Target="../media/image68.png"/><Relationship Id="rId2" Type="http://schemas.openxmlformats.org/officeDocument/2006/relationships/notesSlide" Target="../notesSlides/notesSlide16.xml"/><Relationship Id="rId1" Type="http://schemas.openxmlformats.org/officeDocument/2006/relationships/slideLayout" Target="../slideLayouts/slideLayout36.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64.jpeg"/><Relationship Id="rId7" Type="http://schemas.openxmlformats.org/officeDocument/2006/relationships/image" Target="../media/image68.png"/><Relationship Id="rId2" Type="http://schemas.openxmlformats.org/officeDocument/2006/relationships/notesSlide" Target="../notesSlides/notesSlide17.xml"/><Relationship Id="rId1" Type="http://schemas.openxmlformats.org/officeDocument/2006/relationships/slideLayout" Target="../slideLayouts/slideLayout36.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4.jpeg"/><Relationship Id="rId7" Type="http://schemas.openxmlformats.org/officeDocument/2006/relationships/image" Target="../media/image68.png"/><Relationship Id="rId2" Type="http://schemas.openxmlformats.org/officeDocument/2006/relationships/notesSlide" Target="../notesSlides/notesSlide18.xml"/><Relationship Id="rId1" Type="http://schemas.openxmlformats.org/officeDocument/2006/relationships/slideLayout" Target="../slideLayouts/slideLayout36.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4.jpeg"/><Relationship Id="rId7" Type="http://schemas.openxmlformats.org/officeDocument/2006/relationships/image" Target="../media/image68.png"/><Relationship Id="rId2" Type="http://schemas.openxmlformats.org/officeDocument/2006/relationships/notesSlide" Target="../notesSlides/notesSlide19.xml"/><Relationship Id="rId1" Type="http://schemas.openxmlformats.org/officeDocument/2006/relationships/slideLayout" Target="../slideLayouts/slideLayout36.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4.svg"/><Relationship Id="rId2" Type="http://schemas.openxmlformats.org/officeDocument/2006/relationships/image" Target="../media/image69.png"/><Relationship Id="rId1" Type="http://schemas.openxmlformats.org/officeDocument/2006/relationships/slideLayout" Target="../slideLayouts/slideLayout17.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21.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12" Type="http://schemas.openxmlformats.org/officeDocument/2006/relationships/image" Target="../media/image85.png"/><Relationship Id="rId2" Type="http://schemas.openxmlformats.org/officeDocument/2006/relationships/image" Target="../media/image75.svg"/><Relationship Id="rId1" Type="http://schemas.openxmlformats.org/officeDocument/2006/relationships/slideLayout" Target="../slideLayouts/slideLayout25.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78.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s>
</file>

<file path=ppt/slides/_rels/slide22.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97.png"/><Relationship Id="rId3" Type="http://schemas.openxmlformats.org/officeDocument/2006/relationships/image" Target="../media/image87.png"/><Relationship Id="rId7" Type="http://schemas.openxmlformats.org/officeDocument/2006/relationships/image" Target="../media/image91.png"/><Relationship Id="rId12" Type="http://schemas.openxmlformats.org/officeDocument/2006/relationships/image" Target="../media/image96.png"/><Relationship Id="rId17" Type="http://schemas.openxmlformats.org/officeDocument/2006/relationships/image" Target="../media/image101.png"/><Relationship Id="rId2" Type="http://schemas.openxmlformats.org/officeDocument/2006/relationships/image" Target="../media/image86.png"/><Relationship Id="rId16" Type="http://schemas.openxmlformats.org/officeDocument/2006/relationships/image" Target="../media/image100.png"/><Relationship Id="rId1" Type="http://schemas.openxmlformats.org/officeDocument/2006/relationships/slideLayout" Target="../slideLayouts/slideLayout17.xml"/><Relationship Id="rId6" Type="http://schemas.openxmlformats.org/officeDocument/2006/relationships/image" Target="../media/image90.png"/><Relationship Id="rId11" Type="http://schemas.openxmlformats.org/officeDocument/2006/relationships/image" Target="../media/image95.png"/><Relationship Id="rId5" Type="http://schemas.openxmlformats.org/officeDocument/2006/relationships/image" Target="../media/image89.png"/><Relationship Id="rId15" Type="http://schemas.openxmlformats.org/officeDocument/2006/relationships/image" Target="../media/image99.png"/><Relationship Id="rId10" Type="http://schemas.openxmlformats.org/officeDocument/2006/relationships/image" Target="../media/image94.png"/><Relationship Id="rId4" Type="http://schemas.openxmlformats.org/officeDocument/2006/relationships/image" Target="../media/image88.png"/><Relationship Id="rId9" Type="http://schemas.openxmlformats.org/officeDocument/2006/relationships/image" Target="../media/image93.png"/><Relationship Id="rId14" Type="http://schemas.openxmlformats.org/officeDocument/2006/relationships/image" Target="../media/image98.png"/></Relationships>
</file>

<file path=ppt/slides/_rels/slide23.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20.xml"/><Relationship Id="rId1" Type="http://schemas.openxmlformats.org/officeDocument/2006/relationships/slideLayout" Target="../slideLayouts/slideLayout25.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s>
</file>

<file path=ppt/slides/_rels/slide24.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notesSlide" Target="../notesSlides/notesSlide21.xml"/><Relationship Id="rId7" Type="http://schemas.openxmlformats.org/officeDocument/2006/relationships/image" Target="../media/image114.png"/><Relationship Id="rId2" Type="http://schemas.openxmlformats.org/officeDocument/2006/relationships/slideLayout" Target="../slideLayouts/slideLayout35.xml"/><Relationship Id="rId1" Type="http://schemas.openxmlformats.org/officeDocument/2006/relationships/video" Target="https://www.youtube.com/embed/JXEgQmd8uhI?start=20&amp;feature=oembed" TargetMode="Externa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 Id="rId9" Type="http://schemas.openxmlformats.org/officeDocument/2006/relationships/image" Target="../media/image1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78E9B95-28A5-E40B-DF7F-FFDC2B4C0527}"/>
              </a:ext>
            </a:extLst>
          </p:cNvPr>
          <p:cNvSpPr/>
          <p:nvPr/>
        </p:nvSpPr>
        <p:spPr>
          <a:xfrm>
            <a:off x="4116209" y="2215343"/>
            <a:ext cx="1524000" cy="254311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 name="Title 2">
            <a:extLst>
              <a:ext uri="{FF2B5EF4-FFF2-40B4-BE49-F238E27FC236}">
                <a16:creationId xmlns:a16="http://schemas.microsoft.com/office/drawing/2014/main" id="{59F527E2-1D89-714D-570E-EF20703F0A8D}"/>
              </a:ext>
            </a:extLst>
          </p:cNvPr>
          <p:cNvSpPr>
            <a:spLocks noGrp="1"/>
          </p:cNvSpPr>
          <p:nvPr>
            <p:ph type="title"/>
          </p:nvPr>
        </p:nvSpPr>
        <p:spPr/>
        <p:txBody>
          <a:bodyPr/>
          <a:lstStyle/>
          <a:p>
            <a:r>
              <a:rPr kumimoji="0" lang="en-US" sz="3200" b="1" i="0" u="none" strike="noStrike" kern="1200" cap="none" spc="-20" normalizeH="0" baseline="0" noProof="0" dirty="0">
                <a:ln>
                  <a:noFill/>
                </a:ln>
                <a:solidFill>
                  <a:schemeClr val="bg2"/>
                </a:solidFill>
                <a:effectLst/>
                <a:uLnTx/>
                <a:uFillTx/>
                <a:latin typeface="+mj-lt"/>
                <a:ea typeface="+mj-ea"/>
                <a:cs typeface="Arial" panose="020B0604020202020204" pitchFamily="34" charset="0"/>
              </a:rPr>
              <a:t>Orange Cyberdefense</a:t>
            </a:r>
            <a:endParaRPr lang="de-DE" sz="3200" dirty="0">
              <a:solidFill>
                <a:schemeClr val="bg2"/>
              </a:solidFill>
            </a:endParaRPr>
          </a:p>
        </p:txBody>
      </p:sp>
      <p:sp>
        <p:nvSpPr>
          <p:cNvPr id="5" name="Rectangle 4">
            <a:extLst>
              <a:ext uri="{FF2B5EF4-FFF2-40B4-BE49-F238E27FC236}">
                <a16:creationId xmlns:a16="http://schemas.microsoft.com/office/drawing/2014/main" id="{AE091293-133A-96C5-6034-11570F07A5BD}"/>
              </a:ext>
            </a:extLst>
          </p:cNvPr>
          <p:cNvSpPr/>
          <p:nvPr/>
        </p:nvSpPr>
        <p:spPr>
          <a:xfrm>
            <a:off x="268750" y="866987"/>
            <a:ext cx="2150600" cy="38914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chemeClr val="tx1"/>
              </a:solidFill>
            </a:endParaRPr>
          </a:p>
        </p:txBody>
      </p:sp>
      <p:sp>
        <p:nvSpPr>
          <p:cNvPr id="6" name="Rectangle 5">
            <a:extLst>
              <a:ext uri="{FF2B5EF4-FFF2-40B4-BE49-F238E27FC236}">
                <a16:creationId xmlns:a16="http://schemas.microsoft.com/office/drawing/2014/main" id="{BBC72BDC-5013-113B-CC74-07EB984D61E3}"/>
              </a:ext>
            </a:extLst>
          </p:cNvPr>
          <p:cNvSpPr/>
          <p:nvPr/>
        </p:nvSpPr>
        <p:spPr>
          <a:xfrm>
            <a:off x="2510400" y="866987"/>
            <a:ext cx="3134618" cy="12159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7" name="Rectangle 6">
            <a:extLst>
              <a:ext uri="{FF2B5EF4-FFF2-40B4-BE49-F238E27FC236}">
                <a16:creationId xmlns:a16="http://schemas.microsoft.com/office/drawing/2014/main" id="{94B14A41-98F5-8A41-1782-B76459730BEA}"/>
              </a:ext>
            </a:extLst>
          </p:cNvPr>
          <p:cNvSpPr/>
          <p:nvPr/>
        </p:nvSpPr>
        <p:spPr>
          <a:xfrm>
            <a:off x="5737225" y="866987"/>
            <a:ext cx="3136900" cy="12159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21" name="Rectangle 20">
            <a:extLst>
              <a:ext uri="{FF2B5EF4-FFF2-40B4-BE49-F238E27FC236}">
                <a16:creationId xmlns:a16="http://schemas.microsoft.com/office/drawing/2014/main" id="{05C1CBDE-3A74-B93B-BC22-D46655F817C3}"/>
              </a:ext>
            </a:extLst>
          </p:cNvPr>
          <p:cNvSpPr/>
          <p:nvPr/>
        </p:nvSpPr>
        <p:spPr>
          <a:xfrm>
            <a:off x="7358494" y="2216220"/>
            <a:ext cx="1524000" cy="254223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22" name="Rectangle 21">
            <a:extLst>
              <a:ext uri="{FF2B5EF4-FFF2-40B4-BE49-F238E27FC236}">
                <a16:creationId xmlns:a16="http://schemas.microsoft.com/office/drawing/2014/main" id="{B8E40991-F44D-5D0A-CB19-2C7B81115380}"/>
              </a:ext>
            </a:extLst>
          </p:cNvPr>
          <p:cNvSpPr/>
          <p:nvPr/>
        </p:nvSpPr>
        <p:spPr>
          <a:xfrm>
            <a:off x="5737225" y="2215343"/>
            <a:ext cx="1523999" cy="25431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pic>
        <p:nvPicPr>
          <p:cNvPr id="29" name="Graphic 28">
            <a:extLst>
              <a:ext uri="{FF2B5EF4-FFF2-40B4-BE49-F238E27FC236}">
                <a16:creationId xmlns:a16="http://schemas.microsoft.com/office/drawing/2014/main" id="{C0E31877-B792-DF13-4CF4-2FB5AFD736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9521" y="2240439"/>
            <a:ext cx="714669" cy="657181"/>
          </a:xfrm>
          <a:prstGeom prst="rect">
            <a:avLst/>
          </a:prstGeom>
        </p:spPr>
      </p:pic>
      <p:sp>
        <p:nvSpPr>
          <p:cNvPr id="31" name="TextBox 30">
            <a:extLst>
              <a:ext uri="{FF2B5EF4-FFF2-40B4-BE49-F238E27FC236}">
                <a16:creationId xmlns:a16="http://schemas.microsoft.com/office/drawing/2014/main" id="{33561699-AD3E-87F0-2929-5AD8692B6642}"/>
              </a:ext>
            </a:extLst>
          </p:cNvPr>
          <p:cNvSpPr txBox="1"/>
          <p:nvPr/>
        </p:nvSpPr>
        <p:spPr>
          <a:xfrm>
            <a:off x="1292860" y="2284409"/>
            <a:ext cx="1174113" cy="600164"/>
          </a:xfrm>
          <a:prstGeom prst="rect">
            <a:avLst/>
          </a:prstGeom>
          <a:noFill/>
        </p:spPr>
        <p:txBody>
          <a:bodyPr wrap="square">
            <a:spAutoFit/>
          </a:bodyPr>
          <a:lstStyle/>
          <a:p>
            <a:pPr defTabSz="685594"/>
            <a:r>
              <a:rPr lang="en-US" sz="1100" dirty="0">
                <a:latin typeface="Helvetica 55 Roman" panose="020B0604020202020204" pitchFamily="34" charset="0"/>
              </a:rPr>
              <a:t>ISO 27001</a:t>
            </a:r>
          </a:p>
          <a:p>
            <a:pPr defTabSz="685594"/>
            <a:r>
              <a:rPr lang="en-US" sz="1100" dirty="0">
                <a:latin typeface="Helvetica 55 Roman" panose="020B0604020202020204" pitchFamily="34" charset="0"/>
              </a:rPr>
              <a:t>ISO 9001</a:t>
            </a:r>
          </a:p>
          <a:p>
            <a:pPr defTabSz="685594"/>
            <a:r>
              <a:rPr lang="en-US" sz="1100" dirty="0">
                <a:latin typeface="Helvetica 55 Roman" panose="020B0604020202020204" pitchFamily="34" charset="0"/>
              </a:rPr>
              <a:t>ISO 14001</a:t>
            </a:r>
          </a:p>
        </p:txBody>
      </p:sp>
      <p:sp>
        <p:nvSpPr>
          <p:cNvPr id="32" name="TextBox 31">
            <a:extLst>
              <a:ext uri="{FF2B5EF4-FFF2-40B4-BE49-F238E27FC236}">
                <a16:creationId xmlns:a16="http://schemas.microsoft.com/office/drawing/2014/main" id="{A0EF0496-A0AC-C7AC-2395-0428F81BFEA7}"/>
              </a:ext>
            </a:extLst>
          </p:cNvPr>
          <p:cNvSpPr txBox="1"/>
          <p:nvPr/>
        </p:nvSpPr>
        <p:spPr>
          <a:xfrm>
            <a:off x="1279436" y="3173962"/>
            <a:ext cx="1174113" cy="430887"/>
          </a:xfrm>
          <a:prstGeom prst="rect">
            <a:avLst/>
          </a:prstGeom>
          <a:noFill/>
        </p:spPr>
        <p:txBody>
          <a:bodyPr wrap="square">
            <a:spAutoFit/>
          </a:bodyPr>
          <a:lstStyle/>
          <a:p>
            <a:pPr defTabSz="685594"/>
            <a:r>
              <a:rPr lang="en-US" sz="1100" dirty="0">
                <a:latin typeface="Helvetica 55 Roman" panose="020B0604020202020204" pitchFamily="34" charset="0"/>
              </a:rPr>
              <a:t>SOC2 Type II
audited</a:t>
            </a:r>
          </a:p>
        </p:txBody>
      </p:sp>
      <p:sp>
        <p:nvSpPr>
          <p:cNvPr id="33" name="TextBox 32">
            <a:extLst>
              <a:ext uri="{FF2B5EF4-FFF2-40B4-BE49-F238E27FC236}">
                <a16:creationId xmlns:a16="http://schemas.microsoft.com/office/drawing/2014/main" id="{5B934D03-A862-E1DC-D2ED-4D0E6ACA8414}"/>
              </a:ext>
            </a:extLst>
          </p:cNvPr>
          <p:cNvSpPr txBox="1"/>
          <p:nvPr/>
        </p:nvSpPr>
        <p:spPr>
          <a:xfrm>
            <a:off x="1253699" y="3896418"/>
            <a:ext cx="1225588" cy="769441"/>
          </a:xfrm>
          <a:prstGeom prst="rect">
            <a:avLst/>
          </a:prstGeom>
          <a:noFill/>
        </p:spPr>
        <p:txBody>
          <a:bodyPr wrap="square">
            <a:spAutoFit/>
          </a:bodyPr>
          <a:lstStyle/>
          <a:p>
            <a:pPr defTabSz="685594"/>
            <a:r>
              <a:rPr lang="en-US" sz="1100" dirty="0">
                <a:latin typeface="Helvetica 55 Roman" panose="020B0604020202020204" pitchFamily="34" charset="0"/>
              </a:rPr>
              <a:t>Qualified APT response service provider at the BSI</a:t>
            </a:r>
          </a:p>
        </p:txBody>
      </p:sp>
      <p:sp>
        <p:nvSpPr>
          <p:cNvPr id="36" name="Textfeld 4">
            <a:extLst>
              <a:ext uri="{FF2B5EF4-FFF2-40B4-BE49-F238E27FC236}">
                <a16:creationId xmlns:a16="http://schemas.microsoft.com/office/drawing/2014/main" id="{7E4809EA-093D-7637-455B-7FB3D6FFDDCE}"/>
              </a:ext>
            </a:extLst>
          </p:cNvPr>
          <p:cNvSpPr txBox="1"/>
          <p:nvPr/>
        </p:nvSpPr>
        <p:spPr>
          <a:xfrm>
            <a:off x="5808117" y="938593"/>
            <a:ext cx="2881009" cy="830997"/>
          </a:xfrm>
          <a:prstGeom prst="rect">
            <a:avLst/>
          </a:prstGeom>
        </p:spPr>
        <p:txBody>
          <a:bodyPr wrap="square" lIns="0" tIns="0" rIns="0" bIns="0" rtlCol="0">
            <a:spAutoFit/>
          </a:bodyPr>
          <a:lstStyle/>
          <a:p>
            <a:pPr lvl="0" defTabSz="950120">
              <a:spcBef>
                <a:spcPct val="0"/>
              </a:spcBef>
              <a:defRPr/>
            </a:pPr>
            <a:r>
              <a:rPr lang="en-US" sz="1600" b="1" dirty="0">
                <a:solidFill>
                  <a:srgbClr val="000000"/>
                </a:solidFill>
                <a:latin typeface="Helvetica 75 Bold" panose="020B0804020202020204" pitchFamily="34" charset="0"/>
              </a:rPr>
              <a:t>Security Revenue 2024
approx. 1.2 billion €</a:t>
            </a:r>
            <a:endParaRPr lang="de-DE" sz="1100" b="1" dirty="0">
              <a:latin typeface="Helvetica 75 Bold" panose="020B0804020202020204" pitchFamily="34" charset="0"/>
              <a:cs typeface="Arial"/>
            </a:endParaRPr>
          </a:p>
          <a:p>
            <a:pPr lvl="0" defTabSz="950120">
              <a:spcBef>
                <a:spcPct val="0"/>
              </a:spcBef>
              <a:defRPr/>
            </a:pPr>
            <a:r>
              <a:rPr lang="en-US" sz="1100" dirty="0">
                <a:latin typeface="Helvetica 55 Roman" panose="020B0604020202020204" pitchFamily="34" charset="0"/>
                <a:cs typeface="Arial"/>
              </a:rPr>
              <a:t>Part of Orange S.A.
approx. €44 billion</a:t>
            </a:r>
            <a:endParaRPr kumimoji="0" lang="en-GB" sz="1600" b="1"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sp>
        <p:nvSpPr>
          <p:cNvPr id="38" name="Oval 37">
            <a:extLst>
              <a:ext uri="{FF2B5EF4-FFF2-40B4-BE49-F238E27FC236}">
                <a16:creationId xmlns:a16="http://schemas.microsoft.com/office/drawing/2014/main" id="{888B734A-49E1-50BE-8BFB-876E20A6393D}"/>
              </a:ext>
            </a:extLst>
          </p:cNvPr>
          <p:cNvSpPr/>
          <p:nvPr/>
        </p:nvSpPr>
        <p:spPr>
          <a:xfrm>
            <a:off x="8075716" y="1302812"/>
            <a:ext cx="666750" cy="6677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7" name="Freeform 70">
            <a:extLst>
              <a:ext uri="{FF2B5EF4-FFF2-40B4-BE49-F238E27FC236}">
                <a16:creationId xmlns:a16="http://schemas.microsoft.com/office/drawing/2014/main" id="{6E6AAE5F-C1AA-1C9D-9704-588D9859CE8E}"/>
              </a:ext>
            </a:extLst>
          </p:cNvPr>
          <p:cNvSpPr>
            <a:spLocks noEditPoints="1"/>
          </p:cNvSpPr>
          <p:nvPr/>
        </p:nvSpPr>
        <p:spPr bwMode="auto">
          <a:xfrm>
            <a:off x="8194840" y="1494781"/>
            <a:ext cx="428502" cy="283838"/>
          </a:xfrm>
          <a:custGeom>
            <a:avLst/>
            <a:gdLst>
              <a:gd name="T0" fmla="*/ 1100 w 1166"/>
              <a:gd name="T1" fmla="*/ 700 h 767"/>
              <a:gd name="T2" fmla="*/ 66 w 1166"/>
              <a:gd name="T3" fmla="*/ 767 h 767"/>
              <a:gd name="T4" fmla="*/ 1166 w 1166"/>
              <a:gd name="T5" fmla="*/ 100 h 767"/>
              <a:gd name="T6" fmla="*/ 533 w 1166"/>
              <a:gd name="T7" fmla="*/ 134 h 767"/>
              <a:gd name="T8" fmla="*/ 533 w 1166"/>
              <a:gd name="T9" fmla="*/ 534 h 767"/>
              <a:gd name="T10" fmla="*/ 533 w 1166"/>
              <a:gd name="T11" fmla="*/ 134 h 767"/>
              <a:gd name="T12" fmla="*/ 550 w 1166"/>
              <a:gd name="T13" fmla="*/ 460 h 767"/>
              <a:gd name="T14" fmla="*/ 456 w 1166"/>
              <a:gd name="T15" fmla="*/ 380 h 767"/>
              <a:gd name="T16" fmla="*/ 426 w 1166"/>
              <a:gd name="T17" fmla="*/ 363 h 767"/>
              <a:gd name="T18" fmla="*/ 454 w 1166"/>
              <a:gd name="T19" fmla="*/ 346 h 767"/>
              <a:gd name="T20" fmla="*/ 454 w 1166"/>
              <a:gd name="T21" fmla="*/ 327 h 767"/>
              <a:gd name="T22" fmla="*/ 426 w 1166"/>
              <a:gd name="T23" fmla="*/ 309 h 767"/>
              <a:gd name="T24" fmla="*/ 457 w 1166"/>
              <a:gd name="T25" fmla="*/ 290 h 767"/>
              <a:gd name="T26" fmla="*/ 550 w 1166"/>
              <a:gd name="T27" fmla="*/ 208 h 767"/>
              <a:gd name="T28" fmla="*/ 632 w 1166"/>
              <a:gd name="T29" fmla="*/ 266 h 767"/>
              <a:gd name="T30" fmla="*/ 619 w 1166"/>
              <a:gd name="T31" fmla="*/ 284 h 767"/>
              <a:gd name="T32" fmla="*/ 611 w 1166"/>
              <a:gd name="T33" fmla="*/ 285 h 767"/>
              <a:gd name="T34" fmla="*/ 550 w 1166"/>
              <a:gd name="T35" fmla="*/ 244 h 767"/>
              <a:gd name="T36" fmla="*/ 581 w 1166"/>
              <a:gd name="T37" fmla="*/ 290 h 767"/>
              <a:gd name="T38" fmla="*/ 581 w 1166"/>
              <a:gd name="T39" fmla="*/ 327 h 767"/>
              <a:gd name="T40" fmla="*/ 490 w 1166"/>
              <a:gd name="T41" fmla="*/ 336 h 767"/>
              <a:gd name="T42" fmla="*/ 566 w 1166"/>
              <a:gd name="T43" fmla="*/ 346 h 767"/>
              <a:gd name="T44" fmla="*/ 566 w 1166"/>
              <a:gd name="T45" fmla="*/ 380 h 767"/>
              <a:gd name="T46" fmla="*/ 550 w 1166"/>
              <a:gd name="T47" fmla="*/ 423 h 767"/>
              <a:gd name="T48" fmla="*/ 593 w 1166"/>
              <a:gd name="T49" fmla="*/ 397 h 767"/>
              <a:gd name="T50" fmla="*/ 611 w 1166"/>
              <a:gd name="T51" fmla="*/ 384 h 767"/>
              <a:gd name="T52" fmla="*/ 633 w 1166"/>
              <a:gd name="T53" fmla="*/ 403 h 767"/>
              <a:gd name="T54" fmla="*/ 216 w 1166"/>
              <a:gd name="T55" fmla="*/ 284 h 767"/>
              <a:gd name="T56" fmla="*/ 216 w 1166"/>
              <a:gd name="T57" fmla="*/ 384 h 767"/>
              <a:gd name="T58" fmla="*/ 216 w 1166"/>
              <a:gd name="T59" fmla="*/ 284 h 767"/>
              <a:gd name="T60" fmla="*/ 800 w 1166"/>
              <a:gd name="T61" fmla="*/ 334 h 767"/>
              <a:gd name="T62" fmla="*/ 900 w 1166"/>
              <a:gd name="T63" fmla="*/ 334 h 767"/>
              <a:gd name="T64" fmla="*/ 1066 w 1166"/>
              <a:gd name="T65" fmla="*/ 0 h 767"/>
              <a:gd name="T66" fmla="*/ 0 w 1166"/>
              <a:gd name="T67" fmla="*/ 667 h 767"/>
              <a:gd name="T68" fmla="*/ 1066 w 1166"/>
              <a:gd name="T69" fmla="*/ 0 h 767"/>
              <a:gd name="T70" fmla="*/ 900 w 1166"/>
              <a:gd name="T71" fmla="*/ 600 h 767"/>
              <a:gd name="T72" fmla="*/ 66 w 1166"/>
              <a:gd name="T73" fmla="*/ 500 h 767"/>
              <a:gd name="T74" fmla="*/ 166 w 1166"/>
              <a:gd name="T75" fmla="*/ 67 h 767"/>
              <a:gd name="T76" fmla="*/ 1000 w 1166"/>
              <a:gd name="T77" fmla="*/ 167 h 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66" h="767">
                <a:moveTo>
                  <a:pt x="1100" y="100"/>
                </a:moveTo>
                <a:cubicBezTo>
                  <a:pt x="1100" y="700"/>
                  <a:pt x="1100" y="700"/>
                  <a:pt x="1100" y="700"/>
                </a:cubicBezTo>
                <a:cubicBezTo>
                  <a:pt x="66" y="700"/>
                  <a:pt x="66" y="700"/>
                  <a:pt x="66" y="700"/>
                </a:cubicBezTo>
                <a:cubicBezTo>
                  <a:pt x="66" y="767"/>
                  <a:pt x="66" y="767"/>
                  <a:pt x="66" y="767"/>
                </a:cubicBezTo>
                <a:cubicBezTo>
                  <a:pt x="1166" y="767"/>
                  <a:pt x="1166" y="767"/>
                  <a:pt x="1166" y="767"/>
                </a:cubicBezTo>
                <a:cubicBezTo>
                  <a:pt x="1166" y="100"/>
                  <a:pt x="1166" y="100"/>
                  <a:pt x="1166" y="100"/>
                </a:cubicBezTo>
                <a:lnTo>
                  <a:pt x="1100" y="100"/>
                </a:lnTo>
                <a:close/>
                <a:moveTo>
                  <a:pt x="533" y="134"/>
                </a:moveTo>
                <a:cubicBezTo>
                  <a:pt x="423" y="134"/>
                  <a:pt x="333" y="223"/>
                  <a:pt x="333" y="334"/>
                </a:cubicBezTo>
                <a:cubicBezTo>
                  <a:pt x="333" y="444"/>
                  <a:pt x="423" y="534"/>
                  <a:pt x="533" y="534"/>
                </a:cubicBezTo>
                <a:cubicBezTo>
                  <a:pt x="643" y="534"/>
                  <a:pt x="733" y="444"/>
                  <a:pt x="733" y="334"/>
                </a:cubicBezTo>
                <a:cubicBezTo>
                  <a:pt x="733" y="223"/>
                  <a:pt x="643" y="134"/>
                  <a:pt x="533" y="134"/>
                </a:cubicBezTo>
                <a:close/>
                <a:moveTo>
                  <a:pt x="631" y="410"/>
                </a:moveTo>
                <a:cubicBezTo>
                  <a:pt x="617" y="444"/>
                  <a:pt x="592" y="460"/>
                  <a:pt x="550" y="460"/>
                </a:cubicBezTo>
                <a:cubicBezTo>
                  <a:pt x="524" y="460"/>
                  <a:pt x="502" y="452"/>
                  <a:pt x="485" y="436"/>
                </a:cubicBezTo>
                <a:cubicBezTo>
                  <a:pt x="470" y="422"/>
                  <a:pt x="461" y="402"/>
                  <a:pt x="456" y="380"/>
                </a:cubicBezTo>
                <a:cubicBezTo>
                  <a:pt x="442" y="380"/>
                  <a:pt x="442" y="380"/>
                  <a:pt x="442" y="380"/>
                </a:cubicBezTo>
                <a:cubicBezTo>
                  <a:pt x="432" y="380"/>
                  <a:pt x="426" y="373"/>
                  <a:pt x="426" y="363"/>
                </a:cubicBezTo>
                <a:cubicBezTo>
                  <a:pt x="426" y="353"/>
                  <a:pt x="432" y="346"/>
                  <a:pt x="442" y="346"/>
                </a:cubicBezTo>
                <a:cubicBezTo>
                  <a:pt x="454" y="346"/>
                  <a:pt x="454" y="346"/>
                  <a:pt x="454" y="346"/>
                </a:cubicBezTo>
                <a:cubicBezTo>
                  <a:pt x="454" y="342"/>
                  <a:pt x="454" y="337"/>
                  <a:pt x="454" y="336"/>
                </a:cubicBezTo>
                <a:cubicBezTo>
                  <a:pt x="454" y="333"/>
                  <a:pt x="453" y="332"/>
                  <a:pt x="454" y="327"/>
                </a:cubicBezTo>
                <a:cubicBezTo>
                  <a:pt x="442" y="327"/>
                  <a:pt x="442" y="327"/>
                  <a:pt x="442" y="327"/>
                </a:cubicBezTo>
                <a:cubicBezTo>
                  <a:pt x="432" y="327"/>
                  <a:pt x="426" y="319"/>
                  <a:pt x="426" y="309"/>
                </a:cubicBezTo>
                <a:cubicBezTo>
                  <a:pt x="426" y="299"/>
                  <a:pt x="432" y="290"/>
                  <a:pt x="442" y="290"/>
                </a:cubicBezTo>
                <a:cubicBezTo>
                  <a:pt x="457" y="290"/>
                  <a:pt x="457" y="290"/>
                  <a:pt x="457" y="290"/>
                </a:cubicBezTo>
                <a:cubicBezTo>
                  <a:pt x="463" y="266"/>
                  <a:pt x="472" y="245"/>
                  <a:pt x="488" y="231"/>
                </a:cubicBezTo>
                <a:cubicBezTo>
                  <a:pt x="504" y="215"/>
                  <a:pt x="526" y="208"/>
                  <a:pt x="550" y="208"/>
                </a:cubicBezTo>
                <a:cubicBezTo>
                  <a:pt x="590" y="208"/>
                  <a:pt x="617" y="224"/>
                  <a:pt x="630" y="257"/>
                </a:cubicBezTo>
                <a:cubicBezTo>
                  <a:pt x="632" y="261"/>
                  <a:pt x="632" y="264"/>
                  <a:pt x="632" y="266"/>
                </a:cubicBezTo>
                <a:cubicBezTo>
                  <a:pt x="632" y="274"/>
                  <a:pt x="628" y="280"/>
                  <a:pt x="620" y="284"/>
                </a:cubicBezTo>
                <a:cubicBezTo>
                  <a:pt x="619" y="284"/>
                  <a:pt x="619" y="284"/>
                  <a:pt x="619" y="284"/>
                </a:cubicBezTo>
                <a:cubicBezTo>
                  <a:pt x="619" y="284"/>
                  <a:pt x="619" y="284"/>
                  <a:pt x="619" y="284"/>
                </a:cubicBezTo>
                <a:cubicBezTo>
                  <a:pt x="617" y="286"/>
                  <a:pt x="614" y="285"/>
                  <a:pt x="611" y="285"/>
                </a:cubicBezTo>
                <a:cubicBezTo>
                  <a:pt x="603" y="285"/>
                  <a:pt x="597" y="280"/>
                  <a:pt x="594" y="273"/>
                </a:cubicBezTo>
                <a:cubicBezTo>
                  <a:pt x="585" y="252"/>
                  <a:pt x="574" y="244"/>
                  <a:pt x="550" y="244"/>
                </a:cubicBezTo>
                <a:cubicBezTo>
                  <a:pt x="523" y="244"/>
                  <a:pt x="504" y="259"/>
                  <a:pt x="495" y="290"/>
                </a:cubicBezTo>
                <a:cubicBezTo>
                  <a:pt x="581" y="290"/>
                  <a:pt x="581" y="290"/>
                  <a:pt x="581" y="290"/>
                </a:cubicBezTo>
                <a:cubicBezTo>
                  <a:pt x="591" y="290"/>
                  <a:pt x="597" y="299"/>
                  <a:pt x="597" y="309"/>
                </a:cubicBezTo>
                <a:cubicBezTo>
                  <a:pt x="597" y="319"/>
                  <a:pt x="591" y="327"/>
                  <a:pt x="581" y="327"/>
                </a:cubicBezTo>
                <a:cubicBezTo>
                  <a:pt x="490" y="327"/>
                  <a:pt x="490" y="327"/>
                  <a:pt x="490" y="327"/>
                </a:cubicBezTo>
                <a:cubicBezTo>
                  <a:pt x="490" y="332"/>
                  <a:pt x="490" y="333"/>
                  <a:pt x="490" y="336"/>
                </a:cubicBezTo>
                <a:cubicBezTo>
                  <a:pt x="490" y="337"/>
                  <a:pt x="490" y="342"/>
                  <a:pt x="490" y="346"/>
                </a:cubicBezTo>
                <a:cubicBezTo>
                  <a:pt x="566" y="346"/>
                  <a:pt x="566" y="346"/>
                  <a:pt x="566" y="346"/>
                </a:cubicBezTo>
                <a:cubicBezTo>
                  <a:pt x="576" y="346"/>
                  <a:pt x="582" y="353"/>
                  <a:pt x="582" y="363"/>
                </a:cubicBezTo>
                <a:cubicBezTo>
                  <a:pt x="582" y="373"/>
                  <a:pt x="576" y="380"/>
                  <a:pt x="566" y="380"/>
                </a:cubicBezTo>
                <a:cubicBezTo>
                  <a:pt x="494" y="380"/>
                  <a:pt x="494" y="380"/>
                  <a:pt x="494" y="380"/>
                </a:cubicBezTo>
                <a:cubicBezTo>
                  <a:pt x="502" y="410"/>
                  <a:pt x="522" y="423"/>
                  <a:pt x="550" y="423"/>
                </a:cubicBezTo>
                <a:cubicBezTo>
                  <a:pt x="575" y="423"/>
                  <a:pt x="586" y="415"/>
                  <a:pt x="593" y="397"/>
                </a:cubicBezTo>
                <a:cubicBezTo>
                  <a:pt x="593" y="397"/>
                  <a:pt x="593" y="397"/>
                  <a:pt x="593" y="397"/>
                </a:cubicBezTo>
                <a:cubicBezTo>
                  <a:pt x="593" y="397"/>
                  <a:pt x="593" y="397"/>
                  <a:pt x="593" y="397"/>
                </a:cubicBezTo>
                <a:cubicBezTo>
                  <a:pt x="597" y="388"/>
                  <a:pt x="603" y="384"/>
                  <a:pt x="611" y="384"/>
                </a:cubicBezTo>
                <a:cubicBezTo>
                  <a:pt x="613" y="384"/>
                  <a:pt x="616" y="384"/>
                  <a:pt x="618" y="385"/>
                </a:cubicBezTo>
                <a:cubicBezTo>
                  <a:pt x="627" y="387"/>
                  <a:pt x="633" y="395"/>
                  <a:pt x="633" y="403"/>
                </a:cubicBezTo>
                <a:cubicBezTo>
                  <a:pt x="633" y="405"/>
                  <a:pt x="632" y="408"/>
                  <a:pt x="631" y="410"/>
                </a:cubicBezTo>
                <a:close/>
                <a:moveTo>
                  <a:pt x="216" y="284"/>
                </a:moveTo>
                <a:cubicBezTo>
                  <a:pt x="189" y="284"/>
                  <a:pt x="166" y="306"/>
                  <a:pt x="166" y="334"/>
                </a:cubicBezTo>
                <a:cubicBezTo>
                  <a:pt x="166" y="361"/>
                  <a:pt x="189" y="384"/>
                  <a:pt x="216" y="384"/>
                </a:cubicBezTo>
                <a:cubicBezTo>
                  <a:pt x="244" y="384"/>
                  <a:pt x="266" y="361"/>
                  <a:pt x="266" y="334"/>
                </a:cubicBezTo>
                <a:cubicBezTo>
                  <a:pt x="266" y="306"/>
                  <a:pt x="244" y="284"/>
                  <a:pt x="216" y="284"/>
                </a:cubicBezTo>
                <a:close/>
                <a:moveTo>
                  <a:pt x="850" y="284"/>
                </a:moveTo>
                <a:cubicBezTo>
                  <a:pt x="822" y="284"/>
                  <a:pt x="800" y="306"/>
                  <a:pt x="800" y="334"/>
                </a:cubicBezTo>
                <a:cubicBezTo>
                  <a:pt x="800" y="361"/>
                  <a:pt x="822" y="384"/>
                  <a:pt x="850" y="384"/>
                </a:cubicBezTo>
                <a:cubicBezTo>
                  <a:pt x="877" y="384"/>
                  <a:pt x="900" y="361"/>
                  <a:pt x="900" y="334"/>
                </a:cubicBezTo>
                <a:cubicBezTo>
                  <a:pt x="900" y="306"/>
                  <a:pt x="877" y="284"/>
                  <a:pt x="850" y="284"/>
                </a:cubicBezTo>
                <a:close/>
                <a:moveTo>
                  <a:pt x="1066" y="0"/>
                </a:moveTo>
                <a:cubicBezTo>
                  <a:pt x="0" y="0"/>
                  <a:pt x="0" y="0"/>
                  <a:pt x="0" y="0"/>
                </a:cubicBezTo>
                <a:cubicBezTo>
                  <a:pt x="0" y="667"/>
                  <a:pt x="0" y="667"/>
                  <a:pt x="0" y="667"/>
                </a:cubicBezTo>
                <a:cubicBezTo>
                  <a:pt x="1066" y="667"/>
                  <a:pt x="1066" y="667"/>
                  <a:pt x="1066" y="667"/>
                </a:cubicBezTo>
                <a:lnTo>
                  <a:pt x="1066" y="0"/>
                </a:lnTo>
                <a:close/>
                <a:moveTo>
                  <a:pt x="1000" y="500"/>
                </a:moveTo>
                <a:cubicBezTo>
                  <a:pt x="944" y="500"/>
                  <a:pt x="900" y="545"/>
                  <a:pt x="900" y="600"/>
                </a:cubicBezTo>
                <a:cubicBezTo>
                  <a:pt x="166" y="600"/>
                  <a:pt x="166" y="600"/>
                  <a:pt x="166" y="600"/>
                </a:cubicBezTo>
                <a:cubicBezTo>
                  <a:pt x="166" y="545"/>
                  <a:pt x="122" y="500"/>
                  <a:pt x="66" y="500"/>
                </a:cubicBezTo>
                <a:cubicBezTo>
                  <a:pt x="66" y="167"/>
                  <a:pt x="66" y="167"/>
                  <a:pt x="66" y="167"/>
                </a:cubicBezTo>
                <a:cubicBezTo>
                  <a:pt x="122" y="167"/>
                  <a:pt x="166" y="122"/>
                  <a:pt x="166" y="67"/>
                </a:cubicBezTo>
                <a:cubicBezTo>
                  <a:pt x="900" y="67"/>
                  <a:pt x="900" y="67"/>
                  <a:pt x="900" y="67"/>
                </a:cubicBezTo>
                <a:cubicBezTo>
                  <a:pt x="900" y="122"/>
                  <a:pt x="944" y="167"/>
                  <a:pt x="1000" y="167"/>
                </a:cubicBezTo>
                <a:lnTo>
                  <a:pt x="1000" y="500"/>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Helvetica 75 Bold"/>
              <a:ea typeface="ＭＳ Ｐゴシック" pitchFamily="34" charset="-128"/>
              <a:cs typeface="+mn-cs"/>
            </a:endParaRPr>
          </a:p>
        </p:txBody>
      </p:sp>
      <p:sp>
        <p:nvSpPr>
          <p:cNvPr id="43" name="Rectangle 42">
            <a:extLst>
              <a:ext uri="{FF2B5EF4-FFF2-40B4-BE49-F238E27FC236}">
                <a16:creationId xmlns:a16="http://schemas.microsoft.com/office/drawing/2014/main" id="{96C3ACA0-01F2-2BB5-CBED-3920B3F793FD}"/>
              </a:ext>
            </a:extLst>
          </p:cNvPr>
          <p:cNvSpPr>
            <a:spLocks noChangeArrowheads="1"/>
          </p:cNvSpPr>
          <p:nvPr/>
        </p:nvSpPr>
        <p:spPr bwMode="auto">
          <a:xfrm>
            <a:off x="2501713" y="905520"/>
            <a:ext cx="1973284"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4" tIns="45712" rIns="91424" bIns="45712">
            <a:spAutoFit/>
          </a:bodyPr>
          <a:lstStyle/>
          <a:p>
            <a:pPr lvl="0">
              <a:defRPr/>
            </a:pPr>
            <a:r>
              <a:rPr lang="fr-FR" altLang="fr-FR" sz="1600" b="1" dirty="0">
                <a:solidFill>
                  <a:srgbClr val="000000"/>
                </a:solidFill>
                <a:ea typeface="Helvetica Courant"/>
                <a:cs typeface="Helvetica Courant"/>
              </a:rPr>
              <a:t>Worldwide</a:t>
            </a:r>
            <a:endParaRPr kumimoji="0" lang="fr-FR" altLang="fr-FR" sz="1600" b="1" i="0" u="none" strike="noStrike" kern="1200" cap="none" spc="0" normalizeH="0" baseline="0" noProof="0" dirty="0">
              <a:ln>
                <a:noFill/>
              </a:ln>
              <a:solidFill>
                <a:srgbClr val="000000"/>
              </a:solidFill>
              <a:effectLst/>
              <a:uLnTx/>
              <a:uFillTx/>
              <a:latin typeface="Helvetica 75 Bold"/>
              <a:ea typeface="Helvetica Courant"/>
              <a:cs typeface="Helvetica Courant"/>
            </a:endParaRPr>
          </a:p>
        </p:txBody>
      </p:sp>
      <p:sp>
        <p:nvSpPr>
          <p:cNvPr id="44" name="Rectangle 28">
            <a:extLst>
              <a:ext uri="{FF2B5EF4-FFF2-40B4-BE49-F238E27FC236}">
                <a16:creationId xmlns:a16="http://schemas.microsoft.com/office/drawing/2014/main" id="{71013AB3-A49E-62F4-A674-EB8AC9C46CAD}"/>
              </a:ext>
            </a:extLst>
          </p:cNvPr>
          <p:cNvSpPr>
            <a:spLocks noChangeArrowheads="1"/>
          </p:cNvSpPr>
          <p:nvPr/>
        </p:nvSpPr>
        <p:spPr bwMode="auto">
          <a:xfrm>
            <a:off x="2732353" y="1257708"/>
            <a:ext cx="2690712" cy="600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4" tIns="45712" rIns="91424" bIns="45712">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100" b="1"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rPr>
              <a:t>17 </a:t>
            </a:r>
            <a:r>
              <a:rPr kumimoji="0" lang="fr-FR" altLang="fr-FR" sz="1100" b="0" i="0" u="none" strike="noStrike" kern="1200" cap="none" spc="0" normalizeH="0" baseline="0" noProof="0" dirty="0" err="1">
                <a:ln>
                  <a:noFill/>
                </a:ln>
                <a:solidFill>
                  <a:srgbClr val="000000"/>
                </a:solidFill>
                <a:effectLst/>
                <a:uLnTx/>
                <a:uFillTx/>
                <a:latin typeface="Helvetica 55 Roman" panose="020B0604020202020204" pitchFamily="34" charset="0"/>
                <a:ea typeface="Helvetica Courant"/>
                <a:cs typeface="Helvetica Courant"/>
              </a:rPr>
              <a:t>SOC’s</a:t>
            </a:r>
            <a:endParaRPr kumimoji="0" lang="fr-FR" altLang="fr-FR" sz="1100" b="0"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100" b="1"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rPr>
              <a:t>11</a:t>
            </a:r>
            <a:r>
              <a:rPr kumimoji="0" lang="fr-FR" altLang="fr-FR" sz="1100" b="0"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rPr>
              <a:t> </a:t>
            </a:r>
            <a:r>
              <a:rPr kumimoji="0" lang="fr-FR" altLang="fr-FR" sz="1100" b="0" i="0" u="none" strike="noStrike" kern="1200" cap="none" spc="0" normalizeH="0" baseline="0" noProof="0" dirty="0" err="1">
                <a:ln>
                  <a:noFill/>
                </a:ln>
                <a:solidFill>
                  <a:srgbClr val="000000"/>
                </a:solidFill>
                <a:effectLst/>
                <a:uLnTx/>
                <a:uFillTx/>
                <a:latin typeface="Helvetica 55 Roman" panose="020B0604020202020204" pitchFamily="34" charset="0"/>
                <a:ea typeface="Helvetica Courant"/>
                <a:cs typeface="Helvetica Courant"/>
              </a:rPr>
              <a:t>CERT’s</a:t>
            </a:r>
            <a:endParaRPr kumimoji="0" lang="fr-FR" altLang="fr-FR" sz="1100" b="0"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100" b="1"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rPr>
              <a:t>4</a:t>
            </a:r>
            <a:r>
              <a:rPr kumimoji="0" lang="fr-FR" altLang="fr-FR" sz="1100" b="0"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rPr>
              <a:t> </a:t>
            </a:r>
            <a:r>
              <a:rPr kumimoji="0" lang="fr-FR" altLang="fr-FR" sz="1100" b="0" i="0" u="none" strike="noStrike" kern="1200" cap="none" spc="0" normalizeH="0" baseline="0" noProof="0" dirty="0" err="1">
                <a:ln>
                  <a:noFill/>
                </a:ln>
                <a:solidFill>
                  <a:srgbClr val="000000"/>
                </a:solidFill>
                <a:effectLst/>
                <a:uLnTx/>
                <a:uFillTx/>
                <a:latin typeface="Helvetica 55 Roman" panose="020B0604020202020204" pitchFamily="34" charset="0"/>
                <a:ea typeface="Helvetica Courant"/>
                <a:cs typeface="Helvetica Courant"/>
              </a:rPr>
              <a:t>Scrubbing</a:t>
            </a:r>
            <a:r>
              <a:rPr lang="fr-FR" altLang="fr-FR" sz="1100" dirty="0">
                <a:solidFill>
                  <a:srgbClr val="000000"/>
                </a:solidFill>
                <a:latin typeface="Helvetica 55 Roman" panose="020B0604020202020204" pitchFamily="34" charset="0"/>
                <a:ea typeface="Helvetica Courant"/>
                <a:cs typeface="Helvetica Courant"/>
              </a:rPr>
              <a:t> </a:t>
            </a:r>
            <a:r>
              <a:rPr kumimoji="0" lang="fr-FR" altLang="fr-FR" sz="1100" b="0"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rPr>
              <a:t>Centers	</a:t>
            </a:r>
          </a:p>
        </p:txBody>
      </p:sp>
      <p:sp>
        <p:nvSpPr>
          <p:cNvPr id="45" name="Oval 40">
            <a:extLst>
              <a:ext uri="{FF2B5EF4-FFF2-40B4-BE49-F238E27FC236}">
                <a16:creationId xmlns:a16="http://schemas.microsoft.com/office/drawing/2014/main" id="{15FBDEF8-36AE-5906-7738-65DE8B1D5205}"/>
              </a:ext>
            </a:extLst>
          </p:cNvPr>
          <p:cNvSpPr/>
          <p:nvPr/>
        </p:nvSpPr>
        <p:spPr>
          <a:xfrm>
            <a:off x="4899829" y="1348057"/>
            <a:ext cx="645146" cy="645145"/>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dirty="0">
              <a:ln>
                <a:noFill/>
              </a:ln>
              <a:solidFill>
                <a:srgbClr val="000000"/>
              </a:solidFill>
              <a:effectLst/>
              <a:uLnTx/>
              <a:uFillTx/>
              <a:latin typeface="Helvetica 75 Bold"/>
              <a:ea typeface="+mn-ea"/>
              <a:cs typeface="+mn-cs"/>
            </a:endParaRPr>
          </a:p>
        </p:txBody>
      </p:sp>
      <p:pic>
        <p:nvPicPr>
          <p:cNvPr id="46" name="Grafik 32">
            <a:extLst>
              <a:ext uri="{FF2B5EF4-FFF2-40B4-BE49-F238E27FC236}">
                <a16:creationId xmlns:a16="http://schemas.microsoft.com/office/drawing/2014/main" id="{3ED295FD-35E7-048A-0066-934C0EF30F5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00634" y="1348057"/>
            <a:ext cx="645145" cy="645145"/>
          </a:xfrm>
          <a:prstGeom prst="rect">
            <a:avLst/>
          </a:prstGeom>
        </p:spPr>
      </p:pic>
      <p:sp>
        <p:nvSpPr>
          <p:cNvPr id="50" name="TextBox 49">
            <a:extLst>
              <a:ext uri="{FF2B5EF4-FFF2-40B4-BE49-F238E27FC236}">
                <a16:creationId xmlns:a16="http://schemas.microsoft.com/office/drawing/2014/main" id="{3A2BFBE2-64FB-2775-A665-1E0D4C46E975}"/>
              </a:ext>
            </a:extLst>
          </p:cNvPr>
          <p:cNvSpPr txBox="1"/>
          <p:nvPr/>
        </p:nvSpPr>
        <p:spPr>
          <a:xfrm>
            <a:off x="5656032" y="2241369"/>
            <a:ext cx="1845313" cy="2211503"/>
          </a:xfrm>
          <a:prstGeom prst="rect">
            <a:avLst/>
          </a:prstGeom>
          <a:noFill/>
        </p:spPr>
        <p:txBody>
          <a:bodyPr wrap="square">
            <a:spAutoFit/>
          </a:bodyPr>
          <a:lstStyle/>
          <a:p>
            <a:pPr marL="100489">
              <a:spcBef>
                <a:spcPts val="319"/>
              </a:spcBef>
            </a:pPr>
            <a:r>
              <a:rPr lang="en-US" sz="1600" b="1" spc="-8" dirty="0">
                <a:latin typeface="Helvetica 75 Bold" panose="020B0804020202020204" pitchFamily="34" charset="0"/>
                <a:cs typeface="Arial"/>
              </a:rPr>
              <a:t>50,000</a:t>
            </a:r>
            <a:endParaRPr lang="en-US" sz="1600" dirty="0">
              <a:latin typeface="Helvetica 75 Bold" panose="020B0804020202020204" pitchFamily="34" charset="0"/>
              <a:cs typeface="Arial"/>
            </a:endParaRPr>
          </a:p>
          <a:p>
            <a:pPr marL="100489" marR="100013">
              <a:lnSpc>
                <a:spcPct val="101600"/>
              </a:lnSpc>
              <a:spcBef>
                <a:spcPts val="11"/>
              </a:spcBef>
            </a:pPr>
            <a:r>
              <a:rPr lang="en-US" sz="1100" spc="-8" dirty="0">
                <a:latin typeface="Helvetica 55 Roman" panose="020B0604020202020204" pitchFamily="34" charset="0"/>
                <a:cs typeface="Arial"/>
              </a:rPr>
              <a:t>Customers worldwide</a:t>
            </a:r>
          </a:p>
          <a:p>
            <a:pPr marL="100489" marR="100013">
              <a:lnSpc>
                <a:spcPct val="101600"/>
              </a:lnSpc>
              <a:spcBef>
                <a:spcPts val="11"/>
              </a:spcBef>
            </a:pPr>
            <a:endParaRPr lang="en-US" sz="1100" spc="-8" dirty="0">
              <a:latin typeface="Helvetica 55 Roman" panose="020B0604020202020204" pitchFamily="34" charset="0"/>
              <a:cs typeface="Arial"/>
            </a:endParaRPr>
          </a:p>
          <a:p>
            <a:pPr marL="100489" marR="100013">
              <a:lnSpc>
                <a:spcPct val="101600"/>
              </a:lnSpc>
              <a:spcBef>
                <a:spcPts val="11"/>
              </a:spcBef>
            </a:pPr>
            <a:r>
              <a:rPr lang="en-US" sz="1600" b="1" spc="-8" dirty="0">
                <a:latin typeface="Helvetica 75 Bold" panose="020B0804020202020204" pitchFamily="34" charset="0"/>
                <a:cs typeface="Arial"/>
              </a:rPr>
              <a:t>40,000</a:t>
            </a:r>
            <a:endParaRPr lang="en-US" sz="1600" dirty="0">
              <a:latin typeface="Helvetica 75 Bold" panose="020B0804020202020204" pitchFamily="34" charset="0"/>
              <a:cs typeface="Arial"/>
            </a:endParaRPr>
          </a:p>
          <a:p>
            <a:pPr marL="88106" marR="199073">
              <a:lnSpc>
                <a:spcPct val="101600"/>
              </a:lnSpc>
              <a:spcBef>
                <a:spcPts val="19"/>
              </a:spcBef>
            </a:pPr>
            <a:r>
              <a:rPr lang="en-US" sz="1100" spc="-8" dirty="0">
                <a:latin typeface="Helvetica 55 Roman" panose="020B0604020202020204" pitchFamily="34" charset="0"/>
                <a:cs typeface="Arial"/>
              </a:rPr>
              <a:t>Suspicious websites closed every year</a:t>
            </a:r>
          </a:p>
          <a:p>
            <a:pPr marL="88106" marR="199073">
              <a:lnSpc>
                <a:spcPct val="101600"/>
              </a:lnSpc>
              <a:spcBef>
                <a:spcPts val="19"/>
              </a:spcBef>
            </a:pPr>
            <a:endParaRPr lang="en-US" sz="1100" spc="-8" dirty="0">
              <a:latin typeface="Helvetica 55 Roman" panose="020B0604020202020204" pitchFamily="34" charset="0"/>
              <a:cs typeface="Arial"/>
            </a:endParaRPr>
          </a:p>
          <a:p>
            <a:pPr marL="88106" marR="199073">
              <a:lnSpc>
                <a:spcPct val="101600"/>
              </a:lnSpc>
              <a:spcBef>
                <a:spcPts val="19"/>
              </a:spcBef>
            </a:pPr>
            <a:r>
              <a:rPr lang="en-US" sz="1600" b="1" spc="-15" dirty="0">
                <a:latin typeface="Helvetica 75 Bold" panose="020B0804020202020204" pitchFamily="34" charset="0"/>
                <a:cs typeface="Arial"/>
              </a:rPr>
              <a:t>~500</a:t>
            </a:r>
            <a:endParaRPr lang="en-US" sz="1600" dirty="0">
              <a:latin typeface="Helvetica 75 Bold" panose="020B0804020202020204" pitchFamily="34" charset="0"/>
              <a:cs typeface="Arial"/>
            </a:endParaRPr>
          </a:p>
          <a:p>
            <a:pPr marL="115253" marR="168116">
              <a:lnSpc>
                <a:spcPct val="101200"/>
              </a:lnSpc>
              <a:spcBef>
                <a:spcPts val="26"/>
              </a:spcBef>
            </a:pPr>
            <a:r>
              <a:rPr lang="en-US" sz="1100" spc="-8" dirty="0">
                <a:latin typeface="Helvetica 55 Roman" panose="020B0604020202020204" pitchFamily="34" charset="0"/>
                <a:cs typeface="Arial"/>
              </a:rPr>
              <a:t>Sources for our
Threat Intelligence </a:t>
            </a:r>
            <a:r>
              <a:rPr lang="en-US" sz="1100" spc="-8" dirty="0" err="1">
                <a:latin typeface="Helvetica 55 Roman" panose="020B0604020202020204" pitchFamily="34" charset="0"/>
                <a:cs typeface="Arial"/>
              </a:rPr>
              <a:t>Datalake</a:t>
            </a:r>
            <a:endParaRPr lang="en-US" sz="1100" spc="-15" dirty="0">
              <a:latin typeface="Helvetica 55 Roman" panose="020B0604020202020204" pitchFamily="34" charset="0"/>
              <a:cs typeface="Arial"/>
            </a:endParaRPr>
          </a:p>
        </p:txBody>
      </p:sp>
      <p:sp>
        <p:nvSpPr>
          <p:cNvPr id="54" name="Rectangle 28">
            <a:extLst>
              <a:ext uri="{FF2B5EF4-FFF2-40B4-BE49-F238E27FC236}">
                <a16:creationId xmlns:a16="http://schemas.microsoft.com/office/drawing/2014/main" id="{B20C3E94-1FDA-8948-C388-99CE43BC1BFB}"/>
              </a:ext>
            </a:extLst>
          </p:cNvPr>
          <p:cNvSpPr>
            <a:spLocks noChangeArrowheads="1"/>
          </p:cNvSpPr>
          <p:nvPr/>
        </p:nvSpPr>
        <p:spPr bwMode="auto">
          <a:xfrm>
            <a:off x="4111529" y="2255306"/>
            <a:ext cx="1577201" cy="1769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4" tIns="45712" rIns="91424" bIns="45712">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600" i="0" u="none" strike="noStrike" kern="1200" cap="none" spc="0" normalizeH="0" baseline="0" noProof="0" dirty="0">
                <a:ln>
                  <a:noFill/>
                </a:ln>
                <a:solidFill>
                  <a:srgbClr val="000000"/>
                </a:solidFill>
                <a:effectLst/>
                <a:uLnTx/>
                <a:uFillTx/>
                <a:latin typeface="Helvetica 75 Bold"/>
                <a:ea typeface="Helvetica Courant"/>
                <a:cs typeface="Helvetica Courant"/>
              </a:rPr>
              <a:t>24/7/365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600" i="0" u="none" strike="noStrike" kern="1200" cap="none" spc="0" normalizeH="0" baseline="0" noProof="0" dirty="0">
                <a:ln>
                  <a:noFill/>
                </a:ln>
                <a:solidFill>
                  <a:srgbClr val="000000"/>
                </a:solidFill>
                <a:effectLst/>
                <a:uLnTx/>
                <a:uFillTx/>
                <a:latin typeface="Helvetica 75 Bold"/>
                <a:ea typeface="Helvetica Courant"/>
                <a:cs typeface="Helvetica Courant"/>
              </a:rPr>
              <a:t>MSS Services</a:t>
            </a:r>
          </a:p>
          <a:p>
            <a:pPr lvl="0">
              <a:defRPr/>
            </a:pPr>
            <a:r>
              <a:rPr lang="en-US" sz="1100" dirty="0">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Continuous monitoring of </a:t>
            </a:r>
          </a:p>
          <a:p>
            <a:pPr lvl="0">
              <a:defRPr/>
            </a:pPr>
            <a:r>
              <a:rPr lang="en-US" sz="1100" dirty="0">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safety-relevant systems</a:t>
            </a:r>
          </a:p>
          <a:p>
            <a:pPr lvl="0">
              <a:defRPr/>
            </a:pPr>
            <a:endParaRPr lang="en-US" altLang="fr-FR" sz="1100" dirty="0">
              <a:solidFill>
                <a:srgbClr val="000000"/>
              </a:solidFill>
              <a:latin typeface="Helvetica 55 Roman" panose="020B0604020202020204" pitchFamily="34" charset="0"/>
              <a:ea typeface="Helvetica Courant"/>
              <a:cs typeface="Helvetica Courant"/>
            </a:endParaRPr>
          </a:p>
          <a:p>
            <a:pPr lvl="0">
              <a:defRPr/>
            </a:pPr>
            <a:r>
              <a:rPr lang="en-US" altLang="fr-FR" sz="1100" dirty="0">
                <a:solidFill>
                  <a:srgbClr val="000000"/>
                </a:solidFill>
                <a:latin typeface="Helvetica 55 Roman" panose="020B0604020202020204" pitchFamily="34" charset="0"/>
                <a:ea typeface="Helvetica Courant"/>
                <a:cs typeface="Helvetica Courant"/>
              </a:rPr>
              <a:t>Incident response with on-site support</a:t>
            </a:r>
            <a:endParaRPr kumimoji="0" lang="fr-FR" altLang="fr-FR" sz="1100"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endParaRPr>
          </a:p>
        </p:txBody>
      </p:sp>
      <p:sp>
        <p:nvSpPr>
          <p:cNvPr id="71" name="Oval 70">
            <a:extLst>
              <a:ext uri="{FF2B5EF4-FFF2-40B4-BE49-F238E27FC236}">
                <a16:creationId xmlns:a16="http://schemas.microsoft.com/office/drawing/2014/main" id="{8DA72FAC-DFC1-61D4-813B-6B3E6D27871B}"/>
              </a:ext>
            </a:extLst>
          </p:cNvPr>
          <p:cNvSpPr/>
          <p:nvPr/>
        </p:nvSpPr>
        <p:spPr>
          <a:xfrm>
            <a:off x="4890077" y="4028910"/>
            <a:ext cx="666750" cy="6677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66" name="Rectangle 22">
            <a:extLst>
              <a:ext uri="{FF2B5EF4-FFF2-40B4-BE49-F238E27FC236}">
                <a16:creationId xmlns:a16="http://schemas.microsoft.com/office/drawing/2014/main" id="{9F772BCA-69A1-C264-A4FB-C397DDB9473A}"/>
              </a:ext>
            </a:extLst>
          </p:cNvPr>
          <p:cNvSpPr>
            <a:spLocks noChangeArrowheads="1"/>
          </p:cNvSpPr>
          <p:nvPr/>
        </p:nvSpPr>
        <p:spPr bwMode="auto">
          <a:xfrm>
            <a:off x="7371837" y="2240891"/>
            <a:ext cx="1457838" cy="144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4" tIns="45712" rIns="91424" bIns="45712">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600" b="1" i="0" u="none" strike="noStrike" kern="1200" cap="none" spc="0" normalizeH="0" baseline="0" noProof="0" dirty="0">
                <a:ln>
                  <a:noFill/>
                </a:ln>
                <a:solidFill>
                  <a:srgbClr val="000000"/>
                </a:solidFill>
                <a:effectLst/>
                <a:uLnTx/>
                <a:uFillTx/>
                <a:latin typeface="+mj-lt"/>
                <a:ea typeface="Segoe UI" pitchFamily="34" charset="0"/>
                <a:cs typeface="+mn-cs"/>
              </a:rPr>
              <a:t>3.100+</a:t>
            </a:r>
          </a:p>
          <a:p>
            <a:pPr lvl="0">
              <a:defRPr/>
            </a:pPr>
            <a:r>
              <a:rPr lang="de-DE" altLang="fr-FR" sz="1100" dirty="0" err="1">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Highly</a:t>
            </a:r>
            <a:r>
              <a:rPr lang="de-DE" altLang="fr-FR" sz="1100" dirty="0">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 </a:t>
            </a:r>
            <a:r>
              <a:rPr lang="de-DE" altLang="fr-FR" sz="1100" dirty="0" err="1">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qualified</a:t>
            </a:r>
            <a:r>
              <a:rPr lang="de-DE" altLang="fr-FR" sz="1100" dirty="0">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 </a:t>
            </a:r>
            <a:r>
              <a:rPr lang="de-DE" altLang="fr-FR" sz="1100" dirty="0" err="1">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cybersecurity</a:t>
            </a:r>
            <a:r>
              <a:rPr lang="de-DE" altLang="fr-FR" sz="1100" dirty="0">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 </a:t>
            </a:r>
            <a:r>
              <a:rPr lang="de-DE" altLang="fr-FR" sz="1100" dirty="0" err="1">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experts</a:t>
            </a:r>
            <a:endParaRPr lang="de-DE" altLang="fr-FR" sz="1100" dirty="0">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endParaRPr>
          </a:p>
          <a:p>
            <a:pPr lvl="0">
              <a:defRPr/>
            </a:pPr>
            <a:endParaRPr kumimoji="0" lang="fr-FR" altLang="fr-FR" sz="1200" b="0" i="0" u="none" strike="noStrike" kern="1200" cap="none" spc="0" normalizeH="0" baseline="0" noProof="0" dirty="0">
              <a:ln>
                <a:noFill/>
              </a:ln>
              <a:solidFill>
                <a:srgbClr val="000000"/>
              </a:solidFill>
              <a:effectLst/>
              <a:uLnTx/>
              <a:uFillTx/>
              <a:latin typeface="Helvetica 55 Roman" panose="020B0604020202020204" pitchFamily="34" charset="0"/>
              <a:ea typeface="Helvetica Neue 55 Roman" panose="02000503000000020004" pitchFamily="2" charset="0"/>
              <a:cs typeface="Helvetica Neue 55 Roman"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fr-FR" sz="1600" b="1" i="0" u="none" strike="noStrike" kern="1200" cap="none" spc="-27" normalizeH="0" baseline="0" noProof="0" dirty="0">
                <a:ln>
                  <a:noFill/>
                </a:ln>
                <a:solidFill>
                  <a:srgbClr val="000000"/>
                </a:solidFill>
                <a:effectLst/>
                <a:uLnTx/>
                <a:uFillTx/>
                <a:latin typeface="Helvetica 75 Bold"/>
                <a:ea typeface="+mn-ea"/>
                <a:cs typeface="+mn-cs"/>
                <a:sym typeface="Helvetica" charset="0"/>
              </a:rPr>
              <a:t>1.000 </a:t>
            </a:r>
          </a:p>
          <a:p>
            <a:pPr lvl="0">
              <a:defRPr/>
            </a:pPr>
            <a:r>
              <a:rPr lang="en-US" altLang="fr-FR" sz="1100" spc="-27" dirty="0">
                <a:solidFill>
                  <a:srgbClr val="000000"/>
                </a:solidFill>
                <a:latin typeface="Helvetica 55 Roman" panose="020B0604020202020204" pitchFamily="34" charset="0"/>
                <a:sym typeface="Helvetica" charset="0"/>
              </a:rPr>
              <a:t>Security Consultants</a:t>
            </a:r>
            <a:endParaRPr kumimoji="0" lang="fr-FR" altLang="fr-FR" sz="1200" b="0" i="0" u="none" strike="noStrike" kern="1200" cap="none" spc="0" normalizeH="0" baseline="0" noProof="0" dirty="0">
              <a:ln>
                <a:noFill/>
              </a:ln>
              <a:solidFill>
                <a:srgbClr val="000000"/>
              </a:solidFill>
              <a:effectLst/>
              <a:uLnTx/>
              <a:uFillTx/>
              <a:latin typeface="Helvetica 55 Roman" panose="020B0604020202020204" pitchFamily="34" charset="0"/>
              <a:ea typeface="Helvetica Neue 55 Roman" panose="02000503000000020004" pitchFamily="2" charset="0"/>
              <a:cs typeface="Helvetica Neue 55 Roman" panose="02000503000000020004" pitchFamily="2" charset="0"/>
            </a:endParaRPr>
          </a:p>
        </p:txBody>
      </p:sp>
      <p:sp>
        <p:nvSpPr>
          <p:cNvPr id="70" name="Oval 69">
            <a:extLst>
              <a:ext uri="{FF2B5EF4-FFF2-40B4-BE49-F238E27FC236}">
                <a16:creationId xmlns:a16="http://schemas.microsoft.com/office/drawing/2014/main" id="{5AD9E810-A992-CD28-4604-303A08989851}"/>
              </a:ext>
            </a:extLst>
          </p:cNvPr>
          <p:cNvSpPr/>
          <p:nvPr/>
        </p:nvSpPr>
        <p:spPr>
          <a:xfrm>
            <a:off x="8120494" y="3971055"/>
            <a:ext cx="666750" cy="6677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68" name="Freeform 21">
            <a:extLst>
              <a:ext uri="{FF2B5EF4-FFF2-40B4-BE49-F238E27FC236}">
                <a16:creationId xmlns:a16="http://schemas.microsoft.com/office/drawing/2014/main" id="{66B2C856-5A9F-EA38-0A84-87FF134F03F6}"/>
              </a:ext>
            </a:extLst>
          </p:cNvPr>
          <p:cNvSpPr>
            <a:spLocks noEditPoints="1"/>
          </p:cNvSpPr>
          <p:nvPr/>
        </p:nvSpPr>
        <p:spPr bwMode="auto">
          <a:xfrm>
            <a:off x="8289357" y="4110916"/>
            <a:ext cx="310677" cy="388054"/>
          </a:xfrm>
          <a:custGeom>
            <a:avLst/>
            <a:gdLst>
              <a:gd name="T0" fmla="*/ 566 w 866"/>
              <a:gd name="T1" fmla="*/ 417 h 1133"/>
              <a:gd name="T2" fmla="*/ 566 w 866"/>
              <a:gd name="T3" fmla="*/ 433 h 1133"/>
              <a:gd name="T4" fmla="*/ 766 w 866"/>
              <a:gd name="T5" fmla="*/ 217 h 1133"/>
              <a:gd name="T6" fmla="*/ 550 w 866"/>
              <a:gd name="T7" fmla="*/ 0 h 1133"/>
              <a:gd name="T8" fmla="*/ 339 w 866"/>
              <a:gd name="T9" fmla="*/ 168 h 1133"/>
              <a:gd name="T10" fmla="*/ 566 w 866"/>
              <a:gd name="T11" fmla="*/ 417 h 1133"/>
              <a:gd name="T12" fmla="*/ 698 w 866"/>
              <a:gd name="T13" fmla="*/ 442 h 1133"/>
              <a:gd name="T14" fmla="*/ 556 w 866"/>
              <a:gd name="T15" fmla="*/ 487 h 1133"/>
              <a:gd name="T16" fmla="*/ 474 w 866"/>
              <a:gd name="T17" fmla="*/ 611 h 1133"/>
              <a:gd name="T18" fmla="*/ 666 w 866"/>
              <a:gd name="T19" fmla="*/ 867 h 1133"/>
              <a:gd name="T20" fmla="*/ 666 w 866"/>
              <a:gd name="T21" fmla="*/ 898 h 1133"/>
              <a:gd name="T22" fmla="*/ 666 w 866"/>
              <a:gd name="T23" fmla="*/ 933 h 1133"/>
              <a:gd name="T24" fmla="*/ 866 w 866"/>
              <a:gd name="T25" fmla="*/ 933 h 1133"/>
              <a:gd name="T26" fmla="*/ 866 w 866"/>
              <a:gd name="T27" fmla="*/ 667 h 1133"/>
              <a:gd name="T28" fmla="*/ 698 w 866"/>
              <a:gd name="T29" fmla="*/ 442 h 1133"/>
              <a:gd name="T30" fmla="*/ 464 w 866"/>
              <a:gd name="T31" fmla="*/ 642 h 1133"/>
              <a:gd name="T32" fmla="*/ 316 w 866"/>
              <a:gd name="T33" fmla="*/ 687 h 1133"/>
              <a:gd name="T34" fmla="*/ 168 w 866"/>
              <a:gd name="T35" fmla="*/ 642 h 1133"/>
              <a:gd name="T36" fmla="*/ 0 w 866"/>
              <a:gd name="T37" fmla="*/ 867 h 1133"/>
              <a:gd name="T38" fmla="*/ 0 w 866"/>
              <a:gd name="T39" fmla="*/ 1067 h 1133"/>
              <a:gd name="T40" fmla="*/ 66 w 866"/>
              <a:gd name="T41" fmla="*/ 1133 h 1133"/>
              <a:gd name="T42" fmla="*/ 633 w 866"/>
              <a:gd name="T43" fmla="*/ 1133 h 1133"/>
              <a:gd name="T44" fmla="*/ 633 w 866"/>
              <a:gd name="T45" fmla="*/ 867 h 1133"/>
              <a:gd name="T46" fmla="*/ 464 w 866"/>
              <a:gd name="T47" fmla="*/ 642 h 1133"/>
              <a:gd name="T48" fmla="*/ 316 w 866"/>
              <a:gd name="T49" fmla="*/ 633 h 1133"/>
              <a:gd name="T50" fmla="*/ 533 w 866"/>
              <a:gd name="T51" fmla="*/ 417 h 1133"/>
              <a:gd name="T52" fmla="*/ 316 w 866"/>
              <a:gd name="T53" fmla="*/ 200 h 1133"/>
              <a:gd name="T54" fmla="*/ 100 w 866"/>
              <a:gd name="T55" fmla="*/ 417 h 1133"/>
              <a:gd name="T56" fmla="*/ 316 w 866"/>
              <a:gd name="T57" fmla="*/ 633 h 1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1133">
                <a:moveTo>
                  <a:pt x="566" y="417"/>
                </a:moveTo>
                <a:cubicBezTo>
                  <a:pt x="566" y="422"/>
                  <a:pt x="566" y="427"/>
                  <a:pt x="566" y="433"/>
                </a:cubicBezTo>
                <a:cubicBezTo>
                  <a:pt x="678" y="424"/>
                  <a:pt x="766" y="331"/>
                  <a:pt x="766" y="217"/>
                </a:cubicBezTo>
                <a:cubicBezTo>
                  <a:pt x="766" y="97"/>
                  <a:pt x="669" y="0"/>
                  <a:pt x="550" y="0"/>
                </a:cubicBezTo>
                <a:cubicBezTo>
                  <a:pt x="447" y="0"/>
                  <a:pt x="361" y="72"/>
                  <a:pt x="339" y="168"/>
                </a:cubicBezTo>
                <a:cubicBezTo>
                  <a:pt x="466" y="179"/>
                  <a:pt x="566" y="286"/>
                  <a:pt x="566" y="417"/>
                </a:cubicBezTo>
                <a:close/>
                <a:moveTo>
                  <a:pt x="698" y="442"/>
                </a:moveTo>
                <a:cubicBezTo>
                  <a:pt x="657" y="469"/>
                  <a:pt x="609" y="485"/>
                  <a:pt x="556" y="487"/>
                </a:cubicBezTo>
                <a:cubicBezTo>
                  <a:pt x="542" y="536"/>
                  <a:pt x="513" y="579"/>
                  <a:pt x="474" y="611"/>
                </a:cubicBezTo>
                <a:cubicBezTo>
                  <a:pt x="585" y="643"/>
                  <a:pt x="666" y="745"/>
                  <a:pt x="666" y="867"/>
                </a:cubicBezTo>
                <a:cubicBezTo>
                  <a:pt x="666" y="898"/>
                  <a:pt x="666" y="898"/>
                  <a:pt x="666" y="898"/>
                </a:cubicBezTo>
                <a:cubicBezTo>
                  <a:pt x="666" y="933"/>
                  <a:pt x="666" y="933"/>
                  <a:pt x="666" y="933"/>
                </a:cubicBezTo>
                <a:cubicBezTo>
                  <a:pt x="866" y="933"/>
                  <a:pt x="866" y="933"/>
                  <a:pt x="866" y="933"/>
                </a:cubicBezTo>
                <a:cubicBezTo>
                  <a:pt x="866" y="667"/>
                  <a:pt x="866" y="667"/>
                  <a:pt x="866" y="667"/>
                </a:cubicBezTo>
                <a:cubicBezTo>
                  <a:pt x="866" y="560"/>
                  <a:pt x="795" y="471"/>
                  <a:pt x="698" y="442"/>
                </a:cubicBezTo>
                <a:close/>
                <a:moveTo>
                  <a:pt x="464" y="642"/>
                </a:moveTo>
                <a:cubicBezTo>
                  <a:pt x="422" y="670"/>
                  <a:pt x="371" y="687"/>
                  <a:pt x="316" y="687"/>
                </a:cubicBezTo>
                <a:cubicBezTo>
                  <a:pt x="262" y="687"/>
                  <a:pt x="211" y="670"/>
                  <a:pt x="168" y="642"/>
                </a:cubicBezTo>
                <a:cubicBezTo>
                  <a:pt x="71" y="671"/>
                  <a:pt x="0" y="760"/>
                  <a:pt x="0" y="867"/>
                </a:cubicBezTo>
                <a:cubicBezTo>
                  <a:pt x="0" y="1067"/>
                  <a:pt x="0" y="1067"/>
                  <a:pt x="0" y="1067"/>
                </a:cubicBezTo>
                <a:cubicBezTo>
                  <a:pt x="0" y="1103"/>
                  <a:pt x="30" y="1133"/>
                  <a:pt x="66" y="1133"/>
                </a:cubicBezTo>
                <a:cubicBezTo>
                  <a:pt x="633" y="1133"/>
                  <a:pt x="633" y="1133"/>
                  <a:pt x="633" y="1133"/>
                </a:cubicBezTo>
                <a:cubicBezTo>
                  <a:pt x="633" y="867"/>
                  <a:pt x="633" y="867"/>
                  <a:pt x="633" y="867"/>
                </a:cubicBezTo>
                <a:cubicBezTo>
                  <a:pt x="633" y="760"/>
                  <a:pt x="562" y="671"/>
                  <a:pt x="464" y="642"/>
                </a:cubicBezTo>
                <a:close/>
                <a:moveTo>
                  <a:pt x="316" y="633"/>
                </a:moveTo>
                <a:cubicBezTo>
                  <a:pt x="436" y="633"/>
                  <a:pt x="533" y="536"/>
                  <a:pt x="533" y="417"/>
                </a:cubicBezTo>
                <a:cubicBezTo>
                  <a:pt x="533" y="297"/>
                  <a:pt x="436" y="200"/>
                  <a:pt x="316" y="200"/>
                </a:cubicBezTo>
                <a:cubicBezTo>
                  <a:pt x="197" y="200"/>
                  <a:pt x="100" y="297"/>
                  <a:pt x="100" y="417"/>
                </a:cubicBezTo>
                <a:cubicBezTo>
                  <a:pt x="100" y="536"/>
                  <a:pt x="197" y="633"/>
                  <a:pt x="316" y="63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Helvetica 75 Bold"/>
              <a:ea typeface="ＭＳ Ｐゴシック" pitchFamily="34" charset="-128"/>
              <a:cs typeface="+mn-cs"/>
            </a:endParaRPr>
          </a:p>
        </p:txBody>
      </p:sp>
      <p:pic>
        <p:nvPicPr>
          <p:cNvPr id="56" name="Grafik 6">
            <a:extLst>
              <a:ext uri="{FF2B5EF4-FFF2-40B4-BE49-F238E27FC236}">
                <a16:creationId xmlns:a16="http://schemas.microsoft.com/office/drawing/2014/main" id="{795ACB1A-561A-8352-D8A2-D3AAA4BC333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06926" y="4112293"/>
            <a:ext cx="442804" cy="477582"/>
          </a:xfrm>
          <a:prstGeom prst="rect">
            <a:avLst/>
          </a:prstGeom>
        </p:spPr>
      </p:pic>
      <p:sp>
        <p:nvSpPr>
          <p:cNvPr id="89" name="Rectangle 88">
            <a:extLst>
              <a:ext uri="{FF2B5EF4-FFF2-40B4-BE49-F238E27FC236}">
                <a16:creationId xmlns:a16="http://schemas.microsoft.com/office/drawing/2014/main" id="{264C9E16-BA60-49C4-CA1D-AE374CDC24C9}"/>
              </a:ext>
            </a:extLst>
          </p:cNvPr>
          <p:cNvSpPr/>
          <p:nvPr/>
        </p:nvSpPr>
        <p:spPr>
          <a:xfrm>
            <a:off x="2510401" y="2215343"/>
            <a:ext cx="1504374" cy="2543113"/>
          </a:xfrm>
          <a:prstGeom prst="rect">
            <a:avLst/>
          </a:prstGeom>
          <a:solidFill>
            <a:srgbClr val="00B0F0"/>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pic>
        <p:nvPicPr>
          <p:cNvPr id="92" name="object 30">
            <a:extLst>
              <a:ext uri="{FF2B5EF4-FFF2-40B4-BE49-F238E27FC236}">
                <a16:creationId xmlns:a16="http://schemas.microsoft.com/office/drawing/2014/main" id="{266131BB-DCF3-FB96-19AE-FBAF935DEB05}"/>
              </a:ext>
            </a:extLst>
          </p:cNvPr>
          <p:cNvPicPr/>
          <p:nvPr/>
        </p:nvPicPr>
        <p:blipFill>
          <a:blip r:embed="rId6" cstate="print"/>
          <a:stretch>
            <a:fillRect/>
          </a:stretch>
        </p:blipFill>
        <p:spPr>
          <a:xfrm>
            <a:off x="2441858" y="3126467"/>
            <a:ext cx="979387" cy="676365"/>
          </a:xfrm>
          <a:prstGeom prst="rect">
            <a:avLst/>
          </a:prstGeom>
        </p:spPr>
      </p:pic>
      <p:pic>
        <p:nvPicPr>
          <p:cNvPr id="93" name="object 31">
            <a:extLst>
              <a:ext uri="{FF2B5EF4-FFF2-40B4-BE49-F238E27FC236}">
                <a16:creationId xmlns:a16="http://schemas.microsoft.com/office/drawing/2014/main" id="{5AB8A380-ED4D-2495-8872-342332343ED5}"/>
              </a:ext>
            </a:extLst>
          </p:cNvPr>
          <p:cNvPicPr/>
          <p:nvPr/>
        </p:nvPicPr>
        <p:blipFill>
          <a:blip r:embed="rId7" cstate="print"/>
          <a:stretch>
            <a:fillRect/>
          </a:stretch>
        </p:blipFill>
        <p:spPr>
          <a:xfrm>
            <a:off x="3284715" y="3942206"/>
            <a:ext cx="720358" cy="702092"/>
          </a:xfrm>
          <a:prstGeom prst="rect">
            <a:avLst/>
          </a:prstGeom>
        </p:spPr>
      </p:pic>
      <p:pic>
        <p:nvPicPr>
          <p:cNvPr id="94" name="object 32">
            <a:extLst>
              <a:ext uri="{FF2B5EF4-FFF2-40B4-BE49-F238E27FC236}">
                <a16:creationId xmlns:a16="http://schemas.microsoft.com/office/drawing/2014/main" id="{1BE08F4C-73E4-87FC-9E1F-21CEEED253C7}"/>
              </a:ext>
            </a:extLst>
          </p:cNvPr>
          <p:cNvPicPr/>
          <p:nvPr/>
        </p:nvPicPr>
        <p:blipFill>
          <a:blip r:embed="rId8" cstate="print"/>
          <a:stretch>
            <a:fillRect/>
          </a:stretch>
        </p:blipFill>
        <p:spPr>
          <a:xfrm>
            <a:off x="2518155" y="3953897"/>
            <a:ext cx="720358" cy="702091"/>
          </a:xfrm>
          <a:prstGeom prst="rect">
            <a:avLst/>
          </a:prstGeom>
        </p:spPr>
      </p:pic>
      <p:pic>
        <p:nvPicPr>
          <p:cNvPr id="95" name="object 33">
            <a:extLst>
              <a:ext uri="{FF2B5EF4-FFF2-40B4-BE49-F238E27FC236}">
                <a16:creationId xmlns:a16="http://schemas.microsoft.com/office/drawing/2014/main" id="{B5D9F0AE-2B9E-6974-70B0-2A64A1E01399}"/>
              </a:ext>
            </a:extLst>
          </p:cNvPr>
          <p:cNvPicPr/>
          <p:nvPr/>
        </p:nvPicPr>
        <p:blipFill>
          <a:blip r:embed="rId9" cstate="print"/>
          <a:stretch>
            <a:fillRect/>
          </a:stretch>
        </p:blipFill>
        <p:spPr>
          <a:xfrm>
            <a:off x="3401697" y="3162273"/>
            <a:ext cx="612562" cy="562147"/>
          </a:xfrm>
          <a:prstGeom prst="rect">
            <a:avLst/>
          </a:prstGeom>
        </p:spPr>
      </p:pic>
      <p:sp>
        <p:nvSpPr>
          <p:cNvPr id="97" name="TextBox 96">
            <a:extLst>
              <a:ext uri="{FF2B5EF4-FFF2-40B4-BE49-F238E27FC236}">
                <a16:creationId xmlns:a16="http://schemas.microsoft.com/office/drawing/2014/main" id="{A0BDE97A-5B77-8701-A24D-AD23B4F8F2CA}"/>
              </a:ext>
            </a:extLst>
          </p:cNvPr>
          <p:cNvSpPr txBox="1"/>
          <p:nvPr/>
        </p:nvSpPr>
        <p:spPr>
          <a:xfrm>
            <a:off x="230963" y="905520"/>
            <a:ext cx="2247680" cy="535531"/>
          </a:xfrm>
          <a:prstGeom prst="rect">
            <a:avLst/>
          </a:prstGeom>
          <a:noFill/>
        </p:spPr>
        <p:txBody>
          <a:bodyPr wrap="square">
            <a:spAutoFit/>
          </a:bodyPr>
          <a:lstStyle/>
          <a:p>
            <a:pPr marL="0" lvl="1" defTabSz="1219170">
              <a:lnSpc>
                <a:spcPct val="90000"/>
              </a:lnSpc>
              <a:spcBef>
                <a:spcPts val="1067"/>
              </a:spcBef>
              <a:defRPr/>
            </a:pPr>
            <a:r>
              <a:rPr lang="de-DE" sz="1600" b="1" spc="-27" dirty="0" err="1">
                <a:latin typeface="Helvetica 75 Bold" panose="020B0804020202020204" pitchFamily="34" charset="0"/>
              </a:rPr>
              <a:t>Certificates</a:t>
            </a:r>
            <a:r>
              <a:rPr lang="de-DE" sz="1600" b="1" spc="-27" dirty="0">
                <a:latin typeface="Helvetica 75 Bold" panose="020B0804020202020204" pitchFamily="34" charset="0"/>
              </a:rPr>
              <a:t> &amp; </a:t>
            </a:r>
            <a:r>
              <a:rPr lang="de-DE" sz="1600" b="1" spc="-27" dirty="0" err="1">
                <a:latin typeface="Helvetica 75 Bold" panose="020B0804020202020204" pitchFamily="34" charset="0"/>
              </a:rPr>
              <a:t>Accreditations</a:t>
            </a:r>
            <a:endParaRPr kumimoji="0" lang="en-GB" sz="1600" b="1" i="0" u="none" strike="noStrike" kern="1200" cap="none" spc="-27" normalizeH="0" baseline="0" noProof="0" dirty="0">
              <a:ln>
                <a:noFill/>
              </a:ln>
              <a:effectLst/>
              <a:uLnTx/>
              <a:uFillTx/>
              <a:latin typeface="Helvetica 75 Bold" panose="020B0804020202020204" pitchFamily="34" charset="0"/>
            </a:endParaRPr>
          </a:p>
        </p:txBody>
      </p:sp>
      <p:pic>
        <p:nvPicPr>
          <p:cNvPr id="4" name="Picture 3" descr="A black and yellow circle with a black eagle and text&#10;&#10;AI-generated content may be incorrect.">
            <a:extLst>
              <a:ext uri="{FF2B5EF4-FFF2-40B4-BE49-F238E27FC236}">
                <a16:creationId xmlns:a16="http://schemas.microsoft.com/office/drawing/2014/main" id="{827173C1-6852-E6ED-620F-18C2CD00940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9935" y="3904428"/>
            <a:ext cx="1382044" cy="777649"/>
          </a:xfrm>
          <a:prstGeom prst="rect">
            <a:avLst/>
          </a:prstGeom>
        </p:spPr>
      </p:pic>
      <p:grpSp>
        <p:nvGrpSpPr>
          <p:cNvPr id="16" name="Group 15">
            <a:extLst>
              <a:ext uri="{FF2B5EF4-FFF2-40B4-BE49-F238E27FC236}">
                <a16:creationId xmlns:a16="http://schemas.microsoft.com/office/drawing/2014/main" id="{F6C046F0-196F-D4A0-4F4A-B9835414FF2C}"/>
              </a:ext>
            </a:extLst>
          </p:cNvPr>
          <p:cNvGrpSpPr/>
          <p:nvPr/>
        </p:nvGrpSpPr>
        <p:grpSpPr>
          <a:xfrm>
            <a:off x="267496" y="2991266"/>
            <a:ext cx="948555" cy="905152"/>
            <a:chOff x="7121610" y="1362316"/>
            <a:chExt cx="1339200" cy="1339200"/>
          </a:xfrm>
        </p:grpSpPr>
        <p:sp>
          <p:nvSpPr>
            <p:cNvPr id="18" name="Rectangle: Rounded Corners 17">
              <a:extLst>
                <a:ext uri="{FF2B5EF4-FFF2-40B4-BE49-F238E27FC236}">
                  <a16:creationId xmlns:a16="http://schemas.microsoft.com/office/drawing/2014/main" id="{3C686BC4-EEC5-EC0F-C87C-A7B67F35C356}"/>
                </a:ext>
              </a:extLst>
            </p:cNvPr>
            <p:cNvSpPr/>
            <p:nvPr/>
          </p:nvSpPr>
          <p:spPr>
            <a:xfrm>
              <a:off x="7536165" y="1859194"/>
              <a:ext cx="506718" cy="60868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a:solidFill>
                  <a:srgbClr val="000000"/>
                </a:solidFill>
              </a:endParaRPr>
            </a:p>
          </p:txBody>
        </p:sp>
        <p:sp>
          <p:nvSpPr>
            <p:cNvPr id="23" name="Rectangle: Rounded Corners 22">
              <a:extLst>
                <a:ext uri="{FF2B5EF4-FFF2-40B4-BE49-F238E27FC236}">
                  <a16:creationId xmlns:a16="http://schemas.microsoft.com/office/drawing/2014/main" id="{D76D52E0-F66D-8256-50A7-6D5AA4CEBA28}"/>
                </a:ext>
              </a:extLst>
            </p:cNvPr>
            <p:cNvSpPr/>
            <p:nvPr/>
          </p:nvSpPr>
          <p:spPr>
            <a:xfrm>
              <a:off x="7486152" y="1571547"/>
              <a:ext cx="624469" cy="46036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a:solidFill>
                  <a:srgbClr val="000000"/>
                </a:solidFill>
              </a:endParaRPr>
            </a:p>
          </p:txBody>
        </p:sp>
        <p:pic>
          <p:nvPicPr>
            <p:cNvPr id="24" name="Picture 2" descr="Element Four Achieves SOC-II Type II Certification - Element Four">
              <a:extLst>
                <a:ext uri="{FF2B5EF4-FFF2-40B4-BE49-F238E27FC236}">
                  <a16:creationId xmlns:a16="http://schemas.microsoft.com/office/drawing/2014/main" id="{D186EB3E-2EC8-F2E3-70D2-D9017AB102F4}"/>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121610" y="1362316"/>
              <a:ext cx="1339200" cy="1339200"/>
            </a:xfrm>
            <a:prstGeom prst="rect">
              <a:avLst/>
            </a:prstGeom>
            <a:noFill/>
            <a:extLst>
              <a:ext uri="{909E8E84-426E-40DD-AFC4-6F175D3DCCD1}">
                <a14:hiddenFill xmlns:a14="http://schemas.microsoft.com/office/drawing/2010/main">
                  <a:solidFill>
                    <a:srgbClr val="FFFFFF"/>
                  </a:solidFill>
                </a14:hiddenFill>
              </a:ext>
            </a:extLst>
          </p:spPr>
        </p:pic>
      </p:grpSp>
      <p:pic>
        <p:nvPicPr>
          <p:cNvPr id="1026" name="Picture 2" descr="Datenschutz unter Berücksichtigung DSGVO - eFakturierung | Einfache  Rechnungsstellung Online">
            <a:extLst>
              <a:ext uri="{FF2B5EF4-FFF2-40B4-BE49-F238E27FC236}">
                <a16:creationId xmlns:a16="http://schemas.microsoft.com/office/drawing/2014/main" id="{37AF5D5A-D12B-6F9C-6BC3-432161F543D6}"/>
              </a:ext>
            </a:extLst>
          </p:cNvPr>
          <p:cNvPicPr>
            <a:picLocks noChangeAspect="1" noChangeArrowheads="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8074" y="1333358"/>
            <a:ext cx="878100" cy="8781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C66A9996-3E8A-5318-7FD5-2F97E623E818}"/>
              </a:ext>
            </a:extLst>
          </p:cNvPr>
          <p:cNvSpPr>
            <a:spLocks noChangeArrowheads="1"/>
          </p:cNvSpPr>
          <p:nvPr/>
        </p:nvSpPr>
        <p:spPr bwMode="auto">
          <a:xfrm>
            <a:off x="2510400" y="2262451"/>
            <a:ext cx="2061600" cy="584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4" tIns="45712" rIns="91424" bIns="45712">
            <a:spAutoFit/>
          </a:bodyPr>
          <a:lstStyle/>
          <a:p>
            <a:pPr lvl="0">
              <a:defRPr/>
            </a:pPr>
            <a:r>
              <a:rPr lang="fr-FR" altLang="fr-FR" sz="1600" b="1">
                <a:solidFill>
                  <a:srgbClr val="000000"/>
                </a:solidFill>
                <a:ea typeface="Helvetica Courant"/>
                <a:cs typeface="Helvetica Courant"/>
              </a:rPr>
              <a:t>CERT Competencies</a:t>
            </a:r>
            <a:endParaRPr kumimoji="0" lang="fr-FR" altLang="fr-FR" sz="1600" b="1" i="0" u="none" strike="noStrike" kern="1200" cap="none" spc="0" normalizeH="0" baseline="0" noProof="0" dirty="0">
              <a:ln>
                <a:noFill/>
              </a:ln>
              <a:solidFill>
                <a:srgbClr val="000000"/>
              </a:solidFill>
              <a:effectLst/>
              <a:uLnTx/>
              <a:uFillTx/>
              <a:latin typeface="Helvetica 75 Bold"/>
              <a:ea typeface="Helvetica Courant"/>
              <a:cs typeface="Helvetica Courant"/>
            </a:endParaRPr>
          </a:p>
        </p:txBody>
      </p:sp>
    </p:spTree>
    <p:extLst>
      <p:ext uri="{BB962C8B-B14F-4D97-AF65-F5344CB8AC3E}">
        <p14:creationId xmlns:p14="http://schemas.microsoft.com/office/powerpoint/2010/main" val="997873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506F4-892D-B953-CED8-D3BFE072E93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5DF736CE-FD47-9D7C-1575-8A818474616E}"/>
              </a:ext>
            </a:extLst>
          </p:cNvPr>
          <p:cNvPicPr>
            <a:picLocks noChangeAspect="1"/>
          </p:cNvPicPr>
          <p:nvPr/>
        </p:nvPicPr>
        <p:blipFill>
          <a:blip r:embed="rId3" cstate="print">
            <a:extLst>
              <a:ext uri="{28A0092B-C50C-407E-A947-70E740481C1C}">
                <a14:useLocalDpi xmlns:a14="http://schemas.microsoft.com/office/drawing/2010/main" val="0"/>
              </a:ext>
            </a:extLst>
          </a:blip>
          <a:srcRect l="134" r="134"/>
          <a:stretch/>
        </p:blipFill>
        <p:spPr>
          <a:xfrm>
            <a:off x="2756151" y="1223534"/>
            <a:ext cx="3568862" cy="3397705"/>
          </a:xfrm>
          <a:prstGeom prst="rect">
            <a:avLst/>
          </a:prstGeom>
        </p:spPr>
      </p:pic>
      <p:sp>
        <p:nvSpPr>
          <p:cNvPr id="15" name="Titel 14">
            <a:extLst>
              <a:ext uri="{FF2B5EF4-FFF2-40B4-BE49-F238E27FC236}">
                <a16:creationId xmlns:a16="http://schemas.microsoft.com/office/drawing/2014/main" id="{F6A15A21-09E8-1509-0EAE-066A61922162}"/>
              </a:ext>
            </a:extLst>
          </p:cNvPr>
          <p:cNvSpPr>
            <a:spLocks noGrp="1"/>
          </p:cNvSpPr>
          <p:nvPr>
            <p:ph type="title"/>
          </p:nvPr>
        </p:nvSpPr>
        <p:spPr>
          <a:xfrm>
            <a:off x="361424" y="277956"/>
            <a:ext cx="8516475" cy="366885"/>
          </a:xfrm>
        </p:spPr>
        <p:txBody>
          <a:bodyPr/>
          <a:lstStyle/>
          <a:p>
            <a:r>
              <a:rPr lang="de-DE" sz="3200" dirty="0">
                <a:solidFill>
                  <a:schemeClr val="bg2"/>
                </a:solidFill>
              </a:rPr>
              <a:t>Orange </a:t>
            </a:r>
            <a:r>
              <a:rPr lang="de-DE" sz="3200" dirty="0" err="1">
                <a:solidFill>
                  <a:schemeClr val="bg2"/>
                </a:solidFill>
              </a:rPr>
              <a:t>Cyberdefense</a:t>
            </a:r>
            <a:r>
              <a:rPr lang="de-DE" sz="3200" dirty="0">
                <a:solidFill>
                  <a:schemeClr val="bg2"/>
                </a:solidFill>
              </a:rPr>
              <a:t> in Germany</a:t>
            </a:r>
            <a:br>
              <a:rPr lang="de-DE" sz="3200" dirty="0">
                <a:solidFill>
                  <a:schemeClr val="bg2"/>
                </a:solidFill>
              </a:rPr>
            </a:br>
            <a:r>
              <a:rPr lang="en-US" dirty="0">
                <a:solidFill>
                  <a:schemeClr val="bg1"/>
                </a:solidFill>
              </a:rPr>
              <a:t>Your consulting and service partner with AI and compliance know-how</a:t>
            </a:r>
            <a:endParaRPr lang="de-DE" dirty="0">
              <a:solidFill>
                <a:schemeClr val="bg1"/>
              </a:solidFill>
            </a:endParaRPr>
          </a:p>
        </p:txBody>
      </p:sp>
      <p:sp>
        <p:nvSpPr>
          <p:cNvPr id="31" name="Rectangle 30">
            <a:extLst>
              <a:ext uri="{FF2B5EF4-FFF2-40B4-BE49-F238E27FC236}">
                <a16:creationId xmlns:a16="http://schemas.microsoft.com/office/drawing/2014/main" id="{45E2BAFA-8872-BA2B-88C0-40E381345C36}"/>
              </a:ext>
            </a:extLst>
          </p:cNvPr>
          <p:cNvSpPr/>
          <p:nvPr/>
        </p:nvSpPr>
        <p:spPr>
          <a:xfrm>
            <a:off x="353956" y="1038886"/>
            <a:ext cx="2414105" cy="1796908"/>
          </a:xfrm>
          <a:prstGeom prst="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2" name="Rectangle 31">
            <a:extLst>
              <a:ext uri="{FF2B5EF4-FFF2-40B4-BE49-F238E27FC236}">
                <a16:creationId xmlns:a16="http://schemas.microsoft.com/office/drawing/2014/main" id="{CBA7FDC4-E629-3BA5-57E1-C53A2004D7BD}"/>
              </a:ext>
            </a:extLst>
          </p:cNvPr>
          <p:cNvSpPr/>
          <p:nvPr/>
        </p:nvSpPr>
        <p:spPr>
          <a:xfrm>
            <a:off x="214507" y="3118731"/>
            <a:ext cx="2481203" cy="180159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3" name="Rectangle 32">
            <a:extLst>
              <a:ext uri="{FF2B5EF4-FFF2-40B4-BE49-F238E27FC236}">
                <a16:creationId xmlns:a16="http://schemas.microsoft.com/office/drawing/2014/main" id="{043ED3F6-3CA3-9807-4C16-3896F889F6DD}"/>
              </a:ext>
            </a:extLst>
          </p:cNvPr>
          <p:cNvSpPr/>
          <p:nvPr/>
        </p:nvSpPr>
        <p:spPr>
          <a:xfrm>
            <a:off x="347754" y="3052565"/>
            <a:ext cx="2414106" cy="1796909"/>
          </a:xfrm>
          <a:prstGeom prst="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5" name="object 26">
            <a:extLst>
              <a:ext uri="{FF2B5EF4-FFF2-40B4-BE49-F238E27FC236}">
                <a16:creationId xmlns:a16="http://schemas.microsoft.com/office/drawing/2014/main" id="{51BDD5EC-11CD-F59E-C096-38B5C3AB7A1B}"/>
              </a:ext>
            </a:extLst>
          </p:cNvPr>
          <p:cNvSpPr/>
          <p:nvPr/>
        </p:nvSpPr>
        <p:spPr>
          <a:xfrm>
            <a:off x="325861" y="1062178"/>
            <a:ext cx="2414105" cy="1796908"/>
          </a:xfrm>
          <a:custGeom>
            <a:avLst/>
            <a:gdLst/>
            <a:ahLst/>
            <a:cxnLst/>
            <a:rect l="l" t="t" r="r" b="b"/>
            <a:pathLst>
              <a:path w="1630679" h="1630679">
                <a:moveTo>
                  <a:pt x="1630679" y="0"/>
                </a:moveTo>
                <a:lnTo>
                  <a:pt x="0" y="0"/>
                </a:lnTo>
                <a:lnTo>
                  <a:pt x="0" y="1630679"/>
                </a:lnTo>
                <a:lnTo>
                  <a:pt x="1630679" y="1630679"/>
                </a:lnTo>
                <a:lnTo>
                  <a:pt x="1630679" y="0"/>
                </a:lnTo>
                <a:close/>
              </a:path>
            </a:pathLst>
          </a:custGeom>
          <a:solidFill>
            <a:schemeClr val="tx1">
              <a:lumMod val="85000"/>
              <a:lumOff val="15000"/>
            </a:schemeClr>
          </a:solidFill>
          <a:ln w="25400">
            <a:solidFill>
              <a:schemeClr val="tx1"/>
            </a:solidFill>
          </a:ln>
        </p:spPr>
        <p:txBody>
          <a:bodyPr wrap="square" lIns="0" tIns="0" rIns="0" bIns="0" rtlCol="0"/>
          <a:lstStyle/>
          <a:p>
            <a:endParaRPr sz="1350" dirty="0"/>
          </a:p>
        </p:txBody>
      </p:sp>
      <p:sp>
        <p:nvSpPr>
          <p:cNvPr id="37" name="object 36">
            <a:extLst>
              <a:ext uri="{FF2B5EF4-FFF2-40B4-BE49-F238E27FC236}">
                <a16:creationId xmlns:a16="http://schemas.microsoft.com/office/drawing/2014/main" id="{53F72335-94FA-289D-F49D-B24C5B755B7D}"/>
              </a:ext>
            </a:extLst>
          </p:cNvPr>
          <p:cNvSpPr txBox="1"/>
          <p:nvPr/>
        </p:nvSpPr>
        <p:spPr>
          <a:xfrm>
            <a:off x="337771" y="1022189"/>
            <a:ext cx="2372831" cy="1801592"/>
          </a:xfrm>
          <a:prstGeom prst="rect">
            <a:avLst/>
          </a:prstGeom>
        </p:spPr>
        <p:txBody>
          <a:bodyPr vert="horz" wrap="square" lIns="0" tIns="107633" rIns="0" bIns="0" rtlCol="0">
            <a:noAutofit/>
          </a:bodyPr>
          <a:lstStyle/>
          <a:p>
            <a:pPr marL="109538">
              <a:spcBef>
                <a:spcPts val="848"/>
              </a:spcBef>
            </a:pPr>
            <a:r>
              <a:rPr lang="en-US" b="1" dirty="0">
                <a:solidFill>
                  <a:schemeClr val="bg1"/>
                </a:solidFill>
                <a:latin typeface="Helvetica 75 Bold" panose="020B0804020202020204" pitchFamily="34" charset="0"/>
                <a:cs typeface="Arial"/>
              </a:rPr>
              <a:t>50</a:t>
            </a:r>
            <a:r>
              <a:rPr lang="en-US" sz="1200" b="1" dirty="0">
                <a:solidFill>
                  <a:schemeClr val="bg1"/>
                </a:solidFill>
                <a:latin typeface="Helvetica 75 Bold" panose="020B0804020202020204" pitchFamily="34" charset="0"/>
                <a:cs typeface="Arial"/>
              </a:rPr>
              <a:t>   Security Consultants</a:t>
            </a:r>
          </a:p>
          <a:p>
            <a:pPr marL="280988" indent="-171450">
              <a:spcBef>
                <a:spcPts val="848"/>
              </a:spcBef>
              <a:buFont typeface="Wingdings" panose="05000000000000000000" pitchFamily="2" charset="2"/>
              <a:buChar char="§"/>
            </a:pPr>
            <a:r>
              <a:rPr lang="en-US" sz="1100" dirty="0">
                <a:solidFill>
                  <a:schemeClr val="bg1"/>
                </a:solidFill>
                <a:latin typeface="Helvetica 55 Roman" panose="020B0604020202020204" pitchFamily="34" charset="0"/>
                <a:cs typeface="Arial"/>
              </a:rPr>
              <a:t>AI-optimized managed detection and response for IT and OT
Vulnerability, Threat and Exposure Management
Infrastructure Transformation
Data Loss Prevention</a:t>
            </a:r>
          </a:p>
        </p:txBody>
      </p:sp>
      <p:sp>
        <p:nvSpPr>
          <p:cNvPr id="38" name="TextBox 37">
            <a:extLst>
              <a:ext uri="{FF2B5EF4-FFF2-40B4-BE49-F238E27FC236}">
                <a16:creationId xmlns:a16="http://schemas.microsoft.com/office/drawing/2014/main" id="{8B77C373-2BDC-53F4-0D6A-225A6A4F008F}"/>
              </a:ext>
            </a:extLst>
          </p:cNvPr>
          <p:cNvSpPr txBox="1"/>
          <p:nvPr/>
        </p:nvSpPr>
        <p:spPr>
          <a:xfrm>
            <a:off x="319001" y="3087418"/>
            <a:ext cx="2410471" cy="1806754"/>
          </a:xfrm>
          <a:prstGeom prst="rect">
            <a:avLst/>
          </a:prstGeom>
          <a:solidFill>
            <a:schemeClr val="tx1"/>
          </a:solidFill>
          <a:ln w="38100">
            <a:solidFill>
              <a:schemeClr val="tx1"/>
            </a:solidFill>
          </a:ln>
        </p:spPr>
        <p:txBody>
          <a:bodyPr wrap="square" lIns="0" tIns="0" rIns="0" bIns="0" rtlCol="0">
            <a:noAutofit/>
          </a:bodyPr>
          <a:lstStyle/>
          <a:p>
            <a:r>
              <a:rPr lang="de-DE" sz="1100" b="1" dirty="0">
                <a:solidFill>
                  <a:schemeClr val="bg1"/>
                </a:solidFill>
                <a:latin typeface="Helvetica 75 Bold" panose="020B0804020202020204" pitchFamily="34" charset="0"/>
              </a:rPr>
              <a:t> </a:t>
            </a:r>
            <a:r>
              <a:rPr lang="de-DE" sz="1400" b="1" dirty="0">
                <a:solidFill>
                  <a:schemeClr val="bg1"/>
                </a:solidFill>
                <a:latin typeface="Helvetica 75 Bold" panose="020B0804020202020204" pitchFamily="34" charset="0"/>
              </a:rPr>
              <a:t> </a:t>
            </a:r>
            <a:r>
              <a:rPr lang="de-DE" b="1" dirty="0">
                <a:solidFill>
                  <a:schemeClr val="bg1"/>
                </a:solidFill>
                <a:latin typeface="Helvetica 75 Bold" panose="020B0804020202020204" pitchFamily="34" charset="0"/>
              </a:rPr>
              <a:t>80</a:t>
            </a:r>
            <a:r>
              <a:rPr lang="de-DE" dirty="0">
                <a:solidFill>
                  <a:schemeClr val="bg1"/>
                </a:solidFill>
                <a:latin typeface="Helvetica 75 Bold" panose="020B0804020202020204" pitchFamily="34" charset="0"/>
              </a:rPr>
              <a:t>  </a:t>
            </a:r>
            <a:r>
              <a:rPr lang="de-DE" sz="1200" b="1" dirty="0">
                <a:solidFill>
                  <a:schemeClr val="bg1"/>
                </a:solidFill>
                <a:latin typeface="+mj-lt"/>
              </a:rPr>
              <a:t>regional MSS </a:t>
            </a:r>
            <a:r>
              <a:rPr lang="de-DE" sz="1200" b="1" dirty="0" err="1">
                <a:solidFill>
                  <a:schemeClr val="bg1"/>
                </a:solidFill>
                <a:latin typeface="+mj-lt"/>
              </a:rPr>
              <a:t>experts</a:t>
            </a:r>
            <a:endParaRPr lang="de-DE" sz="1100" b="1" dirty="0">
              <a:solidFill>
                <a:schemeClr val="bg1"/>
              </a:solidFill>
              <a:latin typeface="+mj-lt"/>
            </a:endParaRPr>
          </a:p>
          <a:p>
            <a:r>
              <a:rPr lang="de-DE" sz="1100" dirty="0">
                <a:solidFill>
                  <a:schemeClr val="bg1"/>
                </a:solidFill>
                <a:latin typeface="Helvetica 55 Roman" panose="020B0604020202020204" pitchFamily="34" charset="0"/>
              </a:rPr>
              <a:t>  in German-</a:t>
            </a:r>
            <a:r>
              <a:rPr lang="de-DE" sz="1100" dirty="0" err="1">
                <a:solidFill>
                  <a:schemeClr val="bg1"/>
                </a:solidFill>
                <a:latin typeface="Helvetica 55 Roman" panose="020B0604020202020204" pitchFamily="34" charset="0"/>
              </a:rPr>
              <a:t>speaking</a:t>
            </a:r>
            <a:r>
              <a:rPr lang="de-DE" sz="1100" dirty="0">
                <a:solidFill>
                  <a:schemeClr val="bg1"/>
                </a:solidFill>
                <a:latin typeface="Helvetica 55 Roman" panose="020B0604020202020204" pitchFamily="34" charset="0"/>
              </a:rPr>
              <a:t> </a:t>
            </a:r>
            <a:r>
              <a:rPr lang="de-DE" sz="1100" dirty="0">
                <a:solidFill>
                  <a:schemeClr val="bg1"/>
                </a:solidFill>
                <a:latin typeface="Helvetica 75 Bold" panose="020B0804020202020204" pitchFamily="34" charset="0"/>
              </a:rPr>
              <a:t>24x7 </a:t>
            </a:r>
            <a:r>
              <a:rPr lang="de-DE" sz="1100" dirty="0">
                <a:solidFill>
                  <a:schemeClr val="bg1"/>
                </a:solidFill>
                <a:latin typeface="Helvetica 55 Roman" panose="020B0604020202020204" pitchFamily="34" charset="0"/>
              </a:rPr>
              <a:t>SOC</a:t>
            </a:r>
          </a:p>
        </p:txBody>
      </p:sp>
      <p:sp>
        <p:nvSpPr>
          <p:cNvPr id="39" name="Rectangle 38">
            <a:extLst>
              <a:ext uri="{FF2B5EF4-FFF2-40B4-BE49-F238E27FC236}">
                <a16:creationId xmlns:a16="http://schemas.microsoft.com/office/drawing/2014/main" id="{7C926869-4FCE-6615-E582-F1C01A152872}"/>
              </a:ext>
            </a:extLst>
          </p:cNvPr>
          <p:cNvSpPr/>
          <p:nvPr/>
        </p:nvSpPr>
        <p:spPr>
          <a:xfrm>
            <a:off x="6373222" y="1101965"/>
            <a:ext cx="2416822" cy="790992"/>
          </a:xfrm>
          <a:prstGeom prst="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40" name="Rectangle 39">
            <a:extLst>
              <a:ext uri="{FF2B5EF4-FFF2-40B4-BE49-F238E27FC236}">
                <a16:creationId xmlns:a16="http://schemas.microsoft.com/office/drawing/2014/main" id="{2531C946-B49B-B105-A235-533EF6132BD1}"/>
              </a:ext>
            </a:extLst>
          </p:cNvPr>
          <p:cNvSpPr/>
          <p:nvPr/>
        </p:nvSpPr>
        <p:spPr>
          <a:xfrm>
            <a:off x="6373222" y="2079633"/>
            <a:ext cx="2410472" cy="2745474"/>
          </a:xfrm>
          <a:prstGeom prst="rect">
            <a:avLst/>
          </a:prstGeom>
          <a:solidFill>
            <a:schemeClr val="tx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41" name="Rectangle 40">
            <a:extLst>
              <a:ext uri="{FF2B5EF4-FFF2-40B4-BE49-F238E27FC236}">
                <a16:creationId xmlns:a16="http://schemas.microsoft.com/office/drawing/2014/main" id="{3B43D508-D258-4117-1C72-0885FB759183}"/>
              </a:ext>
            </a:extLst>
          </p:cNvPr>
          <p:cNvSpPr/>
          <p:nvPr/>
        </p:nvSpPr>
        <p:spPr>
          <a:xfrm>
            <a:off x="6354306" y="1135793"/>
            <a:ext cx="2413647" cy="790992"/>
          </a:xfrm>
          <a:prstGeom prst="rect">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42" name="Rectangle 41">
            <a:extLst>
              <a:ext uri="{FF2B5EF4-FFF2-40B4-BE49-F238E27FC236}">
                <a16:creationId xmlns:a16="http://schemas.microsoft.com/office/drawing/2014/main" id="{E512130E-06A5-4BB7-1632-2EFF9BD71E55}"/>
              </a:ext>
            </a:extLst>
          </p:cNvPr>
          <p:cNvSpPr/>
          <p:nvPr/>
        </p:nvSpPr>
        <p:spPr>
          <a:xfrm>
            <a:off x="6343899" y="2104000"/>
            <a:ext cx="2414106" cy="274547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43" name="TextBox 42">
            <a:extLst>
              <a:ext uri="{FF2B5EF4-FFF2-40B4-BE49-F238E27FC236}">
                <a16:creationId xmlns:a16="http://schemas.microsoft.com/office/drawing/2014/main" id="{9C4F0F50-08C8-FD6B-A8BD-8FE8E9106204}"/>
              </a:ext>
            </a:extLst>
          </p:cNvPr>
          <p:cNvSpPr txBox="1"/>
          <p:nvPr/>
        </p:nvSpPr>
        <p:spPr>
          <a:xfrm>
            <a:off x="6392656" y="4357179"/>
            <a:ext cx="2368600" cy="480131"/>
          </a:xfrm>
          <a:prstGeom prst="rect">
            <a:avLst/>
          </a:prstGeom>
          <a:noFill/>
        </p:spPr>
        <p:txBody>
          <a:bodyPr wrap="square">
            <a:spAutoFit/>
          </a:bodyPr>
          <a:lstStyle/>
          <a:p>
            <a:pPr marL="0" marR="0" lvl="1" indent="0" defTabSz="1219170" rtl="0" eaLnBrk="1" fontAlgn="auto" latinLnBrk="0" hangingPunct="1">
              <a:lnSpc>
                <a:spcPct val="90000"/>
              </a:lnSpc>
              <a:spcBef>
                <a:spcPts val="1067"/>
              </a:spcBef>
              <a:spcAft>
                <a:spcPts val="0"/>
              </a:spcAft>
              <a:buClrTx/>
              <a:buSzTx/>
              <a:buFont typeface="Arial" panose="020B0604020202020204" pitchFamily="34" charset="0"/>
              <a:buNone/>
              <a:tabLst/>
              <a:defRPr/>
            </a:pPr>
            <a:r>
              <a:rPr kumimoji="0" lang="en-US" sz="1400" b="0" i="0" u="none" strike="noStrike" kern="1200" cap="none" spc="-27" normalizeH="0" baseline="0" noProof="0" dirty="0">
                <a:ln>
                  <a:noFill/>
                </a:ln>
                <a:solidFill>
                  <a:schemeClr val="bg1"/>
                </a:solidFill>
                <a:effectLst/>
                <a:uLnTx/>
                <a:uFillTx/>
                <a:latin typeface="Helvetica 75 Bold" panose="020B0804020202020204" pitchFamily="34" charset="0"/>
                <a:ea typeface="+mn-ea"/>
                <a:cs typeface="+mn-cs"/>
              </a:rPr>
              <a:t>Cyber Crisis Management &amp; Analysts Training</a:t>
            </a:r>
          </a:p>
        </p:txBody>
      </p:sp>
      <p:pic>
        <p:nvPicPr>
          <p:cNvPr id="45" name="Picture 4" descr="TISAX ® Beratung &amp; Audit | Erfolgreich zum Label">
            <a:extLst>
              <a:ext uri="{FF2B5EF4-FFF2-40B4-BE49-F238E27FC236}">
                <a16:creationId xmlns:a16="http://schemas.microsoft.com/office/drawing/2014/main" id="{A2483CA0-18F6-F341-EB61-399BAFD7EC93}"/>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1349" y="1367605"/>
            <a:ext cx="785192" cy="279018"/>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a:extLst>
              <a:ext uri="{FF2B5EF4-FFF2-40B4-BE49-F238E27FC236}">
                <a16:creationId xmlns:a16="http://schemas.microsoft.com/office/drawing/2014/main" id="{7DE0C45A-B5E7-A7FC-B86E-B420FE95DD0F}"/>
              </a:ext>
            </a:extLst>
          </p:cNvPr>
          <p:cNvPicPr>
            <a:picLocks noChangeAspect="1"/>
          </p:cNvPicPr>
          <p:nvPr/>
        </p:nvPicPr>
        <p:blipFill>
          <a:blip r:embed="rId5">
            <a:clrChange>
              <a:clrFrom>
                <a:srgbClr val="5FC9E1"/>
              </a:clrFrom>
              <a:clrTo>
                <a:srgbClr val="5FC9E1">
                  <a:alpha val="0"/>
                </a:srgbClr>
              </a:clrTo>
            </a:clrChange>
          </a:blip>
          <a:stretch>
            <a:fillRect/>
          </a:stretch>
        </p:blipFill>
        <p:spPr>
          <a:xfrm>
            <a:off x="7340034" y="1263672"/>
            <a:ext cx="603191" cy="562889"/>
          </a:xfrm>
          <a:prstGeom prst="rect">
            <a:avLst/>
          </a:prstGeom>
        </p:spPr>
      </p:pic>
      <p:pic>
        <p:nvPicPr>
          <p:cNvPr id="47" name="Picture 10" descr="DORA steht vor der Tür | CSO Online">
            <a:extLst>
              <a:ext uri="{FF2B5EF4-FFF2-40B4-BE49-F238E27FC236}">
                <a16:creationId xmlns:a16="http://schemas.microsoft.com/office/drawing/2014/main" id="{8F824D7C-A8A1-6671-E267-A122462DA83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44308" y="1306108"/>
            <a:ext cx="857439" cy="480166"/>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a:extLst>
              <a:ext uri="{FF2B5EF4-FFF2-40B4-BE49-F238E27FC236}">
                <a16:creationId xmlns:a16="http://schemas.microsoft.com/office/drawing/2014/main" id="{12DB6165-C451-5405-93FA-CEBDFC426A46}"/>
              </a:ext>
            </a:extLst>
          </p:cNvPr>
          <p:cNvPicPr>
            <a:picLocks noChangeAspect="1"/>
          </p:cNvPicPr>
          <p:nvPr/>
        </p:nvPicPr>
        <p:blipFill>
          <a:blip r:embed="rId7"/>
          <a:stretch>
            <a:fillRect/>
          </a:stretch>
        </p:blipFill>
        <p:spPr>
          <a:xfrm>
            <a:off x="6444307" y="2981643"/>
            <a:ext cx="2284405" cy="1220538"/>
          </a:xfrm>
          <a:prstGeom prst="rect">
            <a:avLst/>
          </a:prstGeom>
        </p:spPr>
      </p:pic>
      <p:sp>
        <p:nvSpPr>
          <p:cNvPr id="49" name="TextBox 48">
            <a:extLst>
              <a:ext uri="{FF2B5EF4-FFF2-40B4-BE49-F238E27FC236}">
                <a16:creationId xmlns:a16="http://schemas.microsoft.com/office/drawing/2014/main" id="{306FCB1E-329D-9FDF-83F2-383DCE785BC4}"/>
              </a:ext>
            </a:extLst>
          </p:cNvPr>
          <p:cNvSpPr txBox="1"/>
          <p:nvPr/>
        </p:nvSpPr>
        <p:spPr>
          <a:xfrm>
            <a:off x="6927795" y="3914198"/>
            <a:ext cx="1461939" cy="215444"/>
          </a:xfrm>
          <a:prstGeom prst="rect">
            <a:avLst/>
          </a:prstGeom>
        </p:spPr>
        <p:txBody>
          <a:bodyPr wrap="none" lIns="0" tIns="0" rIns="0" bIns="0" rtlCol="0">
            <a:spAutoFit/>
          </a:bodyPr>
          <a:lstStyle/>
          <a:p>
            <a:r>
              <a:rPr lang="de-DE" sz="1400" dirty="0">
                <a:solidFill>
                  <a:srgbClr val="FFC000"/>
                </a:solidFill>
              </a:rPr>
              <a:t>New in Augsburg</a:t>
            </a:r>
          </a:p>
        </p:txBody>
      </p:sp>
      <p:pic>
        <p:nvPicPr>
          <p:cNvPr id="4" name="Picture 3">
            <a:extLst>
              <a:ext uri="{FF2B5EF4-FFF2-40B4-BE49-F238E27FC236}">
                <a16:creationId xmlns:a16="http://schemas.microsoft.com/office/drawing/2014/main" id="{EB264D81-57B1-EA0D-D60B-2A6B82BE9F2C}"/>
              </a:ext>
            </a:extLst>
          </p:cNvPr>
          <p:cNvPicPr>
            <a:picLocks noChangeAspect="1"/>
          </p:cNvPicPr>
          <p:nvPr/>
        </p:nvPicPr>
        <p:blipFill>
          <a:blip r:embed="rId8"/>
          <a:stretch>
            <a:fillRect/>
          </a:stretch>
        </p:blipFill>
        <p:spPr>
          <a:xfrm>
            <a:off x="347182" y="3555408"/>
            <a:ext cx="2373644" cy="1310136"/>
          </a:xfrm>
          <a:prstGeom prst="rect">
            <a:avLst/>
          </a:prstGeom>
        </p:spPr>
      </p:pic>
      <p:pic>
        <p:nvPicPr>
          <p:cNvPr id="2" name="Picture 1" descr="A black background with white text&#10;&#10;AI-generated content may be incorrect.">
            <a:extLst>
              <a:ext uri="{FF2B5EF4-FFF2-40B4-BE49-F238E27FC236}">
                <a16:creationId xmlns:a16="http://schemas.microsoft.com/office/drawing/2014/main" id="{C34A1A41-BB81-9D54-7B08-192550B2F17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537999" y="2191121"/>
            <a:ext cx="1943683" cy="660517"/>
          </a:xfrm>
          <a:prstGeom prst="rect">
            <a:avLst/>
          </a:prstGeom>
        </p:spPr>
      </p:pic>
    </p:spTree>
    <p:extLst>
      <p:ext uri="{BB962C8B-B14F-4D97-AF65-F5344CB8AC3E}">
        <p14:creationId xmlns:p14="http://schemas.microsoft.com/office/powerpoint/2010/main" val="3293492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2F8E2-60E2-5731-FCFA-7F623EE6DFDE}"/>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C01535FE-855C-2560-2A3E-DF239515662C}"/>
              </a:ext>
            </a:extLst>
          </p:cNvPr>
          <p:cNvSpPr>
            <a:spLocks noGrp="1"/>
          </p:cNvSpPr>
          <p:nvPr>
            <p:ph type="title"/>
          </p:nvPr>
        </p:nvSpPr>
        <p:spPr>
          <a:xfrm>
            <a:off x="361424" y="277956"/>
            <a:ext cx="8516475" cy="366885"/>
          </a:xfrm>
        </p:spPr>
        <p:txBody>
          <a:bodyPr/>
          <a:lstStyle/>
          <a:p>
            <a:r>
              <a:rPr lang="de-DE" sz="3200" dirty="0">
                <a:solidFill>
                  <a:schemeClr val="bg2"/>
                </a:solidFill>
              </a:rPr>
              <a:t>Orange Cyberdefense in D/A/CH </a:t>
            </a:r>
            <a:br>
              <a:rPr lang="de-DE" sz="3200" dirty="0">
                <a:solidFill>
                  <a:schemeClr val="bg2"/>
                </a:solidFill>
              </a:rPr>
            </a:br>
            <a:r>
              <a:rPr lang="en-US" dirty="0">
                <a:solidFill>
                  <a:schemeClr val="bg1"/>
                </a:solidFill>
              </a:rPr>
              <a:t>Your consulting and service partner with AI and compliance know-how</a:t>
            </a:r>
            <a:endParaRPr lang="de-DE" dirty="0">
              <a:solidFill>
                <a:schemeClr val="bg1"/>
              </a:solidFill>
            </a:endParaRPr>
          </a:p>
        </p:txBody>
      </p:sp>
      <p:sp>
        <p:nvSpPr>
          <p:cNvPr id="14" name="Rectangle 13">
            <a:extLst>
              <a:ext uri="{FF2B5EF4-FFF2-40B4-BE49-F238E27FC236}">
                <a16:creationId xmlns:a16="http://schemas.microsoft.com/office/drawing/2014/main" id="{C7691675-C965-9DE3-6103-45887FF27B65}"/>
              </a:ext>
            </a:extLst>
          </p:cNvPr>
          <p:cNvSpPr/>
          <p:nvPr/>
        </p:nvSpPr>
        <p:spPr>
          <a:xfrm>
            <a:off x="3392565" y="1129650"/>
            <a:ext cx="2410471" cy="361958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1" name="Rectangle 30">
            <a:extLst>
              <a:ext uri="{FF2B5EF4-FFF2-40B4-BE49-F238E27FC236}">
                <a16:creationId xmlns:a16="http://schemas.microsoft.com/office/drawing/2014/main" id="{B874A94A-5A45-ED28-2A16-E884F5CF9B02}"/>
              </a:ext>
            </a:extLst>
          </p:cNvPr>
          <p:cNvSpPr/>
          <p:nvPr/>
        </p:nvSpPr>
        <p:spPr>
          <a:xfrm>
            <a:off x="353956" y="1038886"/>
            <a:ext cx="2414105" cy="1796908"/>
          </a:xfrm>
          <a:prstGeom prst="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2" name="Rectangle 31">
            <a:extLst>
              <a:ext uri="{FF2B5EF4-FFF2-40B4-BE49-F238E27FC236}">
                <a16:creationId xmlns:a16="http://schemas.microsoft.com/office/drawing/2014/main" id="{513B8944-C222-8667-0867-67D23C14A1F4}"/>
              </a:ext>
            </a:extLst>
          </p:cNvPr>
          <p:cNvSpPr/>
          <p:nvPr/>
        </p:nvSpPr>
        <p:spPr>
          <a:xfrm>
            <a:off x="214507" y="3118731"/>
            <a:ext cx="2481203" cy="180159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3" name="Rectangle 32">
            <a:extLst>
              <a:ext uri="{FF2B5EF4-FFF2-40B4-BE49-F238E27FC236}">
                <a16:creationId xmlns:a16="http://schemas.microsoft.com/office/drawing/2014/main" id="{01CB78BA-F60D-697C-60EA-44DF52106DE2}"/>
              </a:ext>
            </a:extLst>
          </p:cNvPr>
          <p:cNvSpPr/>
          <p:nvPr/>
        </p:nvSpPr>
        <p:spPr>
          <a:xfrm>
            <a:off x="347754" y="3052565"/>
            <a:ext cx="2414106" cy="1796909"/>
          </a:xfrm>
          <a:prstGeom prst="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5" name="object 26">
            <a:extLst>
              <a:ext uri="{FF2B5EF4-FFF2-40B4-BE49-F238E27FC236}">
                <a16:creationId xmlns:a16="http://schemas.microsoft.com/office/drawing/2014/main" id="{786E459D-78A8-C036-FD7C-C7661860FA80}"/>
              </a:ext>
            </a:extLst>
          </p:cNvPr>
          <p:cNvSpPr/>
          <p:nvPr/>
        </p:nvSpPr>
        <p:spPr>
          <a:xfrm>
            <a:off x="325861" y="1062178"/>
            <a:ext cx="2414105" cy="1796908"/>
          </a:xfrm>
          <a:custGeom>
            <a:avLst/>
            <a:gdLst/>
            <a:ahLst/>
            <a:cxnLst/>
            <a:rect l="l" t="t" r="r" b="b"/>
            <a:pathLst>
              <a:path w="1630679" h="1630679">
                <a:moveTo>
                  <a:pt x="1630679" y="0"/>
                </a:moveTo>
                <a:lnTo>
                  <a:pt x="0" y="0"/>
                </a:lnTo>
                <a:lnTo>
                  <a:pt x="0" y="1630679"/>
                </a:lnTo>
                <a:lnTo>
                  <a:pt x="1630679" y="1630679"/>
                </a:lnTo>
                <a:lnTo>
                  <a:pt x="1630679" y="0"/>
                </a:lnTo>
                <a:close/>
              </a:path>
            </a:pathLst>
          </a:custGeom>
          <a:solidFill>
            <a:schemeClr val="tx1">
              <a:lumMod val="85000"/>
              <a:lumOff val="15000"/>
            </a:schemeClr>
          </a:solidFill>
          <a:ln w="25400">
            <a:solidFill>
              <a:schemeClr val="tx1"/>
            </a:solidFill>
          </a:ln>
        </p:spPr>
        <p:txBody>
          <a:bodyPr wrap="square" lIns="0" tIns="0" rIns="0" bIns="0" rtlCol="0"/>
          <a:lstStyle/>
          <a:p>
            <a:endParaRPr sz="1350" dirty="0"/>
          </a:p>
        </p:txBody>
      </p:sp>
      <p:sp>
        <p:nvSpPr>
          <p:cNvPr id="37" name="object 36">
            <a:extLst>
              <a:ext uri="{FF2B5EF4-FFF2-40B4-BE49-F238E27FC236}">
                <a16:creationId xmlns:a16="http://schemas.microsoft.com/office/drawing/2014/main" id="{E4B6E027-F161-BE3A-0F5C-DC5087D4F519}"/>
              </a:ext>
            </a:extLst>
          </p:cNvPr>
          <p:cNvSpPr txBox="1"/>
          <p:nvPr/>
        </p:nvSpPr>
        <p:spPr>
          <a:xfrm>
            <a:off x="337771" y="1022189"/>
            <a:ext cx="2372831" cy="1801592"/>
          </a:xfrm>
          <a:prstGeom prst="rect">
            <a:avLst/>
          </a:prstGeom>
        </p:spPr>
        <p:txBody>
          <a:bodyPr vert="horz" wrap="square" lIns="0" tIns="107633" rIns="0" bIns="0" rtlCol="0">
            <a:noAutofit/>
          </a:bodyPr>
          <a:lstStyle/>
          <a:p>
            <a:pPr marL="109538">
              <a:spcBef>
                <a:spcPts val="848"/>
              </a:spcBef>
            </a:pPr>
            <a:r>
              <a:rPr lang="en-US" b="1" dirty="0">
                <a:solidFill>
                  <a:schemeClr val="bg1"/>
                </a:solidFill>
                <a:latin typeface="Helvetica 75 Bold" panose="020B0804020202020204" pitchFamily="34" charset="0"/>
                <a:cs typeface="Arial"/>
              </a:rPr>
              <a:t>50</a:t>
            </a:r>
            <a:r>
              <a:rPr lang="en-US" sz="1200" b="1" dirty="0">
                <a:solidFill>
                  <a:schemeClr val="bg1"/>
                </a:solidFill>
                <a:latin typeface="Helvetica 75 Bold" panose="020B0804020202020204" pitchFamily="34" charset="0"/>
                <a:cs typeface="Arial"/>
              </a:rPr>
              <a:t>   Security Consultants</a:t>
            </a:r>
          </a:p>
          <a:p>
            <a:pPr marL="280988" indent="-171450">
              <a:spcBef>
                <a:spcPts val="848"/>
              </a:spcBef>
              <a:buFont typeface="Wingdings" panose="05000000000000000000" pitchFamily="2" charset="2"/>
              <a:buChar char="§"/>
            </a:pPr>
            <a:r>
              <a:rPr lang="en-US" sz="1100" dirty="0">
                <a:solidFill>
                  <a:schemeClr val="bg1"/>
                </a:solidFill>
                <a:latin typeface="Helvetica 55 Roman" panose="020B0604020202020204" pitchFamily="34" charset="0"/>
                <a:cs typeface="Arial"/>
              </a:rPr>
              <a:t>AI-optimized managed detection and response for IT and OT
Vulnerability, Threat and Exposure Management
Infrastructure Transformation
Data Loss Prevention</a:t>
            </a:r>
          </a:p>
        </p:txBody>
      </p:sp>
      <p:sp>
        <p:nvSpPr>
          <p:cNvPr id="38" name="TextBox 37">
            <a:extLst>
              <a:ext uri="{FF2B5EF4-FFF2-40B4-BE49-F238E27FC236}">
                <a16:creationId xmlns:a16="http://schemas.microsoft.com/office/drawing/2014/main" id="{C846627D-8D7A-0163-AC00-81F6DB5EE4B0}"/>
              </a:ext>
            </a:extLst>
          </p:cNvPr>
          <p:cNvSpPr txBox="1"/>
          <p:nvPr/>
        </p:nvSpPr>
        <p:spPr>
          <a:xfrm>
            <a:off x="319001" y="3087418"/>
            <a:ext cx="2410471" cy="1806754"/>
          </a:xfrm>
          <a:prstGeom prst="rect">
            <a:avLst/>
          </a:prstGeom>
          <a:solidFill>
            <a:schemeClr val="tx1"/>
          </a:solidFill>
          <a:ln w="38100">
            <a:solidFill>
              <a:schemeClr val="tx1"/>
            </a:solidFill>
          </a:ln>
        </p:spPr>
        <p:txBody>
          <a:bodyPr wrap="square" lIns="0" tIns="0" rIns="0" bIns="0" rtlCol="0">
            <a:noAutofit/>
          </a:bodyPr>
          <a:lstStyle/>
          <a:p>
            <a:r>
              <a:rPr lang="de-DE" sz="1100" b="1" dirty="0">
                <a:solidFill>
                  <a:schemeClr val="bg1"/>
                </a:solidFill>
                <a:latin typeface="Helvetica 75 Bold" panose="020B0804020202020204" pitchFamily="34" charset="0"/>
              </a:rPr>
              <a:t> </a:t>
            </a:r>
            <a:r>
              <a:rPr lang="de-DE" sz="1400" b="1" dirty="0">
                <a:solidFill>
                  <a:schemeClr val="bg1"/>
                </a:solidFill>
                <a:latin typeface="Helvetica 75 Bold" panose="020B0804020202020204" pitchFamily="34" charset="0"/>
              </a:rPr>
              <a:t> </a:t>
            </a:r>
            <a:r>
              <a:rPr lang="de-DE" b="1" dirty="0">
                <a:solidFill>
                  <a:schemeClr val="bg1"/>
                </a:solidFill>
                <a:latin typeface="Helvetica 75 Bold" panose="020B0804020202020204" pitchFamily="34" charset="0"/>
              </a:rPr>
              <a:t>80</a:t>
            </a:r>
            <a:r>
              <a:rPr lang="de-DE" dirty="0">
                <a:solidFill>
                  <a:schemeClr val="bg1"/>
                </a:solidFill>
                <a:latin typeface="Helvetica 75 Bold" panose="020B0804020202020204" pitchFamily="34" charset="0"/>
              </a:rPr>
              <a:t>  </a:t>
            </a:r>
            <a:r>
              <a:rPr lang="de-DE" sz="1200" b="1" dirty="0">
                <a:solidFill>
                  <a:schemeClr val="bg1"/>
                </a:solidFill>
                <a:latin typeface="+mj-lt"/>
              </a:rPr>
              <a:t>regional MSS </a:t>
            </a:r>
            <a:r>
              <a:rPr lang="de-DE" sz="1200" b="1" dirty="0" err="1">
                <a:solidFill>
                  <a:schemeClr val="bg1"/>
                </a:solidFill>
                <a:latin typeface="+mj-lt"/>
              </a:rPr>
              <a:t>experts</a:t>
            </a:r>
            <a:endParaRPr lang="de-DE" sz="1100" b="1" dirty="0">
              <a:solidFill>
                <a:schemeClr val="bg1"/>
              </a:solidFill>
              <a:latin typeface="+mj-lt"/>
            </a:endParaRPr>
          </a:p>
          <a:p>
            <a:r>
              <a:rPr lang="de-DE" sz="1100" dirty="0">
                <a:solidFill>
                  <a:schemeClr val="bg1"/>
                </a:solidFill>
                <a:latin typeface="Helvetica 55 Roman" panose="020B0604020202020204" pitchFamily="34" charset="0"/>
              </a:rPr>
              <a:t>  in German-</a:t>
            </a:r>
            <a:r>
              <a:rPr lang="de-DE" sz="1100" dirty="0" err="1">
                <a:solidFill>
                  <a:schemeClr val="bg1"/>
                </a:solidFill>
                <a:latin typeface="Helvetica 55 Roman" panose="020B0604020202020204" pitchFamily="34" charset="0"/>
              </a:rPr>
              <a:t>speaking</a:t>
            </a:r>
            <a:r>
              <a:rPr lang="de-DE" sz="1100" dirty="0">
                <a:solidFill>
                  <a:schemeClr val="bg1"/>
                </a:solidFill>
                <a:latin typeface="Helvetica 55 Roman" panose="020B0604020202020204" pitchFamily="34" charset="0"/>
              </a:rPr>
              <a:t> </a:t>
            </a:r>
            <a:r>
              <a:rPr lang="de-DE" sz="1100" dirty="0">
                <a:solidFill>
                  <a:schemeClr val="bg1"/>
                </a:solidFill>
                <a:latin typeface="Helvetica 75 Bold" panose="020B0804020202020204" pitchFamily="34" charset="0"/>
              </a:rPr>
              <a:t>24x7 </a:t>
            </a:r>
            <a:r>
              <a:rPr lang="de-DE" sz="1100" dirty="0">
                <a:solidFill>
                  <a:schemeClr val="bg1"/>
                </a:solidFill>
                <a:latin typeface="Helvetica 55 Roman" panose="020B0604020202020204" pitchFamily="34" charset="0"/>
              </a:rPr>
              <a:t>SOC</a:t>
            </a:r>
          </a:p>
        </p:txBody>
      </p:sp>
      <p:sp>
        <p:nvSpPr>
          <p:cNvPr id="39" name="Rectangle 38">
            <a:extLst>
              <a:ext uri="{FF2B5EF4-FFF2-40B4-BE49-F238E27FC236}">
                <a16:creationId xmlns:a16="http://schemas.microsoft.com/office/drawing/2014/main" id="{EECD09F9-9C0B-F7E4-76A0-B817A3350FCB}"/>
              </a:ext>
            </a:extLst>
          </p:cNvPr>
          <p:cNvSpPr/>
          <p:nvPr/>
        </p:nvSpPr>
        <p:spPr>
          <a:xfrm>
            <a:off x="6373222" y="1101965"/>
            <a:ext cx="2416822" cy="790992"/>
          </a:xfrm>
          <a:prstGeom prst="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40" name="Rectangle 39">
            <a:extLst>
              <a:ext uri="{FF2B5EF4-FFF2-40B4-BE49-F238E27FC236}">
                <a16:creationId xmlns:a16="http://schemas.microsoft.com/office/drawing/2014/main" id="{892E8F10-7D04-051F-C10A-30F0DE743754}"/>
              </a:ext>
            </a:extLst>
          </p:cNvPr>
          <p:cNvSpPr/>
          <p:nvPr/>
        </p:nvSpPr>
        <p:spPr>
          <a:xfrm>
            <a:off x="6373222" y="2079633"/>
            <a:ext cx="2410472" cy="2745474"/>
          </a:xfrm>
          <a:prstGeom prst="rect">
            <a:avLst/>
          </a:prstGeom>
          <a:solidFill>
            <a:schemeClr val="tx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41" name="Rectangle 40">
            <a:extLst>
              <a:ext uri="{FF2B5EF4-FFF2-40B4-BE49-F238E27FC236}">
                <a16:creationId xmlns:a16="http://schemas.microsoft.com/office/drawing/2014/main" id="{00351362-8311-DC67-6C8E-8413F6CB7F5A}"/>
              </a:ext>
            </a:extLst>
          </p:cNvPr>
          <p:cNvSpPr/>
          <p:nvPr/>
        </p:nvSpPr>
        <p:spPr>
          <a:xfrm>
            <a:off x="6347075" y="1128759"/>
            <a:ext cx="2414106" cy="790992"/>
          </a:xfrm>
          <a:prstGeom prst="rect">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42" name="Rectangle 41">
            <a:extLst>
              <a:ext uri="{FF2B5EF4-FFF2-40B4-BE49-F238E27FC236}">
                <a16:creationId xmlns:a16="http://schemas.microsoft.com/office/drawing/2014/main" id="{3316FD5E-ED09-6137-2BC0-42D9C41598CE}"/>
              </a:ext>
            </a:extLst>
          </p:cNvPr>
          <p:cNvSpPr/>
          <p:nvPr/>
        </p:nvSpPr>
        <p:spPr>
          <a:xfrm>
            <a:off x="6337126" y="2104000"/>
            <a:ext cx="2414106" cy="274547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43" name="TextBox 42">
            <a:extLst>
              <a:ext uri="{FF2B5EF4-FFF2-40B4-BE49-F238E27FC236}">
                <a16:creationId xmlns:a16="http://schemas.microsoft.com/office/drawing/2014/main" id="{DC293CCA-3AD1-0915-BD91-CBE32E90A554}"/>
              </a:ext>
            </a:extLst>
          </p:cNvPr>
          <p:cNvSpPr txBox="1"/>
          <p:nvPr/>
        </p:nvSpPr>
        <p:spPr>
          <a:xfrm>
            <a:off x="6392656" y="4357179"/>
            <a:ext cx="2368600" cy="480131"/>
          </a:xfrm>
          <a:prstGeom prst="rect">
            <a:avLst/>
          </a:prstGeom>
          <a:noFill/>
        </p:spPr>
        <p:txBody>
          <a:bodyPr wrap="square">
            <a:spAutoFit/>
          </a:bodyPr>
          <a:lstStyle/>
          <a:p>
            <a:pPr marL="0" marR="0" lvl="1" indent="0" defTabSz="1219170" rtl="0" eaLnBrk="1" fontAlgn="auto" latinLnBrk="0" hangingPunct="1">
              <a:lnSpc>
                <a:spcPct val="90000"/>
              </a:lnSpc>
              <a:spcBef>
                <a:spcPts val="1067"/>
              </a:spcBef>
              <a:spcAft>
                <a:spcPts val="0"/>
              </a:spcAft>
              <a:buClrTx/>
              <a:buSzTx/>
              <a:buFont typeface="Arial" panose="020B0604020202020204" pitchFamily="34" charset="0"/>
              <a:buNone/>
              <a:tabLst/>
              <a:defRPr/>
            </a:pPr>
            <a:r>
              <a:rPr kumimoji="0" lang="en-US" sz="1400" b="0" i="0" u="none" strike="noStrike" kern="1200" cap="none" spc="-27" normalizeH="0" baseline="0" noProof="0" dirty="0">
                <a:ln>
                  <a:noFill/>
                </a:ln>
                <a:solidFill>
                  <a:schemeClr val="bg1"/>
                </a:solidFill>
                <a:effectLst/>
                <a:uLnTx/>
                <a:uFillTx/>
                <a:latin typeface="Helvetica 75 Bold" panose="020B0804020202020204" pitchFamily="34" charset="0"/>
                <a:ea typeface="+mn-ea"/>
                <a:cs typeface="+mn-cs"/>
              </a:rPr>
              <a:t>Cyber Crisis Management &amp; Analysts Training</a:t>
            </a:r>
          </a:p>
        </p:txBody>
      </p:sp>
      <p:pic>
        <p:nvPicPr>
          <p:cNvPr id="45" name="Picture 4" descr="TISAX ® Beratung &amp; Audit | Erfolgreich zum Label">
            <a:extLst>
              <a:ext uri="{FF2B5EF4-FFF2-40B4-BE49-F238E27FC236}">
                <a16:creationId xmlns:a16="http://schemas.microsoft.com/office/drawing/2014/main" id="{29096D59-D3E5-A45A-C946-E3E7DCF49DA5}"/>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1349" y="1367605"/>
            <a:ext cx="785192" cy="279018"/>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a:extLst>
              <a:ext uri="{FF2B5EF4-FFF2-40B4-BE49-F238E27FC236}">
                <a16:creationId xmlns:a16="http://schemas.microsoft.com/office/drawing/2014/main" id="{A27E1CDF-BAA5-30DD-CE5B-E7B4DFFD6D93}"/>
              </a:ext>
            </a:extLst>
          </p:cNvPr>
          <p:cNvPicPr>
            <a:picLocks noChangeAspect="1"/>
          </p:cNvPicPr>
          <p:nvPr/>
        </p:nvPicPr>
        <p:blipFill>
          <a:blip r:embed="rId4">
            <a:clrChange>
              <a:clrFrom>
                <a:srgbClr val="5FC9E1"/>
              </a:clrFrom>
              <a:clrTo>
                <a:srgbClr val="5FC9E1">
                  <a:alpha val="0"/>
                </a:srgbClr>
              </a:clrTo>
            </a:clrChange>
          </a:blip>
          <a:stretch>
            <a:fillRect/>
          </a:stretch>
        </p:blipFill>
        <p:spPr>
          <a:xfrm>
            <a:off x="7340034" y="1263672"/>
            <a:ext cx="603191" cy="562889"/>
          </a:xfrm>
          <a:prstGeom prst="rect">
            <a:avLst/>
          </a:prstGeom>
        </p:spPr>
      </p:pic>
      <p:pic>
        <p:nvPicPr>
          <p:cNvPr id="47" name="Picture 10" descr="DORA steht vor der Tür | CSO Online">
            <a:extLst>
              <a:ext uri="{FF2B5EF4-FFF2-40B4-BE49-F238E27FC236}">
                <a16:creationId xmlns:a16="http://schemas.microsoft.com/office/drawing/2014/main" id="{F39F0FFA-45F8-426F-B397-B05E69B0AFA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44308" y="1306108"/>
            <a:ext cx="857439" cy="480166"/>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a:extLst>
              <a:ext uri="{FF2B5EF4-FFF2-40B4-BE49-F238E27FC236}">
                <a16:creationId xmlns:a16="http://schemas.microsoft.com/office/drawing/2014/main" id="{47ABFCF8-1549-B11D-DC69-5BAB691FA632}"/>
              </a:ext>
            </a:extLst>
          </p:cNvPr>
          <p:cNvPicPr>
            <a:picLocks noChangeAspect="1"/>
          </p:cNvPicPr>
          <p:nvPr/>
        </p:nvPicPr>
        <p:blipFill>
          <a:blip r:embed="rId6"/>
          <a:stretch>
            <a:fillRect/>
          </a:stretch>
        </p:blipFill>
        <p:spPr>
          <a:xfrm>
            <a:off x="6444307" y="2981643"/>
            <a:ext cx="2284405" cy="1220538"/>
          </a:xfrm>
          <a:prstGeom prst="rect">
            <a:avLst/>
          </a:prstGeom>
        </p:spPr>
      </p:pic>
      <p:sp>
        <p:nvSpPr>
          <p:cNvPr id="49" name="TextBox 48">
            <a:extLst>
              <a:ext uri="{FF2B5EF4-FFF2-40B4-BE49-F238E27FC236}">
                <a16:creationId xmlns:a16="http://schemas.microsoft.com/office/drawing/2014/main" id="{FB6FAD5B-DCA9-EF16-3F7A-A427939E3D3C}"/>
              </a:ext>
            </a:extLst>
          </p:cNvPr>
          <p:cNvSpPr txBox="1"/>
          <p:nvPr/>
        </p:nvSpPr>
        <p:spPr>
          <a:xfrm>
            <a:off x="6927795" y="3914198"/>
            <a:ext cx="1463542" cy="215444"/>
          </a:xfrm>
          <a:prstGeom prst="rect">
            <a:avLst/>
          </a:prstGeom>
        </p:spPr>
        <p:txBody>
          <a:bodyPr wrap="none" lIns="0" tIns="0" rIns="0" bIns="0" rtlCol="0">
            <a:spAutoFit/>
          </a:bodyPr>
          <a:lstStyle/>
          <a:p>
            <a:r>
              <a:rPr lang="de-DE" sz="1400" dirty="0">
                <a:solidFill>
                  <a:srgbClr val="FFC000"/>
                </a:solidFill>
              </a:rPr>
              <a:t>NEU in Augsburg</a:t>
            </a:r>
          </a:p>
        </p:txBody>
      </p:sp>
      <p:pic>
        <p:nvPicPr>
          <p:cNvPr id="4" name="Picture 3">
            <a:extLst>
              <a:ext uri="{FF2B5EF4-FFF2-40B4-BE49-F238E27FC236}">
                <a16:creationId xmlns:a16="http://schemas.microsoft.com/office/drawing/2014/main" id="{164F37B9-D939-5F38-E039-53D942749DBD}"/>
              </a:ext>
            </a:extLst>
          </p:cNvPr>
          <p:cNvPicPr>
            <a:picLocks noChangeAspect="1"/>
          </p:cNvPicPr>
          <p:nvPr/>
        </p:nvPicPr>
        <p:blipFill>
          <a:blip r:embed="rId7"/>
          <a:stretch>
            <a:fillRect/>
          </a:stretch>
        </p:blipFill>
        <p:spPr>
          <a:xfrm>
            <a:off x="347182" y="3555408"/>
            <a:ext cx="2373644" cy="1310136"/>
          </a:xfrm>
          <a:prstGeom prst="rect">
            <a:avLst/>
          </a:prstGeom>
        </p:spPr>
      </p:pic>
      <p:pic>
        <p:nvPicPr>
          <p:cNvPr id="2" name="Picture 1" descr="A black background with white text&#10;&#10;AI-generated content may be incorrect.">
            <a:extLst>
              <a:ext uri="{FF2B5EF4-FFF2-40B4-BE49-F238E27FC236}">
                <a16:creationId xmlns:a16="http://schemas.microsoft.com/office/drawing/2014/main" id="{E8184545-72E0-BB84-930B-3BD9239049B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537999" y="2191121"/>
            <a:ext cx="1943683" cy="660517"/>
          </a:xfrm>
          <a:prstGeom prst="rect">
            <a:avLst/>
          </a:prstGeom>
        </p:spPr>
      </p:pic>
      <p:pic>
        <p:nvPicPr>
          <p:cNvPr id="6" name="Picture 5">
            <a:extLst>
              <a:ext uri="{FF2B5EF4-FFF2-40B4-BE49-F238E27FC236}">
                <a16:creationId xmlns:a16="http://schemas.microsoft.com/office/drawing/2014/main" id="{0AFA9D7B-554C-E861-29C6-62F19DB9BC2A}"/>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2905986" y="1122860"/>
            <a:ext cx="3332028" cy="3809249"/>
          </a:xfrm>
          <a:prstGeom prst="rect">
            <a:avLst/>
          </a:prstGeom>
        </p:spPr>
      </p:pic>
    </p:spTree>
    <p:extLst>
      <p:ext uri="{BB962C8B-B14F-4D97-AF65-F5344CB8AC3E}">
        <p14:creationId xmlns:p14="http://schemas.microsoft.com/office/powerpoint/2010/main" val="2083571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Image 2">
            <a:extLst>
              <a:ext uri="{FF2B5EF4-FFF2-40B4-BE49-F238E27FC236}">
                <a16:creationId xmlns:a16="http://schemas.microsoft.com/office/drawing/2014/main" id="{4C662B44-07FF-9645-A9AF-CC4284C71B05}"/>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rcRect l="48114"/>
          <a:stretch/>
        </p:blipFill>
        <p:spPr>
          <a:xfrm>
            <a:off x="4424297" y="0"/>
            <a:ext cx="4695535" cy="5143500"/>
          </a:xfrm>
          <a:prstGeom prst="rect">
            <a:avLst/>
          </a:prstGeom>
        </p:spPr>
      </p:pic>
      <p:sp>
        <p:nvSpPr>
          <p:cNvPr id="24" name="Rectangle 23">
            <a:extLst>
              <a:ext uri="{FF2B5EF4-FFF2-40B4-BE49-F238E27FC236}">
                <a16:creationId xmlns:a16="http://schemas.microsoft.com/office/drawing/2014/main" id="{B8F3FCF9-0A54-6646-BC1D-F5C5CA7884BA}"/>
              </a:ext>
            </a:extLst>
          </p:cNvPr>
          <p:cNvSpPr/>
          <p:nvPr/>
        </p:nvSpPr>
        <p:spPr>
          <a:xfrm>
            <a:off x="108881" y="2787707"/>
            <a:ext cx="8879331" cy="1723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5" name="Rectangle 24">
            <a:extLst>
              <a:ext uri="{FF2B5EF4-FFF2-40B4-BE49-F238E27FC236}">
                <a16:creationId xmlns:a16="http://schemas.microsoft.com/office/drawing/2014/main" id="{8825FFE1-25A9-5D47-BCF3-99AC77412E22}"/>
              </a:ext>
            </a:extLst>
          </p:cNvPr>
          <p:cNvSpPr/>
          <p:nvPr/>
        </p:nvSpPr>
        <p:spPr>
          <a:xfrm>
            <a:off x="131974" y="268205"/>
            <a:ext cx="4799956" cy="8638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50F9494B-1C20-6045-AB49-B328BC7E8BCE}"/>
              </a:ext>
            </a:extLst>
          </p:cNvPr>
          <p:cNvSpPr>
            <a:spLocks noGrp="1"/>
          </p:cNvSpPr>
          <p:nvPr>
            <p:ph type="title"/>
          </p:nvPr>
        </p:nvSpPr>
        <p:spPr>
          <a:xfrm>
            <a:off x="362257" y="365012"/>
            <a:ext cx="5911328" cy="653297"/>
          </a:xfrm>
          <a:solidFill>
            <a:schemeClr val="bg1"/>
          </a:solidFill>
        </p:spPr>
        <p:txBody>
          <a:bodyPr/>
          <a:lstStyle/>
          <a:p>
            <a:r>
              <a:rPr lang="en-US" sz="2799" dirty="0">
                <a:solidFill>
                  <a:schemeClr val="tx2"/>
                </a:solidFill>
                <a:latin typeface="+mj-lt"/>
              </a:rPr>
              <a:t>Why Orange </a:t>
            </a:r>
            <a:r>
              <a:rPr lang="en-US" sz="2799" dirty="0" err="1">
                <a:solidFill>
                  <a:schemeClr val="tx2"/>
                </a:solidFill>
                <a:latin typeface="+mj-lt"/>
              </a:rPr>
              <a:t>Cyberdefense</a:t>
            </a:r>
            <a:r>
              <a:rPr lang="en-US" sz="2799" dirty="0">
                <a:solidFill>
                  <a:schemeClr val="tx2"/>
                </a:solidFill>
                <a:latin typeface="+mj-lt"/>
              </a:rPr>
              <a:t>?</a:t>
            </a:r>
            <a:br>
              <a:rPr lang="en-US" dirty="0">
                <a:solidFill>
                  <a:schemeClr val="tx1"/>
                </a:solidFill>
                <a:latin typeface="+mj-lt"/>
              </a:rPr>
            </a:br>
            <a:r>
              <a:rPr lang="en-US" dirty="0">
                <a:solidFill>
                  <a:schemeClr val="tx1"/>
                </a:solidFill>
                <a:latin typeface="+mj-lt"/>
              </a:rPr>
              <a:t>Our strengths and unique capabilities</a:t>
            </a:r>
            <a:r>
              <a:rPr lang="de-DE" dirty="0">
                <a:solidFill>
                  <a:schemeClr val="tx1"/>
                </a:solidFill>
                <a:latin typeface="+mj-lt"/>
              </a:rPr>
              <a:t>.</a:t>
            </a:r>
            <a:br>
              <a:rPr lang="en-GB" dirty="0">
                <a:solidFill>
                  <a:schemeClr val="tx1"/>
                </a:solidFill>
                <a:latin typeface="Helvetica 75 Bold"/>
              </a:rPr>
            </a:br>
            <a:endParaRPr lang="en-US" dirty="0">
              <a:solidFill>
                <a:schemeClr val="tx1"/>
              </a:solidFill>
            </a:endParaRPr>
          </a:p>
        </p:txBody>
      </p:sp>
      <p:sp>
        <p:nvSpPr>
          <p:cNvPr id="4" name="Slide Number Placeholder 3">
            <a:extLst>
              <a:ext uri="{FF2B5EF4-FFF2-40B4-BE49-F238E27FC236}">
                <a16:creationId xmlns:a16="http://schemas.microsoft.com/office/drawing/2014/main" id="{2D2F9A26-1A1A-2948-BBF3-E44A3E417E59}"/>
              </a:ext>
            </a:extLst>
          </p:cNvPr>
          <p:cNvSpPr>
            <a:spLocks noGrp="1"/>
          </p:cNvSpPr>
          <p:nvPr>
            <p:ph type="sldNum" sz="quarter" idx="13"/>
          </p:nvPr>
        </p:nvSpPr>
        <p:spPr/>
        <p:txBody>
          <a:bodyPr/>
          <a:lstStyle/>
          <a:p>
            <a:pPr defTabSz="914126" fontAlgn="base">
              <a:lnSpc>
                <a:spcPct val="85000"/>
              </a:lnSpc>
              <a:spcBef>
                <a:spcPct val="0"/>
              </a:spcBef>
              <a:spcAft>
                <a:spcPts val="1200"/>
              </a:spcAft>
              <a:buClr>
                <a:srgbClr val="FFFFFF"/>
              </a:buClr>
            </a:pPr>
            <a:r>
              <a:rPr lang="en-US" dirty="0"/>
              <a:t> </a:t>
            </a:r>
          </a:p>
        </p:txBody>
      </p:sp>
      <p:sp>
        <p:nvSpPr>
          <p:cNvPr id="9" name="Rectangle 8">
            <a:extLst>
              <a:ext uri="{FF2B5EF4-FFF2-40B4-BE49-F238E27FC236}">
                <a16:creationId xmlns:a16="http://schemas.microsoft.com/office/drawing/2014/main" id="{F01AF31A-723D-6144-8855-8973B9257760}"/>
              </a:ext>
            </a:extLst>
          </p:cNvPr>
          <p:cNvSpPr/>
          <p:nvPr/>
        </p:nvSpPr>
        <p:spPr>
          <a:xfrm>
            <a:off x="361081" y="2921963"/>
            <a:ext cx="2657614" cy="523220"/>
          </a:xfrm>
          <a:prstGeom prst="rect">
            <a:avLst/>
          </a:prstGeom>
        </p:spPr>
        <p:txBody>
          <a:bodyPr wrap="square">
            <a:spAutoFit/>
          </a:bodyPr>
          <a:lstStyle/>
          <a:p>
            <a:pPr defTabSz="914126"/>
            <a:r>
              <a:rPr lang="en-US" sz="1400" dirty="0">
                <a:solidFill>
                  <a:srgbClr val="FF7900"/>
                </a:solidFill>
              </a:rPr>
              <a:t>Global presence with European roots.</a:t>
            </a:r>
            <a:endParaRPr lang="de-DE" sz="1400" dirty="0">
              <a:solidFill>
                <a:srgbClr val="FF7900"/>
              </a:solidFill>
              <a:latin typeface="Helvetica 75 Bold"/>
            </a:endParaRPr>
          </a:p>
        </p:txBody>
      </p:sp>
      <p:sp>
        <p:nvSpPr>
          <p:cNvPr id="10" name="Rectangle 9">
            <a:extLst>
              <a:ext uri="{FF2B5EF4-FFF2-40B4-BE49-F238E27FC236}">
                <a16:creationId xmlns:a16="http://schemas.microsoft.com/office/drawing/2014/main" id="{BCFFC575-C388-EE41-B260-7C87AFD6AC65}"/>
              </a:ext>
            </a:extLst>
          </p:cNvPr>
          <p:cNvSpPr/>
          <p:nvPr/>
        </p:nvSpPr>
        <p:spPr>
          <a:xfrm>
            <a:off x="355220" y="3508879"/>
            <a:ext cx="2663474" cy="738436"/>
          </a:xfrm>
          <a:prstGeom prst="rect">
            <a:avLst/>
          </a:prstGeom>
        </p:spPr>
        <p:txBody>
          <a:bodyPr wrap="square">
            <a:spAutoFit/>
          </a:bodyPr>
          <a:lstStyle/>
          <a:p>
            <a:pPr defTabSz="914126"/>
            <a:r>
              <a:rPr lang="en-US" sz="1400" dirty="0">
                <a:solidFill>
                  <a:srgbClr val="FFFFFF"/>
                </a:solidFill>
              </a:rPr>
              <a:t>You're protected and compliant no matter where you are.</a:t>
            </a:r>
            <a:endParaRPr lang="en-GB" sz="1400" dirty="0">
              <a:solidFill>
                <a:srgbClr val="FFFFFF"/>
              </a:solidFill>
              <a:latin typeface="Helvetica 75 Bold"/>
            </a:endParaRPr>
          </a:p>
        </p:txBody>
      </p:sp>
      <p:sp>
        <p:nvSpPr>
          <p:cNvPr id="13" name="Rectangle 12">
            <a:extLst>
              <a:ext uri="{FF2B5EF4-FFF2-40B4-BE49-F238E27FC236}">
                <a16:creationId xmlns:a16="http://schemas.microsoft.com/office/drawing/2014/main" id="{006BD8B4-6A97-F246-A77D-110F0BD7BDC8}"/>
              </a:ext>
            </a:extLst>
          </p:cNvPr>
          <p:cNvSpPr/>
          <p:nvPr/>
        </p:nvSpPr>
        <p:spPr>
          <a:xfrm>
            <a:off x="3082643" y="2920649"/>
            <a:ext cx="2784823" cy="523059"/>
          </a:xfrm>
          <a:prstGeom prst="rect">
            <a:avLst/>
          </a:prstGeom>
        </p:spPr>
        <p:txBody>
          <a:bodyPr wrap="square">
            <a:spAutoFit/>
          </a:bodyPr>
          <a:lstStyle/>
          <a:p>
            <a:pPr defTabSz="914126"/>
            <a:r>
              <a:rPr lang="en-US" sz="1400" dirty="0">
                <a:solidFill>
                  <a:srgbClr val="FF7900"/>
                </a:solidFill>
              </a:rPr>
              <a:t>Threat Research &amp; Intelligence is part of our DNA.</a:t>
            </a:r>
            <a:endParaRPr lang="en-US" sz="1400" dirty="0">
              <a:solidFill>
                <a:srgbClr val="FF7900"/>
              </a:solidFill>
              <a:latin typeface="Helvetica 75 Bold"/>
            </a:endParaRPr>
          </a:p>
        </p:txBody>
      </p:sp>
      <p:sp>
        <p:nvSpPr>
          <p:cNvPr id="14" name="Rectangle 13">
            <a:extLst>
              <a:ext uri="{FF2B5EF4-FFF2-40B4-BE49-F238E27FC236}">
                <a16:creationId xmlns:a16="http://schemas.microsoft.com/office/drawing/2014/main" id="{A07F5E28-31A2-5447-97CC-838265F39205}"/>
              </a:ext>
            </a:extLst>
          </p:cNvPr>
          <p:cNvSpPr/>
          <p:nvPr/>
        </p:nvSpPr>
        <p:spPr>
          <a:xfrm>
            <a:off x="3076784" y="3507565"/>
            <a:ext cx="2659579" cy="738664"/>
          </a:xfrm>
          <a:prstGeom prst="rect">
            <a:avLst/>
          </a:prstGeom>
        </p:spPr>
        <p:txBody>
          <a:bodyPr wrap="square">
            <a:spAutoFit/>
          </a:bodyPr>
          <a:lstStyle/>
          <a:p>
            <a:pPr defTabSz="914126"/>
            <a:r>
              <a:rPr lang="en-US" sz="1400" dirty="0">
                <a:solidFill>
                  <a:srgbClr val="FFFFFF"/>
                </a:solidFill>
              </a:rPr>
              <a:t>You can concentrate on what matters and achieve better results.</a:t>
            </a:r>
            <a:endParaRPr lang="en-GB" sz="1400" dirty="0">
              <a:solidFill>
                <a:srgbClr val="FFFFFF"/>
              </a:solidFill>
              <a:latin typeface="Helvetica 75 Bold"/>
            </a:endParaRPr>
          </a:p>
        </p:txBody>
      </p:sp>
      <p:sp>
        <p:nvSpPr>
          <p:cNvPr id="15" name="Rectangle 14">
            <a:extLst>
              <a:ext uri="{FF2B5EF4-FFF2-40B4-BE49-F238E27FC236}">
                <a16:creationId xmlns:a16="http://schemas.microsoft.com/office/drawing/2014/main" id="{13A19824-9B72-AB44-BF32-6104892343AE}"/>
              </a:ext>
            </a:extLst>
          </p:cNvPr>
          <p:cNvSpPr/>
          <p:nvPr/>
        </p:nvSpPr>
        <p:spPr>
          <a:xfrm>
            <a:off x="6186069" y="2920649"/>
            <a:ext cx="2957931" cy="523220"/>
          </a:xfrm>
          <a:prstGeom prst="rect">
            <a:avLst/>
          </a:prstGeom>
        </p:spPr>
        <p:txBody>
          <a:bodyPr wrap="square">
            <a:spAutoFit/>
          </a:bodyPr>
          <a:lstStyle/>
          <a:p>
            <a:pPr defTabSz="914126"/>
            <a:r>
              <a:rPr lang="en-US" sz="1400" b="1" dirty="0">
                <a:solidFill>
                  <a:srgbClr val="FF7900"/>
                </a:solidFill>
              </a:rPr>
              <a:t>3,000+ cybersecurity experts work together.</a:t>
            </a:r>
            <a:endParaRPr lang="en-US" sz="1400" b="1" dirty="0">
              <a:solidFill>
                <a:srgbClr val="FF7900"/>
              </a:solidFill>
              <a:latin typeface="Helvetica 75 Bold"/>
            </a:endParaRPr>
          </a:p>
        </p:txBody>
      </p:sp>
      <p:sp>
        <p:nvSpPr>
          <p:cNvPr id="16" name="Rectangle 15">
            <a:extLst>
              <a:ext uri="{FF2B5EF4-FFF2-40B4-BE49-F238E27FC236}">
                <a16:creationId xmlns:a16="http://schemas.microsoft.com/office/drawing/2014/main" id="{4C956162-2DA9-454C-8928-82C67C4F730A}"/>
              </a:ext>
            </a:extLst>
          </p:cNvPr>
          <p:cNvSpPr/>
          <p:nvPr/>
        </p:nvSpPr>
        <p:spPr>
          <a:xfrm>
            <a:off x="6180209" y="3507565"/>
            <a:ext cx="2659579" cy="738664"/>
          </a:xfrm>
          <a:prstGeom prst="rect">
            <a:avLst/>
          </a:prstGeom>
        </p:spPr>
        <p:txBody>
          <a:bodyPr wrap="square">
            <a:spAutoFit/>
          </a:bodyPr>
          <a:lstStyle/>
          <a:p>
            <a:pPr defTabSz="914126"/>
            <a:r>
              <a:rPr lang="en-US" sz="1400" dirty="0">
                <a:solidFill>
                  <a:srgbClr val="FFFFFF"/>
                </a:solidFill>
              </a:rPr>
              <a:t>You can focus on your business and create a trusted digital space.</a:t>
            </a:r>
            <a:endParaRPr lang="en-GB" sz="1400" dirty="0">
              <a:solidFill>
                <a:srgbClr val="FFFFFF"/>
              </a:solidFill>
              <a:latin typeface="Helvetica 75 Bold"/>
            </a:endParaRPr>
          </a:p>
        </p:txBody>
      </p:sp>
    </p:spTree>
    <p:extLst>
      <p:ext uri="{BB962C8B-B14F-4D97-AF65-F5344CB8AC3E}">
        <p14:creationId xmlns:p14="http://schemas.microsoft.com/office/powerpoint/2010/main" val="88413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6CB76F-8AF3-CA9C-7AE0-A8CEEF5404E7}"/>
              </a:ext>
            </a:extLst>
          </p:cNvPr>
          <p:cNvPicPr>
            <a:picLocks noChangeAspect="1"/>
          </p:cNvPicPr>
          <p:nvPr/>
        </p:nvPicPr>
        <p:blipFill>
          <a:blip r:embed="rId3">
            <a:extLst>
              <a:ext uri="{28A0092B-C50C-407E-A947-70E740481C1C}">
                <a14:useLocalDpi xmlns:a14="http://schemas.microsoft.com/office/drawing/2010/main" val="0"/>
              </a:ext>
            </a:extLst>
          </a:blip>
          <a:stretch/>
        </p:blipFill>
        <p:spPr>
          <a:xfrm>
            <a:off x="998526" y="926523"/>
            <a:ext cx="7146948" cy="3948689"/>
          </a:xfrm>
          <a:prstGeom prst="rect">
            <a:avLst/>
          </a:prstGeom>
          <a:noFill/>
        </p:spPr>
      </p:pic>
      <p:sp>
        <p:nvSpPr>
          <p:cNvPr id="2" name="Title 1">
            <a:extLst>
              <a:ext uri="{FF2B5EF4-FFF2-40B4-BE49-F238E27FC236}">
                <a16:creationId xmlns:a16="http://schemas.microsoft.com/office/drawing/2014/main" id="{CFAECBEB-5ABB-A146-B3F0-0259A51AEE32}"/>
              </a:ext>
            </a:extLst>
          </p:cNvPr>
          <p:cNvSpPr>
            <a:spLocks noGrp="1"/>
          </p:cNvSpPr>
          <p:nvPr>
            <p:ph type="title"/>
          </p:nvPr>
        </p:nvSpPr>
        <p:spPr>
          <a:xfrm>
            <a:off x="313200" y="268288"/>
            <a:ext cx="8516475" cy="741362"/>
          </a:xfrm>
        </p:spPr>
        <p:txBody>
          <a:bodyPr anchor="t">
            <a:normAutofit/>
          </a:bodyPr>
          <a:lstStyle/>
          <a:p>
            <a:r>
              <a:rPr lang="en-US" sz="3200" dirty="0"/>
              <a:t>We speak your language.</a:t>
            </a:r>
          </a:p>
        </p:txBody>
      </p:sp>
    </p:spTree>
    <p:extLst>
      <p:ext uri="{BB962C8B-B14F-4D97-AF65-F5344CB8AC3E}">
        <p14:creationId xmlns:p14="http://schemas.microsoft.com/office/powerpoint/2010/main" val="495743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BD86944-431C-46A1-8CCF-DC7B77B7B748}"/>
              </a:ext>
            </a:extLst>
          </p:cNvPr>
          <p:cNvSpPr/>
          <p:nvPr/>
        </p:nvSpPr>
        <p:spPr>
          <a:xfrm>
            <a:off x="2616672" y="1152131"/>
            <a:ext cx="6161568" cy="2585323"/>
          </a:xfrm>
          <a:prstGeom prst="rect">
            <a:avLst/>
          </a:prstGeom>
        </p:spPr>
        <p:txBody>
          <a:bodyPr wrap="square">
            <a:spAutoFit/>
          </a:bodyPr>
          <a:lstStyle/>
          <a:p>
            <a:pPr marL="285750" indent="-285750">
              <a:buClr>
                <a:schemeClr val="accent1"/>
              </a:buClr>
              <a:buFont typeface="Wingdings" panose="05000000000000000000" pitchFamily="2" charset="2"/>
              <a:buChar char="§"/>
            </a:pPr>
            <a:r>
              <a:rPr lang="de-DE" dirty="0">
                <a:solidFill>
                  <a:schemeClr val="bg2"/>
                </a:solidFill>
                <a:latin typeface="Helvetica 55 Roman" panose="020B0604020202020204" pitchFamily="34" charset="0"/>
                <a:ea typeface="Verdana" panose="020B0604030504040204" pitchFamily="34" charset="0"/>
                <a:cs typeface="Helvetica" panose="020B0604020202020204" pitchFamily="34" charset="0"/>
              </a:rPr>
              <a:t>Internal and external </a:t>
            </a:r>
            <a:r>
              <a:rPr lang="de-DE" dirty="0" err="1">
                <a:solidFill>
                  <a:schemeClr val="bg2"/>
                </a:solidFill>
                <a:latin typeface="Helvetica 55 Roman" panose="020B0604020202020204" pitchFamily="34" charset="0"/>
                <a:ea typeface="Verdana" panose="020B0604030504040204" pitchFamily="34" charset="0"/>
                <a:cs typeface="Helvetica" panose="020B0604020202020204" pitchFamily="34" charset="0"/>
              </a:rPr>
              <a:t>data</a:t>
            </a:r>
            <a:r>
              <a:rPr lang="de-DE" dirty="0">
                <a:solidFill>
                  <a:schemeClr val="bg2"/>
                </a:solidFill>
                <a:latin typeface="Helvetica 55 Roman" panose="020B0604020202020204" pitchFamily="34" charset="0"/>
                <a:ea typeface="Verdana" panose="020B0604030504040204" pitchFamily="34" charset="0"/>
                <a:cs typeface="Helvetica" panose="020B0604020202020204" pitchFamily="34" charset="0"/>
              </a:rPr>
              <a:t> </a:t>
            </a:r>
            <a:r>
              <a:rPr lang="en-US" dirty="0">
                <a:solidFill>
                  <a:schemeClr val="bg1"/>
                </a:solidFill>
                <a:latin typeface="Helvetica 55 Roman" panose="020B0604020202020204" pitchFamily="34" charset="0"/>
                <a:ea typeface="Verdana" panose="020B0604030504040204" pitchFamily="34" charset="0"/>
                <a:cs typeface="Helvetica" panose="020B0604020202020204" pitchFamily="34" charset="0"/>
              </a:rPr>
              <a:t>are collected, validated, aggregated, correlated and analyzed.</a:t>
            </a:r>
          </a:p>
          <a:p>
            <a:pPr marL="285750" indent="-285750">
              <a:buClr>
                <a:schemeClr val="accent1"/>
              </a:buClr>
              <a:buFont typeface="Wingdings" panose="05000000000000000000" pitchFamily="2" charset="2"/>
              <a:buChar char="§"/>
            </a:pPr>
            <a:endParaRPr lang="de-DE" dirty="0">
              <a:solidFill>
                <a:schemeClr val="bg1"/>
              </a:solidFill>
              <a:latin typeface="Helvetica 55 Roman" panose="020B0604020202020204" pitchFamily="34" charset="0"/>
              <a:ea typeface="Verdana" panose="020B0604030504040204" pitchFamily="34" charset="0"/>
              <a:cs typeface="Helvetica" panose="020B0604020202020204" pitchFamily="34" charset="0"/>
            </a:endParaRPr>
          </a:p>
          <a:p>
            <a:pPr marL="285750" indent="-285750">
              <a:buClr>
                <a:schemeClr val="accent1"/>
              </a:buClr>
              <a:buFont typeface="Wingdings" panose="05000000000000000000" pitchFamily="2" charset="2"/>
              <a:buChar char="§"/>
            </a:pPr>
            <a:r>
              <a:rPr lang="en-US" dirty="0">
                <a:solidFill>
                  <a:schemeClr val="bg1"/>
                </a:solidFill>
                <a:latin typeface="Helvetica 55 Roman" panose="020B0604020202020204" pitchFamily="34" charset="0"/>
                <a:ea typeface="Verdana" panose="020B0604030504040204" pitchFamily="34" charset="0"/>
                <a:cs typeface="Helvetica" panose="020B0604020202020204" pitchFamily="34" charset="0"/>
              </a:rPr>
              <a:t>Risks and threat actors are identified, attacks are detected and the </a:t>
            </a:r>
            <a:r>
              <a:rPr lang="en-US" dirty="0">
                <a:solidFill>
                  <a:schemeClr val="accent1"/>
                </a:solidFill>
                <a:latin typeface="Helvetica 55 Roman" panose="020B0604020202020204" pitchFamily="34" charset="0"/>
                <a:ea typeface="Verdana" panose="020B0604030504040204" pitchFamily="34" charset="0"/>
                <a:cs typeface="Helvetica" panose="020B0604020202020204" pitchFamily="34" charset="0"/>
              </a:rPr>
              <a:t>motivations, methods and actions of the attackers are understood.</a:t>
            </a:r>
          </a:p>
          <a:p>
            <a:pPr marL="285750" indent="-285750">
              <a:buClr>
                <a:schemeClr val="accent1"/>
              </a:buClr>
              <a:buFont typeface="Wingdings" panose="05000000000000000000" pitchFamily="2" charset="2"/>
              <a:buChar char="§"/>
            </a:pPr>
            <a:endParaRPr lang="de-DE" dirty="0">
              <a:solidFill>
                <a:schemeClr val="bg1"/>
              </a:solidFill>
              <a:latin typeface="Helvetica 55 Roman" panose="020B0604020202020204" pitchFamily="34" charset="0"/>
              <a:ea typeface="Verdana" panose="020B0604030504040204" pitchFamily="34" charset="0"/>
              <a:cs typeface="Helvetica" panose="020B0604020202020204" pitchFamily="34" charset="0"/>
            </a:endParaRPr>
          </a:p>
          <a:p>
            <a:pPr marL="285750" indent="-285750">
              <a:buClr>
                <a:schemeClr val="accent1"/>
              </a:buClr>
              <a:buFont typeface="Wingdings" panose="05000000000000000000" pitchFamily="2" charset="2"/>
              <a:buChar char="§"/>
            </a:pPr>
            <a:r>
              <a:rPr lang="en-US" dirty="0">
                <a:solidFill>
                  <a:schemeClr val="bg1"/>
                </a:solidFill>
                <a:latin typeface="Helvetica 55 Roman" panose="020B0604020202020204" pitchFamily="34" charset="0"/>
                <a:ea typeface="Verdana" panose="020B0604030504040204" pitchFamily="34" charset="0"/>
                <a:cs typeface="Helvetica" panose="020B0604020202020204" pitchFamily="34" charset="0"/>
              </a:rPr>
              <a:t>Limited security resources can be invested where they have the </a:t>
            </a:r>
            <a:r>
              <a:rPr lang="en-US" dirty="0">
                <a:solidFill>
                  <a:schemeClr val="accent1"/>
                </a:solidFill>
                <a:latin typeface="Helvetica 55 Roman" panose="020B0604020202020204" pitchFamily="34" charset="0"/>
                <a:ea typeface="Verdana" panose="020B0604030504040204" pitchFamily="34" charset="0"/>
                <a:cs typeface="Helvetica" panose="020B0604020202020204" pitchFamily="34" charset="0"/>
              </a:rPr>
              <a:t>greatest impact</a:t>
            </a:r>
            <a:r>
              <a:rPr lang="en-US" dirty="0">
                <a:solidFill>
                  <a:schemeClr val="bg1"/>
                </a:solidFill>
                <a:latin typeface="Helvetica 55 Roman" panose="020B0604020202020204" pitchFamily="34" charset="0"/>
                <a:ea typeface="Verdana" panose="020B0604030504040204" pitchFamily="34" charset="0"/>
                <a:cs typeface="Helvetica" panose="020B0604020202020204" pitchFamily="34" charset="0"/>
              </a:rPr>
              <a:t>.</a:t>
            </a:r>
            <a:endParaRPr lang="en-GB" dirty="0">
              <a:solidFill>
                <a:schemeClr val="bg1"/>
              </a:solidFill>
              <a:latin typeface="Helvetica 55 Roman" panose="020B0604020202020204" pitchFamily="34" charset="0"/>
              <a:ea typeface="Verdana" panose="020B0604030504040204" pitchFamily="34" charset="0"/>
              <a:cs typeface="Helvetica" panose="020B0604020202020204" pitchFamily="34" charset="0"/>
            </a:endParaRPr>
          </a:p>
        </p:txBody>
      </p:sp>
      <p:sp>
        <p:nvSpPr>
          <p:cNvPr id="4" name="Titel 3">
            <a:extLst>
              <a:ext uri="{FF2B5EF4-FFF2-40B4-BE49-F238E27FC236}">
                <a16:creationId xmlns:a16="http://schemas.microsoft.com/office/drawing/2014/main" id="{AE9F29FD-5791-41B4-8A73-4802D8C1BC65}"/>
              </a:ext>
            </a:extLst>
          </p:cNvPr>
          <p:cNvSpPr>
            <a:spLocks noGrp="1"/>
          </p:cNvSpPr>
          <p:nvPr>
            <p:ph type="title"/>
          </p:nvPr>
        </p:nvSpPr>
        <p:spPr>
          <a:xfrm>
            <a:off x="401912" y="316056"/>
            <a:ext cx="8516475" cy="741362"/>
          </a:xfrm>
        </p:spPr>
        <p:txBody>
          <a:bodyPr/>
          <a:lstStyle/>
          <a:p>
            <a:r>
              <a:rPr lang="de-DE" sz="3200" dirty="0" err="1">
                <a:solidFill>
                  <a:schemeClr val="bg2"/>
                </a:solidFill>
              </a:rPr>
              <a:t>Cybersecurity</a:t>
            </a:r>
            <a:r>
              <a:rPr lang="de-DE" sz="3200" dirty="0">
                <a:solidFill>
                  <a:schemeClr val="bg2"/>
                </a:solidFill>
              </a:rPr>
              <a:t> </a:t>
            </a:r>
            <a:r>
              <a:rPr lang="de-DE" sz="3200" dirty="0" err="1">
                <a:solidFill>
                  <a:schemeClr val="bg2"/>
                </a:solidFill>
              </a:rPr>
              <a:t>Intelligence</a:t>
            </a:r>
            <a:endParaRPr lang="de-DE" sz="3200" dirty="0">
              <a:solidFill>
                <a:schemeClr val="bg2"/>
              </a:solidFill>
            </a:endParaRPr>
          </a:p>
        </p:txBody>
      </p:sp>
      <p:grpSp>
        <p:nvGrpSpPr>
          <p:cNvPr id="11" name="Gruppieren 10">
            <a:extLst>
              <a:ext uri="{FF2B5EF4-FFF2-40B4-BE49-F238E27FC236}">
                <a16:creationId xmlns:a16="http://schemas.microsoft.com/office/drawing/2014/main" id="{715D646B-DAC5-476A-BB09-01346566C0C5}"/>
              </a:ext>
            </a:extLst>
          </p:cNvPr>
          <p:cNvGrpSpPr/>
          <p:nvPr/>
        </p:nvGrpSpPr>
        <p:grpSpPr>
          <a:xfrm>
            <a:off x="240311" y="1772405"/>
            <a:ext cx="2184438" cy="1621773"/>
            <a:chOff x="4519250" y="2877425"/>
            <a:chExt cx="2747559" cy="2039847"/>
          </a:xfrm>
        </p:grpSpPr>
        <p:grpSp>
          <p:nvGrpSpPr>
            <p:cNvPr id="12" name="Grafik 18">
              <a:extLst>
                <a:ext uri="{FF2B5EF4-FFF2-40B4-BE49-F238E27FC236}">
                  <a16:creationId xmlns:a16="http://schemas.microsoft.com/office/drawing/2014/main" id="{6D399E41-B547-4B2C-8C8F-252B1947F94F}"/>
                </a:ext>
              </a:extLst>
            </p:cNvPr>
            <p:cNvGrpSpPr/>
            <p:nvPr/>
          </p:nvGrpSpPr>
          <p:grpSpPr>
            <a:xfrm rot="21236203">
              <a:off x="4519250" y="2877425"/>
              <a:ext cx="1956204" cy="1515761"/>
              <a:chOff x="4645164" y="2877272"/>
              <a:chExt cx="1956204" cy="1515761"/>
            </a:xfrm>
          </p:grpSpPr>
          <p:sp>
            <p:nvSpPr>
              <p:cNvPr id="14" name="Freihandform: Form 13">
                <a:extLst>
                  <a:ext uri="{FF2B5EF4-FFF2-40B4-BE49-F238E27FC236}">
                    <a16:creationId xmlns:a16="http://schemas.microsoft.com/office/drawing/2014/main" id="{370B3684-A2E2-49D4-84CF-C1DE0803BADE}"/>
                  </a:ext>
                </a:extLst>
              </p:cNvPr>
              <p:cNvSpPr/>
              <p:nvPr/>
            </p:nvSpPr>
            <p:spPr>
              <a:xfrm>
                <a:off x="4857482" y="3972926"/>
                <a:ext cx="622540" cy="218029"/>
              </a:xfrm>
              <a:custGeom>
                <a:avLst/>
                <a:gdLst>
                  <a:gd name="connsiteX0" fmla="*/ 622541 w 622540"/>
                  <a:gd name="connsiteY0" fmla="*/ 59259 h 218029"/>
                  <a:gd name="connsiteX1" fmla="*/ 440019 w 622540"/>
                  <a:gd name="connsiteY1" fmla="*/ 49646 h 218029"/>
                  <a:gd name="connsiteX2" fmla="*/ 234621 w 622540"/>
                  <a:gd name="connsiteY2" fmla="*/ 11681 h 218029"/>
                  <a:gd name="connsiteX3" fmla="*/ 169522 w 622540"/>
                  <a:gd name="connsiteY3" fmla="*/ 46969 h 218029"/>
                  <a:gd name="connsiteX4" fmla="*/ 1601 w 622540"/>
                  <a:gd name="connsiteY4" fmla="*/ 0 h 218029"/>
                  <a:gd name="connsiteX5" fmla="*/ 74002 w 622540"/>
                  <a:gd name="connsiteY5" fmla="*/ 151006 h 218029"/>
                  <a:gd name="connsiteX6" fmla="*/ 390981 w 622540"/>
                  <a:gd name="connsiteY6" fmla="*/ 217566 h 218029"/>
                  <a:gd name="connsiteX7" fmla="*/ 488326 w 622540"/>
                  <a:gd name="connsiteY7" fmla="*/ 200044 h 218029"/>
                  <a:gd name="connsiteX8" fmla="*/ 622176 w 622540"/>
                  <a:gd name="connsiteY8" fmla="*/ 59015 h 2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540" h="218029">
                    <a:moveTo>
                      <a:pt x="622541" y="59259"/>
                    </a:moveTo>
                    <a:cubicBezTo>
                      <a:pt x="564134" y="52201"/>
                      <a:pt x="500860" y="50863"/>
                      <a:pt x="440019" y="49646"/>
                    </a:cubicBezTo>
                    <a:cubicBezTo>
                      <a:pt x="370140" y="46432"/>
                      <a:pt x="301031" y="33658"/>
                      <a:pt x="234621" y="11681"/>
                    </a:cubicBezTo>
                    <a:cubicBezTo>
                      <a:pt x="216105" y="28550"/>
                      <a:pt x="193762" y="40661"/>
                      <a:pt x="169522" y="46969"/>
                    </a:cubicBezTo>
                    <a:cubicBezTo>
                      <a:pt x="37376" y="77511"/>
                      <a:pt x="1358" y="3164"/>
                      <a:pt x="1601" y="0"/>
                    </a:cubicBezTo>
                    <a:cubicBezTo>
                      <a:pt x="-7285" y="60386"/>
                      <a:pt x="21356" y="120122"/>
                      <a:pt x="74002" y="151006"/>
                    </a:cubicBezTo>
                    <a:cubicBezTo>
                      <a:pt x="129002" y="186416"/>
                      <a:pt x="272586" y="222555"/>
                      <a:pt x="390981" y="217566"/>
                    </a:cubicBezTo>
                    <a:cubicBezTo>
                      <a:pt x="424154" y="216933"/>
                      <a:pt x="457015" y="211020"/>
                      <a:pt x="488326" y="200044"/>
                    </a:cubicBezTo>
                    <a:cubicBezTo>
                      <a:pt x="559510" y="172544"/>
                      <a:pt x="601125" y="105011"/>
                      <a:pt x="622176" y="59015"/>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15" name="Freihandform: Form 14">
                <a:extLst>
                  <a:ext uri="{FF2B5EF4-FFF2-40B4-BE49-F238E27FC236}">
                    <a16:creationId xmlns:a16="http://schemas.microsoft.com/office/drawing/2014/main" id="{2F503B49-D96A-41A7-9EF8-B16263BFC95A}"/>
                  </a:ext>
                </a:extLst>
              </p:cNvPr>
              <p:cNvSpPr/>
              <p:nvPr/>
            </p:nvSpPr>
            <p:spPr>
              <a:xfrm>
                <a:off x="5200121" y="4035592"/>
                <a:ext cx="347191" cy="357441"/>
              </a:xfrm>
              <a:custGeom>
                <a:avLst/>
                <a:gdLst>
                  <a:gd name="connsiteX0" fmla="*/ 109913 w 347191"/>
                  <a:gd name="connsiteY0" fmla="*/ 325010 h 357441"/>
                  <a:gd name="connsiteX1" fmla="*/ 246561 w 347191"/>
                  <a:gd name="connsiteY1" fmla="*/ 111460 h 357441"/>
                  <a:gd name="connsiteX2" fmla="*/ 347192 w 347191"/>
                  <a:gd name="connsiteY2" fmla="*/ 8153 h 357441"/>
                  <a:gd name="connsiteX3" fmla="*/ 304725 w 347191"/>
                  <a:gd name="connsiteY3" fmla="*/ 0 h 357441"/>
                  <a:gd name="connsiteX4" fmla="*/ 154935 w 347191"/>
                  <a:gd name="connsiteY4" fmla="*/ 160132 h 357441"/>
                  <a:gd name="connsiteX5" fmla="*/ 56130 w 347191"/>
                  <a:gd name="connsiteY5" fmla="*/ 178993 h 357441"/>
                  <a:gd name="connsiteX6" fmla="*/ 7458 w 347191"/>
                  <a:gd name="connsiteY6" fmla="*/ 273661 h 357441"/>
                  <a:gd name="connsiteX7" fmla="*/ 2104 w 347191"/>
                  <a:gd name="connsiteY7" fmla="*/ 324645 h 357441"/>
                  <a:gd name="connsiteX8" fmla="*/ 26440 w 347191"/>
                  <a:gd name="connsiteY8" fmla="*/ 350442 h 357441"/>
                  <a:gd name="connsiteX9" fmla="*/ 61971 w 347191"/>
                  <a:gd name="connsiteY9" fmla="*/ 357013 h 357441"/>
                  <a:gd name="connsiteX10" fmla="*/ 61971 w 347191"/>
                  <a:gd name="connsiteY10" fmla="*/ 357013 h 357441"/>
                  <a:gd name="connsiteX11" fmla="*/ 109061 w 347191"/>
                  <a:gd name="connsiteY11" fmla="*/ 325010 h 35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7191" h="357441">
                    <a:moveTo>
                      <a:pt x="109913" y="325010"/>
                    </a:moveTo>
                    <a:cubicBezTo>
                      <a:pt x="145849" y="248120"/>
                      <a:pt x="191797" y="176304"/>
                      <a:pt x="246561" y="111460"/>
                    </a:cubicBezTo>
                    <a:cubicBezTo>
                      <a:pt x="283674" y="69237"/>
                      <a:pt x="319570" y="33827"/>
                      <a:pt x="347192" y="8153"/>
                    </a:cubicBezTo>
                    <a:cubicBezTo>
                      <a:pt x="333807" y="5111"/>
                      <a:pt x="319813" y="2434"/>
                      <a:pt x="304725" y="0"/>
                    </a:cubicBezTo>
                    <a:cubicBezTo>
                      <a:pt x="283187" y="49646"/>
                      <a:pt x="237435" y="128252"/>
                      <a:pt x="154935" y="160132"/>
                    </a:cubicBezTo>
                    <a:cubicBezTo>
                      <a:pt x="123157" y="171437"/>
                      <a:pt x="89836" y="177788"/>
                      <a:pt x="56130" y="178993"/>
                    </a:cubicBezTo>
                    <a:cubicBezTo>
                      <a:pt x="28265" y="229491"/>
                      <a:pt x="8188" y="272931"/>
                      <a:pt x="7458" y="273661"/>
                    </a:cubicBezTo>
                    <a:cubicBezTo>
                      <a:pt x="-87" y="289553"/>
                      <a:pt x="-1975" y="307537"/>
                      <a:pt x="2104" y="324645"/>
                    </a:cubicBezTo>
                    <a:cubicBezTo>
                      <a:pt x="6344" y="336217"/>
                      <a:pt x="15140" y="345538"/>
                      <a:pt x="26440" y="350442"/>
                    </a:cubicBezTo>
                    <a:cubicBezTo>
                      <a:pt x="37345" y="356185"/>
                      <a:pt x="49734" y="358473"/>
                      <a:pt x="61971" y="357013"/>
                    </a:cubicBezTo>
                    <a:lnTo>
                      <a:pt x="61971" y="357013"/>
                    </a:lnTo>
                    <a:cubicBezTo>
                      <a:pt x="81261" y="352936"/>
                      <a:pt x="98175" y="341450"/>
                      <a:pt x="109061" y="325010"/>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16" name="Freihandform: Form 15">
                <a:extLst>
                  <a:ext uri="{FF2B5EF4-FFF2-40B4-BE49-F238E27FC236}">
                    <a16:creationId xmlns:a16="http://schemas.microsoft.com/office/drawing/2014/main" id="{314558AB-5B5E-44F8-9742-2D250FB7AA67}"/>
                  </a:ext>
                </a:extLst>
              </p:cNvPr>
              <p:cNvSpPr/>
              <p:nvPr/>
            </p:nvSpPr>
            <p:spPr>
              <a:xfrm>
                <a:off x="5174603" y="3011158"/>
                <a:ext cx="2068" cy="1703"/>
              </a:xfrm>
              <a:custGeom>
                <a:avLst/>
                <a:gdLst>
                  <a:gd name="connsiteX0" fmla="*/ 0 w 2068"/>
                  <a:gd name="connsiteY0" fmla="*/ 1704 h 1703"/>
                  <a:gd name="connsiteX1" fmla="*/ 2069 w 2068"/>
                  <a:gd name="connsiteY1" fmla="*/ 0 h 1703"/>
                </a:gdLst>
                <a:ahLst/>
                <a:cxnLst>
                  <a:cxn ang="0">
                    <a:pos x="connsiteX0" y="connsiteY0"/>
                  </a:cxn>
                  <a:cxn ang="0">
                    <a:pos x="connsiteX1" y="connsiteY1"/>
                  </a:cxn>
                </a:cxnLst>
                <a:rect l="l" t="t" r="r" b="b"/>
                <a:pathLst>
                  <a:path w="2068" h="1703">
                    <a:moveTo>
                      <a:pt x="0" y="1704"/>
                    </a:moveTo>
                    <a:lnTo>
                      <a:pt x="2069" y="0"/>
                    </a:lnTo>
                    <a:close/>
                  </a:path>
                </a:pathLst>
              </a:custGeom>
              <a:solidFill>
                <a:schemeClr val="tx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17" name="Freihandform: Form 16">
                <a:extLst>
                  <a:ext uri="{FF2B5EF4-FFF2-40B4-BE49-F238E27FC236}">
                    <a16:creationId xmlns:a16="http://schemas.microsoft.com/office/drawing/2014/main" id="{F188267C-4E4C-4AAB-AC5A-D6002BE3B400}"/>
                  </a:ext>
                </a:extLst>
              </p:cNvPr>
              <p:cNvSpPr/>
              <p:nvPr/>
            </p:nvSpPr>
            <p:spPr>
              <a:xfrm>
                <a:off x="4901672" y="3172385"/>
                <a:ext cx="36504" cy="59867"/>
              </a:xfrm>
              <a:custGeom>
                <a:avLst/>
                <a:gdLst>
                  <a:gd name="connsiteX0" fmla="*/ 13142 w 36504"/>
                  <a:gd name="connsiteY0" fmla="*/ 30907 h 59867"/>
                  <a:gd name="connsiteX1" fmla="*/ 13142 w 36504"/>
                  <a:gd name="connsiteY1" fmla="*/ 30177 h 59867"/>
                  <a:gd name="connsiteX2" fmla="*/ 17765 w 36504"/>
                  <a:gd name="connsiteY2" fmla="*/ 22633 h 59867"/>
                  <a:gd name="connsiteX3" fmla="*/ 17765 w 36504"/>
                  <a:gd name="connsiteY3" fmla="*/ 22024 h 59867"/>
                  <a:gd name="connsiteX4" fmla="*/ 22389 w 36504"/>
                  <a:gd name="connsiteY4" fmla="*/ 15575 h 59867"/>
                  <a:gd name="connsiteX5" fmla="*/ 23850 w 36504"/>
                  <a:gd name="connsiteY5" fmla="*/ 13750 h 59867"/>
                  <a:gd name="connsiteX6" fmla="*/ 28230 w 36504"/>
                  <a:gd name="connsiteY6" fmla="*/ 8518 h 59867"/>
                  <a:gd name="connsiteX7" fmla="*/ 29690 w 36504"/>
                  <a:gd name="connsiteY7" fmla="*/ 6936 h 59867"/>
                  <a:gd name="connsiteX8" fmla="*/ 35774 w 36504"/>
                  <a:gd name="connsiteY8" fmla="*/ 730 h 59867"/>
                  <a:gd name="connsiteX9" fmla="*/ 36504 w 36504"/>
                  <a:gd name="connsiteY9" fmla="*/ 0 h 59867"/>
                  <a:gd name="connsiteX10" fmla="*/ 0 w 36504"/>
                  <a:gd name="connsiteY10" fmla="*/ 59867 h 59867"/>
                  <a:gd name="connsiteX11" fmla="*/ 0 w 36504"/>
                  <a:gd name="connsiteY11" fmla="*/ 58772 h 59867"/>
                  <a:gd name="connsiteX12" fmla="*/ 13142 w 36504"/>
                  <a:gd name="connsiteY12" fmla="*/ 30907 h 59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04" h="59867">
                    <a:moveTo>
                      <a:pt x="13142" y="30907"/>
                    </a:moveTo>
                    <a:lnTo>
                      <a:pt x="13142" y="30177"/>
                    </a:lnTo>
                    <a:cubicBezTo>
                      <a:pt x="14723" y="27622"/>
                      <a:pt x="16184" y="25066"/>
                      <a:pt x="17765" y="22633"/>
                    </a:cubicBezTo>
                    <a:lnTo>
                      <a:pt x="17765" y="22024"/>
                    </a:lnTo>
                    <a:cubicBezTo>
                      <a:pt x="19226" y="19834"/>
                      <a:pt x="20807" y="17644"/>
                      <a:pt x="22389" y="15575"/>
                    </a:cubicBezTo>
                    <a:lnTo>
                      <a:pt x="23850" y="13750"/>
                    </a:lnTo>
                    <a:lnTo>
                      <a:pt x="28230" y="8518"/>
                    </a:lnTo>
                    <a:lnTo>
                      <a:pt x="29690" y="6936"/>
                    </a:lnTo>
                    <a:cubicBezTo>
                      <a:pt x="31637" y="4867"/>
                      <a:pt x="33584" y="2799"/>
                      <a:pt x="35774" y="730"/>
                    </a:cubicBezTo>
                    <a:lnTo>
                      <a:pt x="36504" y="0"/>
                    </a:lnTo>
                    <a:cubicBezTo>
                      <a:pt x="14967" y="31759"/>
                      <a:pt x="1825" y="55487"/>
                      <a:pt x="0" y="59867"/>
                    </a:cubicBezTo>
                    <a:lnTo>
                      <a:pt x="0" y="58772"/>
                    </a:lnTo>
                    <a:cubicBezTo>
                      <a:pt x="3458" y="49075"/>
                      <a:pt x="7859" y="39742"/>
                      <a:pt x="13142" y="30907"/>
                    </a:cubicBezTo>
                    <a:close/>
                  </a:path>
                </a:pathLst>
              </a:custGeom>
              <a:solidFill>
                <a:schemeClr val="tx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18" name="Freihandform: Form 17">
                <a:extLst>
                  <a:ext uri="{FF2B5EF4-FFF2-40B4-BE49-F238E27FC236}">
                    <a16:creationId xmlns:a16="http://schemas.microsoft.com/office/drawing/2014/main" id="{FD30413D-B083-4826-8C5B-0073508A0D7D}"/>
                  </a:ext>
                </a:extLst>
              </p:cNvPr>
              <p:cNvSpPr/>
              <p:nvPr/>
            </p:nvSpPr>
            <p:spPr>
              <a:xfrm>
                <a:off x="6231892" y="3383685"/>
                <a:ext cx="369476" cy="529686"/>
              </a:xfrm>
              <a:custGeom>
                <a:avLst/>
                <a:gdLst>
                  <a:gd name="connsiteX0" fmla="*/ 0 w 369476"/>
                  <a:gd name="connsiteY0" fmla="*/ 446509 h 529686"/>
                  <a:gd name="connsiteX1" fmla="*/ 99414 w 369476"/>
                  <a:gd name="connsiteY1" fmla="*/ 465978 h 529686"/>
                  <a:gd name="connsiteX2" fmla="*/ 166947 w 369476"/>
                  <a:gd name="connsiteY2" fmla="*/ 441642 h 529686"/>
                  <a:gd name="connsiteX3" fmla="*/ 247743 w 369476"/>
                  <a:gd name="connsiteY3" fmla="*/ 339916 h 529686"/>
                  <a:gd name="connsiteX4" fmla="*/ 315154 w 369476"/>
                  <a:gd name="connsiteY4" fmla="*/ 258512 h 529686"/>
                  <a:gd name="connsiteX5" fmla="*/ 302986 w 369476"/>
                  <a:gd name="connsiteY5" fmla="*/ 93999 h 529686"/>
                  <a:gd name="connsiteX6" fmla="*/ 323672 w 369476"/>
                  <a:gd name="connsiteY6" fmla="*/ 61 h 529686"/>
                  <a:gd name="connsiteX7" fmla="*/ 339369 w 369476"/>
                  <a:gd name="connsiteY7" fmla="*/ 144496 h 529686"/>
                  <a:gd name="connsiteX8" fmla="*/ 339369 w 369476"/>
                  <a:gd name="connsiteY8" fmla="*/ 150702 h 529686"/>
                  <a:gd name="connsiteX9" fmla="*/ 364800 w 369476"/>
                  <a:gd name="connsiteY9" fmla="*/ 278224 h 529686"/>
                  <a:gd name="connsiteX10" fmla="*/ 265022 w 369476"/>
                  <a:gd name="connsiteY10" fmla="*/ 353180 h 529686"/>
                  <a:gd name="connsiteX11" fmla="*/ 208440 w 369476"/>
                  <a:gd name="connsiteY11" fmla="*/ 493722 h 529686"/>
                  <a:gd name="connsiteX12" fmla="*/ 4259 w 369476"/>
                  <a:gd name="connsiteY12" fmla="*/ 507958 h 529686"/>
                  <a:gd name="connsiteX13" fmla="*/ 0 w 369476"/>
                  <a:gd name="connsiteY13" fmla="*/ 446509 h 52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9476" h="529686">
                    <a:moveTo>
                      <a:pt x="0" y="446509"/>
                    </a:moveTo>
                    <a:cubicBezTo>
                      <a:pt x="30067" y="463824"/>
                      <a:pt x="65039" y="470673"/>
                      <a:pt x="99414" y="465978"/>
                    </a:cubicBezTo>
                    <a:cubicBezTo>
                      <a:pt x="123251" y="462187"/>
                      <a:pt x="146163" y="453929"/>
                      <a:pt x="166947" y="441642"/>
                    </a:cubicBezTo>
                    <a:cubicBezTo>
                      <a:pt x="205678" y="419066"/>
                      <a:pt x="234516" y="382758"/>
                      <a:pt x="247743" y="339916"/>
                    </a:cubicBezTo>
                    <a:cubicBezTo>
                      <a:pt x="262588" y="334319"/>
                      <a:pt x="294590" y="315580"/>
                      <a:pt x="315154" y="258512"/>
                    </a:cubicBezTo>
                    <a:cubicBezTo>
                      <a:pt x="339491" y="191100"/>
                      <a:pt x="309314" y="109331"/>
                      <a:pt x="302986" y="93999"/>
                    </a:cubicBezTo>
                    <a:cubicBezTo>
                      <a:pt x="320971" y="66198"/>
                      <a:pt x="328308" y="32843"/>
                      <a:pt x="323672" y="61"/>
                    </a:cubicBezTo>
                    <a:cubicBezTo>
                      <a:pt x="323672" y="-2008"/>
                      <a:pt x="415298" y="48733"/>
                      <a:pt x="339369" y="144496"/>
                    </a:cubicBezTo>
                    <a:cubicBezTo>
                      <a:pt x="338152" y="146200"/>
                      <a:pt x="339369" y="148755"/>
                      <a:pt x="339369" y="150702"/>
                    </a:cubicBezTo>
                    <a:cubicBezTo>
                      <a:pt x="339369" y="152649"/>
                      <a:pt x="382687" y="225901"/>
                      <a:pt x="364800" y="278224"/>
                    </a:cubicBezTo>
                    <a:cubicBezTo>
                      <a:pt x="346913" y="330547"/>
                      <a:pt x="265630" y="352936"/>
                      <a:pt x="265022" y="353180"/>
                    </a:cubicBezTo>
                    <a:cubicBezTo>
                      <a:pt x="262466" y="354396"/>
                      <a:pt x="256869" y="454662"/>
                      <a:pt x="208440" y="493722"/>
                    </a:cubicBezTo>
                    <a:cubicBezTo>
                      <a:pt x="121559" y="563810"/>
                      <a:pt x="24579" y="510270"/>
                      <a:pt x="4259" y="507958"/>
                    </a:cubicBezTo>
                    <a:cubicBezTo>
                      <a:pt x="6899" y="487394"/>
                      <a:pt x="5451" y="466512"/>
                      <a:pt x="0" y="446509"/>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19" name="Freihandform: Form 18">
                <a:extLst>
                  <a:ext uri="{FF2B5EF4-FFF2-40B4-BE49-F238E27FC236}">
                    <a16:creationId xmlns:a16="http://schemas.microsoft.com/office/drawing/2014/main" id="{D35F63F1-9AFC-448A-B3D0-76BA50E88E4B}"/>
                  </a:ext>
                </a:extLst>
              </p:cNvPr>
              <p:cNvSpPr/>
              <p:nvPr/>
            </p:nvSpPr>
            <p:spPr>
              <a:xfrm>
                <a:off x="4725244" y="3260969"/>
                <a:ext cx="182877" cy="315762"/>
              </a:xfrm>
              <a:custGeom>
                <a:avLst/>
                <a:gdLst>
                  <a:gd name="connsiteX0" fmla="*/ 127634 w 182877"/>
                  <a:gd name="connsiteY0" fmla="*/ 152953 h 315762"/>
                  <a:gd name="connsiteX1" fmla="*/ 182878 w 182877"/>
                  <a:gd name="connsiteY1" fmla="*/ 229126 h 315762"/>
                  <a:gd name="connsiteX2" fmla="*/ 114006 w 182877"/>
                  <a:gd name="connsiteY2" fmla="*/ 315763 h 315762"/>
                  <a:gd name="connsiteX3" fmla="*/ 105732 w 182877"/>
                  <a:gd name="connsiteY3" fmla="*/ 315763 h 315762"/>
                  <a:gd name="connsiteX4" fmla="*/ 102325 w 182877"/>
                  <a:gd name="connsiteY4" fmla="*/ 315763 h 315762"/>
                  <a:gd name="connsiteX5" fmla="*/ 102325 w 182877"/>
                  <a:gd name="connsiteY5" fmla="*/ 315763 h 315762"/>
                  <a:gd name="connsiteX6" fmla="*/ 98796 w 182877"/>
                  <a:gd name="connsiteY6" fmla="*/ 315763 h 315762"/>
                  <a:gd name="connsiteX7" fmla="*/ 97944 w 182877"/>
                  <a:gd name="connsiteY7" fmla="*/ 315763 h 315762"/>
                  <a:gd name="connsiteX8" fmla="*/ 94294 w 182877"/>
                  <a:gd name="connsiteY8" fmla="*/ 314911 h 315762"/>
                  <a:gd name="connsiteX9" fmla="*/ 93198 w 182877"/>
                  <a:gd name="connsiteY9" fmla="*/ 314911 h 315762"/>
                  <a:gd name="connsiteX10" fmla="*/ 89426 w 182877"/>
                  <a:gd name="connsiteY10" fmla="*/ 313816 h 315762"/>
                  <a:gd name="connsiteX11" fmla="*/ 88088 w 182877"/>
                  <a:gd name="connsiteY11" fmla="*/ 313816 h 315762"/>
                  <a:gd name="connsiteX12" fmla="*/ 84194 w 182877"/>
                  <a:gd name="connsiteY12" fmla="*/ 312599 h 315762"/>
                  <a:gd name="connsiteX13" fmla="*/ 81882 w 182877"/>
                  <a:gd name="connsiteY13" fmla="*/ 309922 h 315762"/>
                  <a:gd name="connsiteX14" fmla="*/ 77988 w 182877"/>
                  <a:gd name="connsiteY14" fmla="*/ 308218 h 315762"/>
                  <a:gd name="connsiteX15" fmla="*/ 75798 w 182877"/>
                  <a:gd name="connsiteY15" fmla="*/ 307245 h 315762"/>
                  <a:gd name="connsiteX16" fmla="*/ 72026 w 182877"/>
                  <a:gd name="connsiteY16" fmla="*/ 305420 h 315762"/>
                  <a:gd name="connsiteX17" fmla="*/ 69106 w 182877"/>
                  <a:gd name="connsiteY17" fmla="*/ 303838 h 315762"/>
                  <a:gd name="connsiteX18" fmla="*/ 65820 w 182877"/>
                  <a:gd name="connsiteY18" fmla="*/ 302134 h 315762"/>
                  <a:gd name="connsiteX19" fmla="*/ 59128 w 182877"/>
                  <a:gd name="connsiteY19" fmla="*/ 297754 h 315762"/>
                  <a:gd name="connsiteX20" fmla="*/ 3154 w 182877"/>
                  <a:gd name="connsiteY20" fmla="*/ 256991 h 315762"/>
                  <a:gd name="connsiteX21" fmla="*/ 41484 w 182877"/>
                  <a:gd name="connsiteY21" fmla="*/ 90896 h 315762"/>
                  <a:gd name="connsiteX22" fmla="*/ 141263 w 182877"/>
                  <a:gd name="connsiteY22" fmla="*/ 0 h 315762"/>
                  <a:gd name="connsiteX23" fmla="*/ 127634 w 182877"/>
                  <a:gd name="connsiteY23" fmla="*/ 152953 h 31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2877" h="315762">
                    <a:moveTo>
                      <a:pt x="127634" y="152953"/>
                    </a:moveTo>
                    <a:cubicBezTo>
                      <a:pt x="139378" y="182570"/>
                      <a:pt x="158373" y="208762"/>
                      <a:pt x="182878" y="229126"/>
                    </a:cubicBezTo>
                    <a:cubicBezTo>
                      <a:pt x="165964" y="242876"/>
                      <a:pt x="128851" y="276216"/>
                      <a:pt x="114006" y="315763"/>
                    </a:cubicBezTo>
                    <a:lnTo>
                      <a:pt x="105732" y="315763"/>
                    </a:lnTo>
                    <a:lnTo>
                      <a:pt x="102325" y="315763"/>
                    </a:lnTo>
                    <a:lnTo>
                      <a:pt x="102325" y="315763"/>
                    </a:lnTo>
                    <a:lnTo>
                      <a:pt x="98796" y="315763"/>
                    </a:lnTo>
                    <a:lnTo>
                      <a:pt x="97944" y="315763"/>
                    </a:lnTo>
                    <a:lnTo>
                      <a:pt x="94294" y="314911"/>
                    </a:lnTo>
                    <a:lnTo>
                      <a:pt x="93198" y="314911"/>
                    </a:lnTo>
                    <a:lnTo>
                      <a:pt x="89426" y="313816"/>
                    </a:lnTo>
                    <a:lnTo>
                      <a:pt x="88088" y="313816"/>
                    </a:lnTo>
                    <a:lnTo>
                      <a:pt x="84194" y="312599"/>
                    </a:lnTo>
                    <a:lnTo>
                      <a:pt x="81882" y="309922"/>
                    </a:lnTo>
                    <a:lnTo>
                      <a:pt x="77988" y="308218"/>
                    </a:lnTo>
                    <a:lnTo>
                      <a:pt x="75798" y="307245"/>
                    </a:lnTo>
                    <a:cubicBezTo>
                      <a:pt x="74581" y="306637"/>
                      <a:pt x="73243" y="306150"/>
                      <a:pt x="72026" y="305420"/>
                    </a:cubicBezTo>
                    <a:lnTo>
                      <a:pt x="69106" y="303838"/>
                    </a:lnTo>
                    <a:lnTo>
                      <a:pt x="65820" y="302134"/>
                    </a:lnTo>
                    <a:lnTo>
                      <a:pt x="59128" y="297754"/>
                    </a:lnTo>
                    <a:cubicBezTo>
                      <a:pt x="39533" y="285502"/>
                      <a:pt x="20829" y="271880"/>
                      <a:pt x="3154" y="256991"/>
                    </a:cubicBezTo>
                    <a:cubicBezTo>
                      <a:pt x="3154" y="256991"/>
                      <a:pt x="-16315" y="185077"/>
                      <a:pt x="41484" y="90896"/>
                    </a:cubicBezTo>
                    <a:cubicBezTo>
                      <a:pt x="74095" y="37234"/>
                      <a:pt x="138829" y="1825"/>
                      <a:pt x="141263" y="0"/>
                    </a:cubicBezTo>
                    <a:cubicBezTo>
                      <a:pt x="123984" y="47334"/>
                      <a:pt x="108409" y="99292"/>
                      <a:pt x="127634" y="152953"/>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0" name="Freihandform: Form 19">
                <a:extLst>
                  <a:ext uri="{FF2B5EF4-FFF2-40B4-BE49-F238E27FC236}">
                    <a16:creationId xmlns:a16="http://schemas.microsoft.com/office/drawing/2014/main" id="{5428C1EA-BD2F-4595-B3BF-323DBFECFB32}"/>
                  </a:ext>
                </a:extLst>
              </p:cNvPr>
              <p:cNvSpPr/>
              <p:nvPr/>
            </p:nvSpPr>
            <p:spPr>
              <a:xfrm>
                <a:off x="5997655" y="2953870"/>
                <a:ext cx="484656" cy="351755"/>
              </a:xfrm>
              <a:custGeom>
                <a:avLst/>
                <a:gdLst>
                  <a:gd name="connsiteX0" fmla="*/ 374170 w 484656"/>
                  <a:gd name="connsiteY0" fmla="*/ 227641 h 351755"/>
                  <a:gd name="connsiteX1" fmla="*/ 230951 w 484656"/>
                  <a:gd name="connsiteY1" fmla="*/ 166800 h 351755"/>
                  <a:gd name="connsiteX2" fmla="*/ 179480 w 484656"/>
                  <a:gd name="connsiteY2" fmla="*/ 67387 h 351755"/>
                  <a:gd name="connsiteX3" fmla="*/ 0 w 484656"/>
                  <a:gd name="connsiteY3" fmla="*/ 14456 h 351755"/>
                  <a:gd name="connsiteX4" fmla="*/ 168529 w 484656"/>
                  <a:gd name="connsiteY4" fmla="*/ 11048 h 351755"/>
                  <a:gd name="connsiteX5" fmla="*/ 294590 w 484656"/>
                  <a:gd name="connsiteY5" fmla="*/ 151104 h 351755"/>
                  <a:gd name="connsiteX6" fmla="*/ 405199 w 484656"/>
                  <a:gd name="connsiteY6" fmla="*/ 207807 h 351755"/>
                  <a:gd name="connsiteX7" fmla="*/ 484656 w 484656"/>
                  <a:gd name="connsiteY7" fmla="*/ 351756 h 351755"/>
                  <a:gd name="connsiteX8" fmla="*/ 417488 w 484656"/>
                  <a:gd name="connsiteY8" fmla="*/ 337763 h 351755"/>
                  <a:gd name="connsiteX9" fmla="*/ 374170 w 484656"/>
                  <a:gd name="connsiteY9" fmla="*/ 227641 h 351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4656" h="351755">
                    <a:moveTo>
                      <a:pt x="374170" y="227641"/>
                    </a:moveTo>
                    <a:cubicBezTo>
                      <a:pt x="339004" y="185661"/>
                      <a:pt x="258086" y="171059"/>
                      <a:pt x="230951" y="166800"/>
                    </a:cubicBezTo>
                    <a:cubicBezTo>
                      <a:pt x="222969" y="129663"/>
                      <a:pt x="205203" y="95337"/>
                      <a:pt x="179480" y="67387"/>
                    </a:cubicBezTo>
                    <a:cubicBezTo>
                      <a:pt x="144071" y="32951"/>
                      <a:pt x="40276" y="18714"/>
                      <a:pt x="0" y="14456"/>
                    </a:cubicBezTo>
                    <a:cubicBezTo>
                      <a:pt x="730" y="11414"/>
                      <a:pt x="98197" y="-14261"/>
                      <a:pt x="168529" y="11048"/>
                    </a:cubicBezTo>
                    <a:cubicBezTo>
                      <a:pt x="287411" y="54002"/>
                      <a:pt x="290210" y="150008"/>
                      <a:pt x="294590" y="151104"/>
                    </a:cubicBezTo>
                    <a:cubicBezTo>
                      <a:pt x="334867" y="162465"/>
                      <a:pt x="372466" y="181743"/>
                      <a:pt x="405199" y="207807"/>
                    </a:cubicBezTo>
                    <a:cubicBezTo>
                      <a:pt x="448882" y="244311"/>
                      <a:pt x="478207" y="331435"/>
                      <a:pt x="484656" y="351756"/>
                    </a:cubicBezTo>
                    <a:cubicBezTo>
                      <a:pt x="462997" y="344075"/>
                      <a:pt x="440413" y="339369"/>
                      <a:pt x="417488" y="337763"/>
                    </a:cubicBezTo>
                    <a:cubicBezTo>
                      <a:pt x="413741" y="297700"/>
                      <a:pt x="398725" y="259518"/>
                      <a:pt x="374170" y="227641"/>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1" name="Freihandform: Form 20">
                <a:extLst>
                  <a:ext uri="{FF2B5EF4-FFF2-40B4-BE49-F238E27FC236}">
                    <a16:creationId xmlns:a16="http://schemas.microsoft.com/office/drawing/2014/main" id="{4AFC955E-7C42-4E9E-A852-6D5D9A4CD098}"/>
                  </a:ext>
                </a:extLst>
              </p:cNvPr>
              <p:cNvSpPr/>
              <p:nvPr/>
            </p:nvSpPr>
            <p:spPr>
              <a:xfrm>
                <a:off x="5296528" y="2877272"/>
                <a:ext cx="1236803" cy="881415"/>
              </a:xfrm>
              <a:custGeom>
                <a:avLst/>
                <a:gdLst>
                  <a:gd name="connsiteX0" fmla="*/ 674114 w 1236803"/>
                  <a:gd name="connsiteY0" fmla="*/ 97382 h 881415"/>
                  <a:gd name="connsiteX1" fmla="*/ 651968 w 1236803"/>
                  <a:gd name="connsiteY1" fmla="*/ 111862 h 881415"/>
                  <a:gd name="connsiteX2" fmla="*/ 543550 w 1236803"/>
                  <a:gd name="connsiteY2" fmla="*/ 87526 h 881415"/>
                  <a:gd name="connsiteX3" fmla="*/ 529800 w 1236803"/>
                  <a:gd name="connsiteY3" fmla="*/ 93610 h 881415"/>
                  <a:gd name="connsiteX4" fmla="*/ 532720 w 1236803"/>
                  <a:gd name="connsiteY4" fmla="*/ 108455 h 881415"/>
                  <a:gd name="connsiteX5" fmla="*/ 628362 w 1236803"/>
                  <a:gd name="connsiteY5" fmla="*/ 262503 h 881415"/>
                  <a:gd name="connsiteX6" fmla="*/ 628362 w 1236803"/>
                  <a:gd name="connsiteY6" fmla="*/ 272968 h 881415"/>
                  <a:gd name="connsiteX7" fmla="*/ 607798 w 1236803"/>
                  <a:gd name="connsiteY7" fmla="*/ 428111 h 881415"/>
                  <a:gd name="connsiteX8" fmla="*/ 593683 w 1236803"/>
                  <a:gd name="connsiteY8" fmla="*/ 539328 h 881415"/>
                  <a:gd name="connsiteX9" fmla="*/ 603052 w 1236803"/>
                  <a:gd name="connsiteY9" fmla="*/ 546750 h 881415"/>
                  <a:gd name="connsiteX10" fmla="*/ 603052 w 1236803"/>
                  <a:gd name="connsiteY10" fmla="*/ 546750 h 881415"/>
                  <a:gd name="connsiteX11" fmla="*/ 610353 w 1236803"/>
                  <a:gd name="connsiteY11" fmla="*/ 537381 h 881415"/>
                  <a:gd name="connsiteX12" fmla="*/ 629944 w 1236803"/>
                  <a:gd name="connsiteY12" fmla="*/ 437116 h 881415"/>
                  <a:gd name="connsiteX13" fmla="*/ 641382 w 1236803"/>
                  <a:gd name="connsiteY13" fmla="*/ 403897 h 881415"/>
                  <a:gd name="connsiteX14" fmla="*/ 641382 w 1236803"/>
                  <a:gd name="connsiteY14" fmla="*/ 403897 h 881415"/>
                  <a:gd name="connsiteX15" fmla="*/ 687012 w 1236803"/>
                  <a:gd name="connsiteY15" fmla="*/ 340744 h 881415"/>
                  <a:gd name="connsiteX16" fmla="*/ 823174 w 1236803"/>
                  <a:gd name="connsiteY16" fmla="*/ 351330 h 881415"/>
                  <a:gd name="connsiteX17" fmla="*/ 894722 w 1236803"/>
                  <a:gd name="connsiteY17" fmla="*/ 452934 h 881415"/>
                  <a:gd name="connsiteX18" fmla="*/ 912366 w 1236803"/>
                  <a:gd name="connsiteY18" fmla="*/ 494671 h 881415"/>
                  <a:gd name="connsiteX19" fmla="*/ 1028085 w 1236803"/>
                  <a:gd name="connsiteY19" fmla="*/ 555511 h 881415"/>
                  <a:gd name="connsiteX20" fmla="*/ 1029910 w 1236803"/>
                  <a:gd name="connsiteY20" fmla="*/ 555511 h 881415"/>
                  <a:gd name="connsiteX21" fmla="*/ 1037211 w 1236803"/>
                  <a:gd name="connsiteY21" fmla="*/ 547724 h 881415"/>
                  <a:gd name="connsiteX22" fmla="*/ 1029472 w 1236803"/>
                  <a:gd name="connsiteY22" fmla="*/ 538723 h 881415"/>
                  <a:gd name="connsiteX23" fmla="*/ 1029423 w 1236803"/>
                  <a:gd name="connsiteY23" fmla="*/ 538719 h 881415"/>
                  <a:gd name="connsiteX24" fmla="*/ 934025 w 1236803"/>
                  <a:gd name="connsiteY24" fmla="*/ 484693 h 881415"/>
                  <a:gd name="connsiteX25" fmla="*/ 917233 w 1236803"/>
                  <a:gd name="connsiteY25" fmla="*/ 444782 h 881415"/>
                  <a:gd name="connsiteX26" fmla="*/ 832056 w 1236803"/>
                  <a:gd name="connsiteY26" fmla="*/ 329549 h 881415"/>
                  <a:gd name="connsiteX27" fmla="*/ 678008 w 1236803"/>
                  <a:gd name="connsiteY27" fmla="*/ 318963 h 881415"/>
                  <a:gd name="connsiteX28" fmla="*/ 651360 w 1236803"/>
                  <a:gd name="connsiteY28" fmla="*/ 337824 h 881415"/>
                  <a:gd name="connsiteX29" fmla="*/ 652211 w 1236803"/>
                  <a:gd name="connsiteY29" fmla="*/ 273576 h 881415"/>
                  <a:gd name="connsiteX30" fmla="*/ 652211 w 1236803"/>
                  <a:gd name="connsiteY30" fmla="*/ 266275 h 881415"/>
                  <a:gd name="connsiteX31" fmla="*/ 699180 w 1236803"/>
                  <a:gd name="connsiteY31" fmla="*/ 205921 h 881415"/>
                  <a:gd name="connsiteX32" fmla="*/ 749191 w 1236803"/>
                  <a:gd name="connsiteY32" fmla="*/ 194727 h 881415"/>
                  <a:gd name="connsiteX33" fmla="*/ 760751 w 1236803"/>
                  <a:gd name="connsiteY33" fmla="*/ 191806 h 881415"/>
                  <a:gd name="connsiteX34" fmla="*/ 757831 w 1236803"/>
                  <a:gd name="connsiteY34" fmla="*/ 180247 h 881415"/>
                  <a:gd name="connsiteX35" fmla="*/ 682997 w 1236803"/>
                  <a:gd name="connsiteY35" fmla="*/ 188034 h 881415"/>
                  <a:gd name="connsiteX36" fmla="*/ 647466 w 1236803"/>
                  <a:gd name="connsiteY36" fmla="*/ 228432 h 881415"/>
                  <a:gd name="connsiteX37" fmla="*/ 581028 w 1236803"/>
                  <a:gd name="connsiteY37" fmla="*/ 121231 h 881415"/>
                  <a:gd name="connsiteX38" fmla="*/ 647831 w 1236803"/>
                  <a:gd name="connsiteY38" fmla="*/ 135346 h 881415"/>
                  <a:gd name="connsiteX39" fmla="*/ 681293 w 1236803"/>
                  <a:gd name="connsiteY39" fmla="*/ 127194 h 881415"/>
                  <a:gd name="connsiteX40" fmla="*/ 692123 w 1236803"/>
                  <a:gd name="connsiteY40" fmla="*/ 115026 h 881415"/>
                  <a:gd name="connsiteX41" fmla="*/ 863450 w 1236803"/>
                  <a:gd name="connsiteY41" fmla="*/ 162603 h 881415"/>
                  <a:gd name="connsiteX42" fmla="*/ 909932 w 1236803"/>
                  <a:gd name="connsiteY42" fmla="*/ 257758 h 881415"/>
                  <a:gd name="connsiteX43" fmla="*/ 920640 w 1236803"/>
                  <a:gd name="connsiteY43" fmla="*/ 267735 h 881415"/>
                  <a:gd name="connsiteX44" fmla="*/ 1056680 w 1236803"/>
                  <a:gd name="connsiteY44" fmla="*/ 320667 h 881415"/>
                  <a:gd name="connsiteX45" fmla="*/ 1095375 w 1236803"/>
                  <a:gd name="connsiteY45" fmla="*/ 425921 h 881415"/>
                  <a:gd name="connsiteX46" fmla="*/ 1107543 w 1236803"/>
                  <a:gd name="connsiteY46" fmla="*/ 438089 h 881415"/>
                  <a:gd name="connsiteX47" fmla="*/ 1235551 w 1236803"/>
                  <a:gd name="connsiteY47" fmla="*/ 511098 h 881415"/>
                  <a:gd name="connsiteX48" fmla="*/ 1177753 w 1236803"/>
                  <a:gd name="connsiteY48" fmla="*/ 635334 h 881415"/>
                  <a:gd name="connsiteX49" fmla="*/ 1169843 w 1236803"/>
                  <a:gd name="connsiteY49" fmla="*/ 607834 h 881415"/>
                  <a:gd name="connsiteX50" fmla="*/ 1182012 w 1236803"/>
                  <a:gd name="connsiteY50" fmla="*/ 548454 h 881415"/>
                  <a:gd name="connsiteX51" fmla="*/ 1178799 w 1236803"/>
                  <a:gd name="connsiteY51" fmla="*/ 536489 h 881415"/>
                  <a:gd name="connsiteX52" fmla="*/ 1167897 w 1236803"/>
                  <a:gd name="connsiteY52" fmla="*/ 538233 h 881415"/>
                  <a:gd name="connsiteX53" fmla="*/ 1145507 w 1236803"/>
                  <a:gd name="connsiteY53" fmla="*/ 608443 h 881415"/>
                  <a:gd name="connsiteX54" fmla="*/ 1159866 w 1236803"/>
                  <a:gd name="connsiteY54" fmla="*/ 654073 h 881415"/>
                  <a:gd name="connsiteX55" fmla="*/ 1165220 w 1236803"/>
                  <a:gd name="connsiteY55" fmla="*/ 733288 h 881415"/>
                  <a:gd name="connsiteX56" fmla="*/ 1066293 w 1236803"/>
                  <a:gd name="connsiteY56" fmla="*/ 804958 h 881415"/>
                  <a:gd name="connsiteX57" fmla="*/ 1068970 w 1236803"/>
                  <a:gd name="connsiteY57" fmla="*/ 761153 h 881415"/>
                  <a:gd name="connsiteX58" fmla="*/ 1070065 w 1236803"/>
                  <a:gd name="connsiteY58" fmla="*/ 727447 h 881415"/>
                  <a:gd name="connsiteX59" fmla="*/ 1097687 w 1236803"/>
                  <a:gd name="connsiteY59" fmla="*/ 619394 h 881415"/>
                  <a:gd name="connsiteX60" fmla="*/ 1091590 w 1236803"/>
                  <a:gd name="connsiteY60" fmla="*/ 608609 h 881415"/>
                  <a:gd name="connsiteX61" fmla="*/ 1081381 w 1236803"/>
                  <a:gd name="connsiteY61" fmla="*/ 613188 h 881415"/>
                  <a:gd name="connsiteX62" fmla="*/ 1046337 w 1236803"/>
                  <a:gd name="connsiteY62" fmla="*/ 723553 h 881415"/>
                  <a:gd name="connsiteX63" fmla="*/ 1044877 w 1236803"/>
                  <a:gd name="connsiteY63" fmla="*/ 761883 h 881415"/>
                  <a:gd name="connsiteX64" fmla="*/ 1003262 w 1236803"/>
                  <a:gd name="connsiteY64" fmla="*/ 847060 h 881415"/>
                  <a:gd name="connsiteX65" fmla="*/ 907620 w 1236803"/>
                  <a:gd name="connsiteY65" fmla="*/ 881374 h 881415"/>
                  <a:gd name="connsiteX66" fmla="*/ 815021 w 1236803"/>
                  <a:gd name="connsiteY66" fmla="*/ 752878 h 881415"/>
                  <a:gd name="connsiteX67" fmla="*/ 822809 w 1236803"/>
                  <a:gd name="connsiteY67" fmla="*/ 752027 h 881415"/>
                  <a:gd name="connsiteX68" fmla="*/ 892167 w 1236803"/>
                  <a:gd name="connsiteY68" fmla="*/ 726960 h 881415"/>
                  <a:gd name="connsiteX69" fmla="*/ 939379 w 1236803"/>
                  <a:gd name="connsiteY69" fmla="*/ 601629 h 881415"/>
                  <a:gd name="connsiteX70" fmla="*/ 930423 w 1236803"/>
                  <a:gd name="connsiteY70" fmla="*/ 593837 h 881415"/>
                  <a:gd name="connsiteX71" fmla="*/ 930375 w 1236803"/>
                  <a:gd name="connsiteY71" fmla="*/ 593841 h 881415"/>
                  <a:gd name="connsiteX72" fmla="*/ 922587 w 1236803"/>
                  <a:gd name="connsiteY72" fmla="*/ 602967 h 881415"/>
                  <a:gd name="connsiteX73" fmla="*/ 879755 w 1236803"/>
                  <a:gd name="connsiteY73" fmla="*/ 706396 h 881415"/>
                  <a:gd name="connsiteX74" fmla="*/ 787521 w 1236803"/>
                  <a:gd name="connsiteY74" fmla="*/ 728664 h 881415"/>
                  <a:gd name="connsiteX75" fmla="*/ 724368 w 1236803"/>
                  <a:gd name="connsiteY75" fmla="*/ 688144 h 881415"/>
                  <a:gd name="connsiteX76" fmla="*/ 736537 w 1236803"/>
                  <a:gd name="connsiteY76" fmla="*/ 672082 h 881415"/>
                  <a:gd name="connsiteX77" fmla="*/ 749800 w 1236803"/>
                  <a:gd name="connsiteY77" fmla="*/ 566463 h 881415"/>
                  <a:gd name="connsiteX78" fmla="*/ 749800 w 1236803"/>
                  <a:gd name="connsiteY78" fmla="*/ 525578 h 881415"/>
                  <a:gd name="connsiteX79" fmla="*/ 794578 w 1236803"/>
                  <a:gd name="connsiteY79" fmla="*/ 460965 h 881415"/>
                  <a:gd name="connsiteX80" fmla="*/ 798472 w 1236803"/>
                  <a:gd name="connsiteY80" fmla="*/ 449649 h 881415"/>
                  <a:gd name="connsiteX81" fmla="*/ 787156 w 1236803"/>
                  <a:gd name="connsiteY81" fmla="*/ 445877 h 881415"/>
                  <a:gd name="connsiteX82" fmla="*/ 726315 w 1236803"/>
                  <a:gd name="connsiteY82" fmla="*/ 524969 h 881415"/>
                  <a:gd name="connsiteX83" fmla="*/ 726315 w 1236803"/>
                  <a:gd name="connsiteY83" fmla="*/ 567071 h 881415"/>
                  <a:gd name="connsiteX84" fmla="*/ 719623 w 1236803"/>
                  <a:gd name="connsiteY84" fmla="*/ 655655 h 881415"/>
                  <a:gd name="connsiteX85" fmla="*/ 703196 w 1236803"/>
                  <a:gd name="connsiteY85" fmla="*/ 678044 h 881415"/>
                  <a:gd name="connsiteX86" fmla="*/ 438661 w 1236803"/>
                  <a:gd name="connsiteY86" fmla="*/ 631684 h 881415"/>
                  <a:gd name="connsiteX87" fmla="*/ 449369 w 1236803"/>
                  <a:gd name="connsiteY87" fmla="*/ 557337 h 881415"/>
                  <a:gd name="connsiteX88" fmla="*/ 502787 w 1236803"/>
                  <a:gd name="connsiteY88" fmla="*/ 498078 h 881415"/>
                  <a:gd name="connsiteX89" fmla="*/ 503639 w 1236803"/>
                  <a:gd name="connsiteY89" fmla="*/ 486153 h 881415"/>
                  <a:gd name="connsiteX90" fmla="*/ 491714 w 1236803"/>
                  <a:gd name="connsiteY90" fmla="*/ 485301 h 881415"/>
                  <a:gd name="connsiteX91" fmla="*/ 430873 w 1236803"/>
                  <a:gd name="connsiteY91" fmla="*/ 541762 h 881415"/>
                  <a:gd name="connsiteX92" fmla="*/ 404225 w 1236803"/>
                  <a:gd name="connsiteY92" fmla="*/ 595058 h 881415"/>
                  <a:gd name="connsiteX93" fmla="*/ 331216 w 1236803"/>
                  <a:gd name="connsiteY93" fmla="*/ 579726 h 881415"/>
                  <a:gd name="connsiteX94" fmla="*/ 281205 w 1236803"/>
                  <a:gd name="connsiteY94" fmla="*/ 455368 h 881415"/>
                  <a:gd name="connsiteX95" fmla="*/ 293373 w 1236803"/>
                  <a:gd name="connsiteY95" fmla="*/ 269317 h 881415"/>
                  <a:gd name="connsiteX96" fmla="*/ 324281 w 1236803"/>
                  <a:gd name="connsiteY96" fmla="*/ 230258 h 881415"/>
                  <a:gd name="connsiteX97" fmla="*/ 329391 w 1236803"/>
                  <a:gd name="connsiteY97" fmla="*/ 225025 h 881415"/>
                  <a:gd name="connsiteX98" fmla="*/ 371858 w 1236803"/>
                  <a:gd name="connsiteY98" fmla="*/ 216508 h 881415"/>
                  <a:gd name="connsiteX99" fmla="*/ 383431 w 1236803"/>
                  <a:gd name="connsiteY99" fmla="*/ 213166 h 881415"/>
                  <a:gd name="connsiteX100" fmla="*/ 381714 w 1236803"/>
                  <a:gd name="connsiteY100" fmla="*/ 202758 h 881415"/>
                  <a:gd name="connsiteX101" fmla="*/ 373926 w 1236803"/>
                  <a:gd name="connsiteY101" fmla="*/ 198864 h 881415"/>
                  <a:gd name="connsiteX102" fmla="*/ 340586 w 1236803"/>
                  <a:gd name="connsiteY102" fmla="*/ 193023 h 881415"/>
                  <a:gd name="connsiteX103" fmla="*/ 312477 w 1236803"/>
                  <a:gd name="connsiteY103" fmla="*/ 206895 h 881415"/>
                  <a:gd name="connsiteX104" fmla="*/ 306515 w 1236803"/>
                  <a:gd name="connsiteY104" fmla="*/ 212979 h 881415"/>
                  <a:gd name="connsiteX105" fmla="*/ 289358 w 1236803"/>
                  <a:gd name="connsiteY105" fmla="*/ 232326 h 881415"/>
                  <a:gd name="connsiteX106" fmla="*/ 231438 w 1236803"/>
                  <a:gd name="connsiteY106" fmla="*/ 105899 h 881415"/>
                  <a:gd name="connsiteX107" fmla="*/ 242511 w 1236803"/>
                  <a:gd name="connsiteY107" fmla="*/ 73045 h 881415"/>
                  <a:gd name="connsiteX108" fmla="*/ 271106 w 1236803"/>
                  <a:gd name="connsiteY108" fmla="*/ 62338 h 881415"/>
                  <a:gd name="connsiteX109" fmla="*/ 273539 w 1236803"/>
                  <a:gd name="connsiteY109" fmla="*/ 62338 h 881415"/>
                  <a:gd name="connsiteX110" fmla="*/ 283152 w 1236803"/>
                  <a:gd name="connsiteY110" fmla="*/ 55402 h 881415"/>
                  <a:gd name="connsiteX111" fmla="*/ 276216 w 1236803"/>
                  <a:gd name="connsiteY111" fmla="*/ 45667 h 881415"/>
                  <a:gd name="connsiteX112" fmla="*/ 221095 w 1236803"/>
                  <a:gd name="connsiteY112" fmla="*/ 61486 h 881415"/>
                  <a:gd name="connsiteX113" fmla="*/ 211239 w 1236803"/>
                  <a:gd name="connsiteY113" fmla="*/ 85214 h 881415"/>
                  <a:gd name="connsiteX114" fmla="*/ 110365 w 1236803"/>
                  <a:gd name="connsiteY114" fmla="*/ 35933 h 881415"/>
                  <a:gd name="connsiteX115" fmla="*/ 0 w 1236803"/>
                  <a:gd name="connsiteY115" fmla="*/ 38975 h 881415"/>
                  <a:gd name="connsiteX116" fmla="*/ 76294 w 1236803"/>
                  <a:gd name="connsiteY116" fmla="*/ 10015 h 881415"/>
                  <a:gd name="connsiteX117" fmla="*/ 98075 w 1236803"/>
                  <a:gd name="connsiteY117" fmla="*/ 5634 h 881415"/>
                  <a:gd name="connsiteX118" fmla="*/ 321969 w 1236803"/>
                  <a:gd name="connsiteY118" fmla="*/ 26563 h 881415"/>
                  <a:gd name="connsiteX119" fmla="*/ 379159 w 1236803"/>
                  <a:gd name="connsiteY119" fmla="*/ 77669 h 881415"/>
                  <a:gd name="connsiteX120" fmla="*/ 371006 w 1236803"/>
                  <a:gd name="connsiteY120" fmla="*/ 161386 h 881415"/>
                  <a:gd name="connsiteX121" fmla="*/ 366261 w 1236803"/>
                  <a:gd name="connsiteY121" fmla="*/ 172459 h 881415"/>
                  <a:gd name="connsiteX122" fmla="*/ 377334 w 1236803"/>
                  <a:gd name="connsiteY122" fmla="*/ 177205 h 881415"/>
                  <a:gd name="connsiteX123" fmla="*/ 433550 w 1236803"/>
                  <a:gd name="connsiteY123" fmla="*/ 233543 h 881415"/>
                  <a:gd name="connsiteX124" fmla="*/ 434889 w 1236803"/>
                  <a:gd name="connsiteY124" fmla="*/ 363012 h 881415"/>
                  <a:gd name="connsiteX125" fmla="*/ 434889 w 1236803"/>
                  <a:gd name="connsiteY125" fmla="*/ 363012 h 881415"/>
                  <a:gd name="connsiteX126" fmla="*/ 441714 w 1236803"/>
                  <a:gd name="connsiteY126" fmla="*/ 372728 h 881415"/>
                  <a:gd name="connsiteX127" fmla="*/ 441825 w 1236803"/>
                  <a:gd name="connsiteY127" fmla="*/ 372746 h 881415"/>
                  <a:gd name="connsiteX128" fmla="*/ 444380 w 1236803"/>
                  <a:gd name="connsiteY128" fmla="*/ 372746 h 881415"/>
                  <a:gd name="connsiteX129" fmla="*/ 451559 w 1236803"/>
                  <a:gd name="connsiteY129" fmla="*/ 365810 h 881415"/>
                  <a:gd name="connsiteX130" fmla="*/ 481371 w 1236803"/>
                  <a:gd name="connsiteY130" fmla="*/ 285988 h 881415"/>
                  <a:gd name="connsiteX131" fmla="*/ 538805 w 1236803"/>
                  <a:gd name="connsiteY131" fmla="*/ 246806 h 881415"/>
                  <a:gd name="connsiteX132" fmla="*/ 546245 w 1236803"/>
                  <a:gd name="connsiteY132" fmla="*/ 237333 h 881415"/>
                  <a:gd name="connsiteX133" fmla="*/ 538805 w 1236803"/>
                  <a:gd name="connsiteY133" fmla="*/ 229893 h 881415"/>
                  <a:gd name="connsiteX134" fmla="*/ 462267 w 1236803"/>
                  <a:gd name="connsiteY134" fmla="*/ 269682 h 881415"/>
                  <a:gd name="connsiteX135" fmla="*/ 456548 w 1236803"/>
                  <a:gd name="connsiteY135" fmla="*/ 226364 h 881415"/>
                  <a:gd name="connsiteX136" fmla="*/ 397168 w 1236803"/>
                  <a:gd name="connsiteY136" fmla="*/ 160291 h 881415"/>
                  <a:gd name="connsiteX137" fmla="*/ 402156 w 1236803"/>
                  <a:gd name="connsiteY137" fmla="*/ 70612 h 881415"/>
                  <a:gd name="connsiteX138" fmla="*/ 357378 w 1236803"/>
                  <a:gd name="connsiteY138" fmla="*/ 17194 h 881415"/>
                  <a:gd name="connsiteX139" fmla="*/ 475530 w 1236803"/>
                  <a:gd name="connsiteY139" fmla="*/ 1497 h 881415"/>
                  <a:gd name="connsiteX140" fmla="*/ 678495 w 1236803"/>
                  <a:gd name="connsiteY140" fmla="*/ 80833 h 881415"/>
                  <a:gd name="connsiteX141" fmla="*/ 674114 w 1236803"/>
                  <a:gd name="connsiteY141" fmla="*/ 97382 h 881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236803" h="881415">
                    <a:moveTo>
                      <a:pt x="674114" y="97382"/>
                    </a:moveTo>
                    <a:cubicBezTo>
                      <a:pt x="671109" y="106854"/>
                      <a:pt x="661849" y="112906"/>
                      <a:pt x="651968" y="111862"/>
                    </a:cubicBezTo>
                    <a:cubicBezTo>
                      <a:pt x="613882" y="105534"/>
                      <a:pt x="544280" y="87526"/>
                      <a:pt x="543550" y="87526"/>
                    </a:cubicBezTo>
                    <a:cubicBezTo>
                      <a:pt x="538112" y="86140"/>
                      <a:pt x="532432" y="88654"/>
                      <a:pt x="529800" y="93610"/>
                    </a:cubicBezTo>
                    <a:cubicBezTo>
                      <a:pt x="527205" y="98635"/>
                      <a:pt x="528415" y="104787"/>
                      <a:pt x="532720" y="108455"/>
                    </a:cubicBezTo>
                    <a:cubicBezTo>
                      <a:pt x="533694" y="109185"/>
                      <a:pt x="628240" y="189008"/>
                      <a:pt x="628362" y="262503"/>
                    </a:cubicBezTo>
                    <a:lnTo>
                      <a:pt x="628362" y="272968"/>
                    </a:lnTo>
                    <a:cubicBezTo>
                      <a:pt x="628362" y="345976"/>
                      <a:pt x="628362" y="376397"/>
                      <a:pt x="607798" y="428111"/>
                    </a:cubicBezTo>
                    <a:cubicBezTo>
                      <a:pt x="593476" y="463320"/>
                      <a:pt x="588609" y="501659"/>
                      <a:pt x="593683" y="539328"/>
                    </a:cubicBezTo>
                    <a:cubicBezTo>
                      <a:pt x="594255" y="543946"/>
                      <a:pt x="598428" y="547251"/>
                      <a:pt x="603052" y="546750"/>
                    </a:cubicBezTo>
                    <a:lnTo>
                      <a:pt x="603052" y="546750"/>
                    </a:lnTo>
                    <a:cubicBezTo>
                      <a:pt x="607591" y="546060"/>
                      <a:pt x="610791" y="541948"/>
                      <a:pt x="610353" y="537381"/>
                    </a:cubicBezTo>
                    <a:cubicBezTo>
                      <a:pt x="610511" y="503023"/>
                      <a:pt x="617155" y="469003"/>
                      <a:pt x="629944" y="437116"/>
                    </a:cubicBezTo>
                    <a:cubicBezTo>
                      <a:pt x="634397" y="426275"/>
                      <a:pt x="638218" y="415183"/>
                      <a:pt x="641382" y="403897"/>
                    </a:cubicBezTo>
                    <a:lnTo>
                      <a:pt x="641382" y="403897"/>
                    </a:lnTo>
                    <a:cubicBezTo>
                      <a:pt x="646006" y="389417"/>
                      <a:pt x="662676" y="350114"/>
                      <a:pt x="687012" y="340744"/>
                    </a:cubicBezTo>
                    <a:cubicBezTo>
                      <a:pt x="721691" y="326994"/>
                      <a:pt x="772189" y="331010"/>
                      <a:pt x="823174" y="351330"/>
                    </a:cubicBezTo>
                    <a:cubicBezTo>
                      <a:pt x="860895" y="366419"/>
                      <a:pt x="878052" y="410467"/>
                      <a:pt x="894722" y="452934"/>
                    </a:cubicBezTo>
                    <a:cubicBezTo>
                      <a:pt x="900563" y="467779"/>
                      <a:pt x="906039" y="481773"/>
                      <a:pt x="912366" y="494671"/>
                    </a:cubicBezTo>
                    <a:cubicBezTo>
                      <a:pt x="940109" y="551131"/>
                      <a:pt x="1025651" y="554660"/>
                      <a:pt x="1028085" y="555511"/>
                    </a:cubicBezTo>
                    <a:lnTo>
                      <a:pt x="1029910" y="555511"/>
                    </a:lnTo>
                    <a:cubicBezTo>
                      <a:pt x="1033852" y="554909"/>
                      <a:pt x="1036858" y="551693"/>
                      <a:pt x="1037211" y="547724"/>
                    </a:cubicBezTo>
                    <a:cubicBezTo>
                      <a:pt x="1037564" y="543100"/>
                      <a:pt x="1034096" y="539070"/>
                      <a:pt x="1029472" y="538723"/>
                    </a:cubicBezTo>
                    <a:cubicBezTo>
                      <a:pt x="1029448" y="538722"/>
                      <a:pt x="1029436" y="538721"/>
                      <a:pt x="1029423" y="538719"/>
                    </a:cubicBezTo>
                    <a:cubicBezTo>
                      <a:pt x="1029423" y="538719"/>
                      <a:pt x="955685" y="528742"/>
                      <a:pt x="934025" y="484693"/>
                    </a:cubicBezTo>
                    <a:cubicBezTo>
                      <a:pt x="928185" y="472525"/>
                      <a:pt x="922831" y="459140"/>
                      <a:pt x="917233" y="444782"/>
                    </a:cubicBezTo>
                    <a:cubicBezTo>
                      <a:pt x="899589" y="399638"/>
                      <a:pt x="879512" y="348532"/>
                      <a:pt x="832056" y="329549"/>
                    </a:cubicBezTo>
                    <a:cubicBezTo>
                      <a:pt x="774988" y="306673"/>
                      <a:pt x="718771" y="302780"/>
                      <a:pt x="678008" y="318963"/>
                    </a:cubicBezTo>
                    <a:cubicBezTo>
                      <a:pt x="667811" y="323158"/>
                      <a:pt x="658709" y="329605"/>
                      <a:pt x="651360" y="337824"/>
                    </a:cubicBezTo>
                    <a:cubicBezTo>
                      <a:pt x="652211" y="319450"/>
                      <a:pt x="652211" y="298886"/>
                      <a:pt x="652211" y="273576"/>
                    </a:cubicBezTo>
                    <a:lnTo>
                      <a:pt x="652211" y="266275"/>
                    </a:lnTo>
                    <a:cubicBezTo>
                      <a:pt x="664732" y="243904"/>
                      <a:pt x="680575" y="223555"/>
                      <a:pt x="699180" y="205921"/>
                    </a:cubicBezTo>
                    <a:cubicBezTo>
                      <a:pt x="712383" y="193005"/>
                      <a:pt x="731742" y="188669"/>
                      <a:pt x="749191" y="194727"/>
                    </a:cubicBezTo>
                    <a:cubicBezTo>
                      <a:pt x="753195" y="197113"/>
                      <a:pt x="758366" y="195805"/>
                      <a:pt x="760751" y="191806"/>
                    </a:cubicBezTo>
                    <a:cubicBezTo>
                      <a:pt x="763136" y="187808"/>
                      <a:pt x="761834" y="182633"/>
                      <a:pt x="757831" y="180247"/>
                    </a:cubicBezTo>
                    <a:cubicBezTo>
                      <a:pt x="733750" y="166742"/>
                      <a:pt x="703780" y="169862"/>
                      <a:pt x="682997" y="188034"/>
                    </a:cubicBezTo>
                    <a:cubicBezTo>
                      <a:pt x="669746" y="200199"/>
                      <a:pt x="657833" y="213741"/>
                      <a:pt x="647466" y="228432"/>
                    </a:cubicBezTo>
                    <a:cubicBezTo>
                      <a:pt x="635298" y="186452"/>
                      <a:pt x="605243" y="147271"/>
                      <a:pt x="581028" y="121231"/>
                    </a:cubicBezTo>
                    <a:cubicBezTo>
                      <a:pt x="602931" y="126464"/>
                      <a:pt x="628849" y="132304"/>
                      <a:pt x="647831" y="135346"/>
                    </a:cubicBezTo>
                    <a:cubicBezTo>
                      <a:pt x="659646" y="137723"/>
                      <a:pt x="671900" y="134737"/>
                      <a:pt x="681293" y="127194"/>
                    </a:cubicBezTo>
                    <a:cubicBezTo>
                      <a:pt x="685613" y="123825"/>
                      <a:pt x="689276" y="119703"/>
                      <a:pt x="692123" y="115026"/>
                    </a:cubicBezTo>
                    <a:cubicBezTo>
                      <a:pt x="736780" y="119406"/>
                      <a:pt x="834855" y="134251"/>
                      <a:pt x="863450" y="162603"/>
                    </a:cubicBezTo>
                    <a:cubicBezTo>
                      <a:pt x="887397" y="189446"/>
                      <a:pt x="903483" y="222369"/>
                      <a:pt x="909932" y="257758"/>
                    </a:cubicBezTo>
                    <a:cubicBezTo>
                      <a:pt x="910881" y="263098"/>
                      <a:pt x="915250" y="267168"/>
                      <a:pt x="920640" y="267735"/>
                    </a:cubicBezTo>
                    <a:cubicBezTo>
                      <a:pt x="921614" y="267735"/>
                      <a:pt x="1021392" y="278443"/>
                      <a:pt x="1056680" y="320667"/>
                    </a:cubicBezTo>
                    <a:cubicBezTo>
                      <a:pt x="1091968" y="362890"/>
                      <a:pt x="1095375" y="425921"/>
                      <a:pt x="1095375" y="425921"/>
                    </a:cubicBezTo>
                    <a:cubicBezTo>
                      <a:pt x="1095375" y="432641"/>
                      <a:pt x="1100826" y="438089"/>
                      <a:pt x="1107543" y="438089"/>
                    </a:cubicBezTo>
                    <a:cubicBezTo>
                      <a:pt x="1108638" y="438089"/>
                      <a:pt x="1224235" y="439914"/>
                      <a:pt x="1235551" y="511098"/>
                    </a:cubicBezTo>
                    <a:cubicBezTo>
                      <a:pt x="1245164" y="571087"/>
                      <a:pt x="1196857" y="619029"/>
                      <a:pt x="1177753" y="635334"/>
                    </a:cubicBezTo>
                    <a:cubicBezTo>
                      <a:pt x="1173080" y="626879"/>
                      <a:pt x="1170379" y="617479"/>
                      <a:pt x="1169843" y="607834"/>
                    </a:cubicBezTo>
                    <a:cubicBezTo>
                      <a:pt x="1169369" y="587377"/>
                      <a:pt x="1173530" y="567077"/>
                      <a:pt x="1182012" y="548454"/>
                    </a:cubicBezTo>
                    <a:cubicBezTo>
                      <a:pt x="1184421" y="544261"/>
                      <a:pt x="1182985" y="538904"/>
                      <a:pt x="1178799" y="536489"/>
                    </a:cubicBezTo>
                    <a:cubicBezTo>
                      <a:pt x="1175210" y="534423"/>
                      <a:pt x="1170659" y="535149"/>
                      <a:pt x="1167897" y="538233"/>
                    </a:cubicBezTo>
                    <a:cubicBezTo>
                      <a:pt x="1152614" y="558380"/>
                      <a:pt x="1144704" y="583166"/>
                      <a:pt x="1145507" y="608443"/>
                    </a:cubicBezTo>
                    <a:cubicBezTo>
                      <a:pt x="1146566" y="624585"/>
                      <a:pt x="1151482" y="640237"/>
                      <a:pt x="1159866" y="654073"/>
                    </a:cubicBezTo>
                    <a:cubicBezTo>
                      <a:pt x="1170939" y="676341"/>
                      <a:pt x="1181525" y="697392"/>
                      <a:pt x="1165220" y="733288"/>
                    </a:cubicBezTo>
                    <a:cubicBezTo>
                      <a:pt x="1148781" y="774224"/>
                      <a:pt x="1110317" y="802094"/>
                      <a:pt x="1066293" y="804958"/>
                    </a:cubicBezTo>
                    <a:cubicBezTo>
                      <a:pt x="1069152" y="790544"/>
                      <a:pt x="1070053" y="775808"/>
                      <a:pt x="1068970" y="761153"/>
                    </a:cubicBezTo>
                    <a:cubicBezTo>
                      <a:pt x="1068227" y="749909"/>
                      <a:pt x="1068592" y="738619"/>
                      <a:pt x="1070065" y="727447"/>
                    </a:cubicBezTo>
                    <a:cubicBezTo>
                      <a:pt x="1077183" y="690928"/>
                      <a:pt x="1086407" y="654850"/>
                      <a:pt x="1097687" y="619394"/>
                    </a:cubicBezTo>
                    <a:cubicBezTo>
                      <a:pt x="1098976" y="614731"/>
                      <a:pt x="1096251" y="609903"/>
                      <a:pt x="1091590" y="608609"/>
                    </a:cubicBezTo>
                    <a:cubicBezTo>
                      <a:pt x="1087526" y="607484"/>
                      <a:pt x="1083243" y="609407"/>
                      <a:pt x="1081381" y="613188"/>
                    </a:cubicBezTo>
                    <a:cubicBezTo>
                      <a:pt x="1066135" y="648750"/>
                      <a:pt x="1054404" y="685713"/>
                      <a:pt x="1046337" y="723553"/>
                    </a:cubicBezTo>
                    <a:cubicBezTo>
                      <a:pt x="1043928" y="736184"/>
                      <a:pt x="1043441" y="749105"/>
                      <a:pt x="1044877" y="761883"/>
                    </a:cubicBezTo>
                    <a:cubicBezTo>
                      <a:pt x="1047907" y="795803"/>
                      <a:pt x="1031881" y="828608"/>
                      <a:pt x="1003262" y="847060"/>
                    </a:cubicBezTo>
                    <a:cubicBezTo>
                      <a:pt x="950331" y="880400"/>
                      <a:pt x="916382" y="881739"/>
                      <a:pt x="907620" y="881374"/>
                    </a:cubicBezTo>
                    <a:cubicBezTo>
                      <a:pt x="884294" y="833586"/>
                      <a:pt x="852973" y="790130"/>
                      <a:pt x="815021" y="752878"/>
                    </a:cubicBezTo>
                    <a:lnTo>
                      <a:pt x="822809" y="752027"/>
                    </a:lnTo>
                    <a:cubicBezTo>
                      <a:pt x="847413" y="748542"/>
                      <a:pt x="871019" y="740008"/>
                      <a:pt x="892167" y="726960"/>
                    </a:cubicBezTo>
                    <a:cubicBezTo>
                      <a:pt x="949844" y="692038"/>
                      <a:pt x="939623" y="604062"/>
                      <a:pt x="939379" y="601629"/>
                    </a:cubicBezTo>
                    <a:cubicBezTo>
                      <a:pt x="939051" y="597002"/>
                      <a:pt x="935047" y="593515"/>
                      <a:pt x="930423" y="593837"/>
                    </a:cubicBezTo>
                    <a:cubicBezTo>
                      <a:pt x="930399" y="593839"/>
                      <a:pt x="930387" y="593840"/>
                      <a:pt x="930375" y="593841"/>
                    </a:cubicBezTo>
                    <a:cubicBezTo>
                      <a:pt x="925714" y="594229"/>
                      <a:pt x="922234" y="598303"/>
                      <a:pt x="922587" y="602967"/>
                    </a:cubicBezTo>
                    <a:cubicBezTo>
                      <a:pt x="922587" y="603697"/>
                      <a:pt x="924412" y="679261"/>
                      <a:pt x="879755" y="706396"/>
                    </a:cubicBezTo>
                    <a:cubicBezTo>
                      <a:pt x="852170" y="723472"/>
                      <a:pt x="819852" y="731275"/>
                      <a:pt x="787521" y="728664"/>
                    </a:cubicBezTo>
                    <a:cubicBezTo>
                      <a:pt x="767955" y="712979"/>
                      <a:pt x="746782" y="699398"/>
                      <a:pt x="724368" y="688144"/>
                    </a:cubicBezTo>
                    <a:cubicBezTo>
                      <a:pt x="726194" y="684737"/>
                      <a:pt x="731183" y="679991"/>
                      <a:pt x="736537" y="672082"/>
                    </a:cubicBezTo>
                    <a:cubicBezTo>
                      <a:pt x="741891" y="664173"/>
                      <a:pt x="751017" y="622071"/>
                      <a:pt x="749800" y="566463"/>
                    </a:cubicBezTo>
                    <a:cubicBezTo>
                      <a:pt x="749800" y="551618"/>
                      <a:pt x="749070" y="537624"/>
                      <a:pt x="749800" y="525578"/>
                    </a:cubicBezTo>
                    <a:cubicBezTo>
                      <a:pt x="750652" y="487005"/>
                      <a:pt x="794335" y="461087"/>
                      <a:pt x="794578" y="460965"/>
                    </a:cubicBezTo>
                    <a:cubicBezTo>
                      <a:pt x="798704" y="458848"/>
                      <a:pt x="800419" y="453855"/>
                      <a:pt x="798472" y="449649"/>
                    </a:cubicBezTo>
                    <a:cubicBezTo>
                      <a:pt x="796355" y="445519"/>
                      <a:pt x="791330" y="443842"/>
                      <a:pt x="787156" y="445877"/>
                    </a:cubicBezTo>
                    <a:cubicBezTo>
                      <a:pt x="785452" y="446607"/>
                      <a:pt x="726315" y="471673"/>
                      <a:pt x="726315" y="524969"/>
                    </a:cubicBezTo>
                    <a:cubicBezTo>
                      <a:pt x="726315" y="537138"/>
                      <a:pt x="726315" y="551861"/>
                      <a:pt x="726315" y="567071"/>
                    </a:cubicBezTo>
                    <a:cubicBezTo>
                      <a:pt x="727045" y="598708"/>
                      <a:pt x="728749" y="638011"/>
                      <a:pt x="719623" y="655655"/>
                    </a:cubicBezTo>
                    <a:cubicBezTo>
                      <a:pt x="715766" y="664181"/>
                      <a:pt x="710168" y="671807"/>
                      <a:pt x="703196" y="678044"/>
                    </a:cubicBezTo>
                    <a:cubicBezTo>
                      <a:pt x="619966" y="643730"/>
                      <a:pt x="500597" y="634361"/>
                      <a:pt x="438661" y="631684"/>
                    </a:cubicBezTo>
                    <a:cubicBezTo>
                      <a:pt x="433550" y="626938"/>
                      <a:pt x="411526" y="602115"/>
                      <a:pt x="449369" y="557337"/>
                    </a:cubicBezTo>
                    <a:cubicBezTo>
                      <a:pt x="476990" y="524848"/>
                      <a:pt x="502543" y="498321"/>
                      <a:pt x="502787" y="498078"/>
                    </a:cubicBezTo>
                    <a:cubicBezTo>
                      <a:pt x="506314" y="495020"/>
                      <a:pt x="506696" y="489681"/>
                      <a:pt x="503639" y="486153"/>
                    </a:cubicBezTo>
                    <a:cubicBezTo>
                      <a:pt x="500581" y="482624"/>
                      <a:pt x="495243" y="482244"/>
                      <a:pt x="491714" y="485301"/>
                    </a:cubicBezTo>
                    <a:cubicBezTo>
                      <a:pt x="469376" y="501773"/>
                      <a:pt x="448966" y="520713"/>
                      <a:pt x="430873" y="541762"/>
                    </a:cubicBezTo>
                    <a:cubicBezTo>
                      <a:pt x="417144" y="556659"/>
                      <a:pt x="407906" y="575135"/>
                      <a:pt x="404225" y="595058"/>
                    </a:cubicBezTo>
                    <a:cubicBezTo>
                      <a:pt x="379104" y="594919"/>
                      <a:pt x="354271" y="589704"/>
                      <a:pt x="331216" y="579726"/>
                    </a:cubicBezTo>
                    <a:cubicBezTo>
                      <a:pt x="291548" y="563786"/>
                      <a:pt x="281692" y="485423"/>
                      <a:pt x="281205" y="455368"/>
                    </a:cubicBezTo>
                    <a:cubicBezTo>
                      <a:pt x="290841" y="393842"/>
                      <a:pt x="294914" y="331574"/>
                      <a:pt x="293373" y="269317"/>
                    </a:cubicBezTo>
                    <a:cubicBezTo>
                      <a:pt x="302526" y="255427"/>
                      <a:pt x="312868" y="242359"/>
                      <a:pt x="324281" y="230258"/>
                    </a:cubicBezTo>
                    <a:cubicBezTo>
                      <a:pt x="325984" y="228432"/>
                      <a:pt x="327566" y="226729"/>
                      <a:pt x="329391" y="225025"/>
                    </a:cubicBezTo>
                    <a:cubicBezTo>
                      <a:pt x="341268" y="215342"/>
                      <a:pt x="357165" y="212154"/>
                      <a:pt x="371858" y="216508"/>
                    </a:cubicBezTo>
                    <a:cubicBezTo>
                      <a:pt x="375977" y="218781"/>
                      <a:pt x="381158" y="217284"/>
                      <a:pt x="383431" y="213166"/>
                    </a:cubicBezTo>
                    <a:cubicBezTo>
                      <a:pt x="385334" y="209717"/>
                      <a:pt x="384625" y="205413"/>
                      <a:pt x="381714" y="202758"/>
                    </a:cubicBezTo>
                    <a:cubicBezTo>
                      <a:pt x="379301" y="201122"/>
                      <a:pt x="376683" y="199813"/>
                      <a:pt x="373926" y="198864"/>
                    </a:cubicBezTo>
                    <a:cubicBezTo>
                      <a:pt x="363229" y="195024"/>
                      <a:pt x="351952" y="193048"/>
                      <a:pt x="340586" y="193023"/>
                    </a:cubicBezTo>
                    <a:cubicBezTo>
                      <a:pt x="330021" y="194673"/>
                      <a:pt x="320214" y="199514"/>
                      <a:pt x="312477" y="206895"/>
                    </a:cubicBezTo>
                    <a:lnTo>
                      <a:pt x="306515" y="212979"/>
                    </a:lnTo>
                    <a:cubicBezTo>
                      <a:pt x="299701" y="219915"/>
                      <a:pt x="294347" y="226607"/>
                      <a:pt x="289358" y="232326"/>
                    </a:cubicBezTo>
                    <a:cubicBezTo>
                      <a:pt x="281525" y="185817"/>
                      <a:pt x="261544" y="142204"/>
                      <a:pt x="231438" y="105899"/>
                    </a:cubicBezTo>
                    <a:cubicBezTo>
                      <a:pt x="233772" y="94537"/>
                      <a:pt x="237490" y="83503"/>
                      <a:pt x="242511" y="73045"/>
                    </a:cubicBezTo>
                    <a:cubicBezTo>
                      <a:pt x="246161" y="65988"/>
                      <a:pt x="265022" y="61851"/>
                      <a:pt x="271106" y="62338"/>
                    </a:cubicBezTo>
                    <a:lnTo>
                      <a:pt x="273539" y="62338"/>
                    </a:lnTo>
                    <a:cubicBezTo>
                      <a:pt x="278107" y="63069"/>
                      <a:pt x="282406" y="59967"/>
                      <a:pt x="283152" y="55402"/>
                    </a:cubicBezTo>
                    <a:cubicBezTo>
                      <a:pt x="283820" y="50823"/>
                      <a:pt x="280762" y="46531"/>
                      <a:pt x="276216" y="45667"/>
                    </a:cubicBezTo>
                    <a:cubicBezTo>
                      <a:pt x="273296" y="45667"/>
                      <a:pt x="234480" y="36176"/>
                      <a:pt x="221095" y="61486"/>
                    </a:cubicBezTo>
                    <a:cubicBezTo>
                      <a:pt x="216965" y="69017"/>
                      <a:pt x="213660" y="76972"/>
                      <a:pt x="211239" y="85214"/>
                    </a:cubicBezTo>
                    <a:cubicBezTo>
                      <a:pt x="183158" y="59274"/>
                      <a:pt x="148086" y="42140"/>
                      <a:pt x="110365" y="35933"/>
                    </a:cubicBezTo>
                    <a:cubicBezTo>
                      <a:pt x="73740" y="29608"/>
                      <a:pt x="36221" y="30642"/>
                      <a:pt x="0" y="38975"/>
                    </a:cubicBezTo>
                    <a:cubicBezTo>
                      <a:pt x="24479" y="26977"/>
                      <a:pt x="50019" y="17282"/>
                      <a:pt x="76294" y="10015"/>
                    </a:cubicBezTo>
                    <a:cubicBezTo>
                      <a:pt x="83447" y="8063"/>
                      <a:pt x="90724" y="6600"/>
                      <a:pt x="98075" y="5634"/>
                    </a:cubicBezTo>
                    <a:cubicBezTo>
                      <a:pt x="180818" y="-5804"/>
                      <a:pt x="300674" y="18897"/>
                      <a:pt x="321969" y="26563"/>
                    </a:cubicBezTo>
                    <a:cubicBezTo>
                      <a:pt x="347073" y="35311"/>
                      <a:pt x="367655" y="53703"/>
                      <a:pt x="379159" y="77669"/>
                    </a:cubicBezTo>
                    <a:cubicBezTo>
                      <a:pt x="391327" y="104683"/>
                      <a:pt x="371250" y="160899"/>
                      <a:pt x="371006" y="161386"/>
                    </a:cubicBezTo>
                    <a:lnTo>
                      <a:pt x="366261" y="172459"/>
                    </a:lnTo>
                    <a:lnTo>
                      <a:pt x="377334" y="177205"/>
                    </a:lnTo>
                    <a:cubicBezTo>
                      <a:pt x="367234" y="172824"/>
                      <a:pt x="427466" y="213709"/>
                      <a:pt x="433550" y="233543"/>
                    </a:cubicBezTo>
                    <a:cubicBezTo>
                      <a:pt x="443528" y="265910"/>
                      <a:pt x="437687" y="345855"/>
                      <a:pt x="434889" y="363012"/>
                    </a:cubicBezTo>
                    <a:lnTo>
                      <a:pt x="434889" y="363012"/>
                    </a:lnTo>
                    <a:cubicBezTo>
                      <a:pt x="434091" y="367580"/>
                      <a:pt x="437146" y="371930"/>
                      <a:pt x="441714" y="372728"/>
                    </a:cubicBezTo>
                    <a:cubicBezTo>
                      <a:pt x="441750" y="372734"/>
                      <a:pt x="441788" y="372740"/>
                      <a:pt x="441825" y="372746"/>
                    </a:cubicBezTo>
                    <a:cubicBezTo>
                      <a:pt x="442672" y="372868"/>
                      <a:pt x="443533" y="372868"/>
                      <a:pt x="444380" y="372746"/>
                    </a:cubicBezTo>
                    <a:cubicBezTo>
                      <a:pt x="448036" y="372262"/>
                      <a:pt x="450949" y="369449"/>
                      <a:pt x="451559" y="365810"/>
                    </a:cubicBezTo>
                    <a:cubicBezTo>
                      <a:pt x="459182" y="338394"/>
                      <a:pt x="469157" y="311688"/>
                      <a:pt x="481371" y="285988"/>
                    </a:cubicBezTo>
                    <a:cubicBezTo>
                      <a:pt x="492770" y="264156"/>
                      <a:pt x="514317" y="249455"/>
                      <a:pt x="538805" y="246806"/>
                    </a:cubicBezTo>
                    <a:cubicBezTo>
                      <a:pt x="543475" y="246245"/>
                      <a:pt x="546806" y="242003"/>
                      <a:pt x="546245" y="237333"/>
                    </a:cubicBezTo>
                    <a:cubicBezTo>
                      <a:pt x="545777" y="233435"/>
                      <a:pt x="542703" y="230361"/>
                      <a:pt x="538805" y="229893"/>
                    </a:cubicBezTo>
                    <a:cubicBezTo>
                      <a:pt x="507884" y="227924"/>
                      <a:pt x="478418" y="243243"/>
                      <a:pt x="462267" y="269682"/>
                    </a:cubicBezTo>
                    <a:cubicBezTo>
                      <a:pt x="462321" y="255051"/>
                      <a:pt x="460397" y="240480"/>
                      <a:pt x="456548" y="226364"/>
                    </a:cubicBezTo>
                    <a:cubicBezTo>
                      <a:pt x="445718" y="191441"/>
                      <a:pt x="413838" y="169660"/>
                      <a:pt x="397168" y="160291"/>
                    </a:cubicBezTo>
                    <a:cubicBezTo>
                      <a:pt x="407630" y="131543"/>
                      <a:pt x="409365" y="100344"/>
                      <a:pt x="402156" y="70612"/>
                    </a:cubicBezTo>
                    <a:cubicBezTo>
                      <a:pt x="394128" y="48007"/>
                      <a:pt x="378234" y="29046"/>
                      <a:pt x="357378" y="17194"/>
                    </a:cubicBezTo>
                    <a:cubicBezTo>
                      <a:pt x="370641" y="13787"/>
                      <a:pt x="429413" y="-5439"/>
                      <a:pt x="475530" y="1497"/>
                    </a:cubicBezTo>
                    <a:cubicBezTo>
                      <a:pt x="612057" y="22183"/>
                      <a:pt x="655010" y="63919"/>
                      <a:pt x="678495" y="80833"/>
                    </a:cubicBezTo>
                    <a:cubicBezTo>
                      <a:pt x="678373" y="82050"/>
                      <a:pt x="674844" y="97382"/>
                      <a:pt x="674114" y="97382"/>
                    </a:cubicBezTo>
                    <a:close/>
                  </a:path>
                </a:pathLst>
              </a:custGeom>
              <a:solidFill>
                <a:schemeClr val="bg2"/>
              </a:solidFill>
              <a:ln w="12128" cap="flat">
                <a:noFill/>
                <a:prstDash val="solid"/>
                <a:miter/>
              </a:ln>
            </p:spPr>
            <p:txBody>
              <a:bodyPr rtlCol="0" anchor="ctr"/>
              <a:lstStyle/>
              <a:p>
                <a:pPr defTabSz="685526">
                  <a:defRPr/>
                </a:pPr>
                <a:endParaRPr lang="de-DE" sz="1275" dirty="0">
                  <a:solidFill>
                    <a:srgbClr val="000000"/>
                  </a:solidFill>
                  <a:latin typeface="Arial"/>
                </a:endParaRPr>
              </a:p>
            </p:txBody>
          </p:sp>
          <p:sp>
            <p:nvSpPr>
              <p:cNvPr id="22" name="Freihandform: Form 21">
                <a:extLst>
                  <a:ext uri="{FF2B5EF4-FFF2-40B4-BE49-F238E27FC236}">
                    <a16:creationId xmlns:a16="http://schemas.microsoft.com/office/drawing/2014/main" id="{5E760576-8423-4250-BF7B-474A1B55F56A}"/>
                  </a:ext>
                </a:extLst>
              </p:cNvPr>
              <p:cNvSpPr/>
              <p:nvPr/>
            </p:nvSpPr>
            <p:spPr>
              <a:xfrm>
                <a:off x="5476251" y="3385693"/>
                <a:ext cx="229004" cy="122929"/>
              </a:xfrm>
              <a:custGeom>
                <a:avLst/>
                <a:gdLst>
                  <a:gd name="connsiteX0" fmla="*/ 82622 w 229004"/>
                  <a:gd name="connsiteY0" fmla="*/ 0 h 122929"/>
                  <a:gd name="connsiteX1" fmla="*/ 141637 w 229004"/>
                  <a:gd name="connsiteY1" fmla="*/ 93573 h 122929"/>
                  <a:gd name="connsiteX2" fmla="*/ 224989 w 229004"/>
                  <a:gd name="connsiteY2" fmla="*/ 111095 h 122929"/>
                  <a:gd name="connsiteX3" fmla="*/ 229004 w 229004"/>
                  <a:gd name="connsiteY3" fmla="*/ 122290 h 122929"/>
                  <a:gd name="connsiteX4" fmla="*/ 217688 w 229004"/>
                  <a:gd name="connsiteY4" fmla="*/ 122290 h 122929"/>
                  <a:gd name="connsiteX5" fmla="*/ 37478 w 229004"/>
                  <a:gd name="connsiteY5" fmla="*/ 107323 h 122929"/>
                  <a:gd name="connsiteX6" fmla="*/ 0 w 229004"/>
                  <a:gd name="connsiteY6" fmla="*/ 96858 h 122929"/>
                  <a:gd name="connsiteX7" fmla="*/ 26405 w 229004"/>
                  <a:gd name="connsiteY7" fmla="*/ 85542 h 122929"/>
                  <a:gd name="connsiteX8" fmla="*/ 82622 w 229004"/>
                  <a:gd name="connsiteY8" fmla="*/ 0 h 12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004" h="122929">
                    <a:moveTo>
                      <a:pt x="82622" y="0"/>
                    </a:moveTo>
                    <a:cubicBezTo>
                      <a:pt x="89922" y="36504"/>
                      <a:pt x="106106" y="79336"/>
                      <a:pt x="141637" y="93573"/>
                    </a:cubicBezTo>
                    <a:cubicBezTo>
                      <a:pt x="167802" y="105448"/>
                      <a:pt x="196257" y="111430"/>
                      <a:pt x="224989" y="111095"/>
                    </a:cubicBezTo>
                    <a:cubicBezTo>
                      <a:pt x="225938" y="114955"/>
                      <a:pt x="227284" y="118706"/>
                      <a:pt x="229004" y="122290"/>
                    </a:cubicBezTo>
                    <a:lnTo>
                      <a:pt x="217688" y="122290"/>
                    </a:lnTo>
                    <a:cubicBezTo>
                      <a:pt x="157229" y="124829"/>
                      <a:pt x="96689" y="119801"/>
                      <a:pt x="37478" y="107323"/>
                    </a:cubicBezTo>
                    <a:cubicBezTo>
                      <a:pt x="24793" y="104567"/>
                      <a:pt x="12279" y="101072"/>
                      <a:pt x="0" y="96858"/>
                    </a:cubicBezTo>
                    <a:cubicBezTo>
                      <a:pt x="9182" y="94044"/>
                      <a:pt x="18034" y="90251"/>
                      <a:pt x="26405" y="85542"/>
                    </a:cubicBezTo>
                    <a:cubicBezTo>
                      <a:pt x="49403" y="72644"/>
                      <a:pt x="69237" y="33219"/>
                      <a:pt x="82622" y="0"/>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3" name="Freihandform: Form 22">
                <a:extLst>
                  <a:ext uri="{FF2B5EF4-FFF2-40B4-BE49-F238E27FC236}">
                    <a16:creationId xmlns:a16="http://schemas.microsoft.com/office/drawing/2014/main" id="{859398CA-3F61-4183-8AB8-813051ECC60B}"/>
                  </a:ext>
                </a:extLst>
              </p:cNvPr>
              <p:cNvSpPr/>
              <p:nvPr/>
            </p:nvSpPr>
            <p:spPr>
              <a:xfrm>
                <a:off x="4722989" y="2931943"/>
                <a:ext cx="1489903" cy="1178479"/>
              </a:xfrm>
              <a:custGeom>
                <a:avLst/>
                <a:gdLst>
                  <a:gd name="connsiteX0" fmla="*/ 28283 w 1489902"/>
                  <a:gd name="connsiteY0" fmla="*/ 962252 h 1178478"/>
                  <a:gd name="connsiteX1" fmla="*/ 111878 w 1489902"/>
                  <a:gd name="connsiteY1" fmla="*/ 1010924 h 1178478"/>
                  <a:gd name="connsiteX2" fmla="*/ 132199 w 1489902"/>
                  <a:gd name="connsiteY2" fmla="*/ 911024 h 1178478"/>
                  <a:gd name="connsiteX3" fmla="*/ 214091 w 1489902"/>
                  <a:gd name="connsiteY3" fmla="*/ 847506 h 1178478"/>
                  <a:gd name="connsiteX4" fmla="*/ 201923 w 1489902"/>
                  <a:gd name="connsiteY4" fmla="*/ 839476 h 1178478"/>
                  <a:gd name="connsiteX5" fmla="*/ 165418 w 1489902"/>
                  <a:gd name="connsiteY5" fmla="*/ 771212 h 1178478"/>
                  <a:gd name="connsiteX6" fmla="*/ 170955 w 1489902"/>
                  <a:gd name="connsiteY6" fmla="*/ 760687 h 1178478"/>
                  <a:gd name="connsiteX7" fmla="*/ 181480 w 1489902"/>
                  <a:gd name="connsiteY7" fmla="*/ 766223 h 1178478"/>
                  <a:gd name="connsiteX8" fmla="*/ 217984 w 1489902"/>
                  <a:gd name="connsiteY8" fmla="*/ 820007 h 1178478"/>
                  <a:gd name="connsiteX9" fmla="*/ 256436 w 1489902"/>
                  <a:gd name="connsiteY9" fmla="*/ 845803 h 1178478"/>
                  <a:gd name="connsiteX10" fmla="*/ 343438 w 1489902"/>
                  <a:gd name="connsiteY10" fmla="*/ 908590 h 1178478"/>
                  <a:gd name="connsiteX11" fmla="*/ 434334 w 1489902"/>
                  <a:gd name="connsiteY11" fmla="*/ 868922 h 1178478"/>
                  <a:gd name="connsiteX12" fmla="*/ 639975 w 1489902"/>
                  <a:gd name="connsiteY12" fmla="*/ 894475 h 1178478"/>
                  <a:gd name="connsiteX13" fmla="*/ 747541 w 1489902"/>
                  <a:gd name="connsiteY13" fmla="*/ 905792 h 1178478"/>
                  <a:gd name="connsiteX14" fmla="*/ 802663 w 1489902"/>
                  <a:gd name="connsiteY14" fmla="*/ 931710 h 1178478"/>
                  <a:gd name="connsiteX15" fmla="*/ 863504 w 1489902"/>
                  <a:gd name="connsiteY15" fmla="*/ 958236 h 1178478"/>
                  <a:gd name="connsiteX16" fmla="*/ 898548 w 1489902"/>
                  <a:gd name="connsiteY16" fmla="*/ 959940 h 1178478"/>
                  <a:gd name="connsiteX17" fmla="*/ 964012 w 1489902"/>
                  <a:gd name="connsiteY17" fmla="*/ 968336 h 1178478"/>
                  <a:gd name="connsiteX18" fmla="*/ 1009886 w 1489902"/>
                  <a:gd name="connsiteY18" fmla="*/ 998269 h 1178478"/>
                  <a:gd name="connsiteX19" fmla="*/ 1058559 w 1489902"/>
                  <a:gd name="connsiteY19" fmla="*/ 1027230 h 1178478"/>
                  <a:gd name="connsiteX20" fmla="*/ 1067563 w 1489902"/>
                  <a:gd name="connsiteY20" fmla="*/ 1035017 h 1178478"/>
                  <a:gd name="connsiteX21" fmla="*/ 1059775 w 1489902"/>
                  <a:gd name="connsiteY21" fmla="*/ 1044022 h 1178478"/>
                  <a:gd name="connsiteX22" fmla="*/ 1058559 w 1489902"/>
                  <a:gd name="connsiteY22" fmla="*/ 1044022 h 1178478"/>
                  <a:gd name="connsiteX23" fmla="*/ 993581 w 1489902"/>
                  <a:gd name="connsiteY23" fmla="*/ 1016400 h 1178478"/>
                  <a:gd name="connsiteX24" fmla="*/ 956346 w 1489902"/>
                  <a:gd name="connsiteY24" fmla="*/ 991820 h 1178478"/>
                  <a:gd name="connsiteX25" fmla="*/ 898791 w 1489902"/>
                  <a:gd name="connsiteY25" fmla="*/ 984885 h 1178478"/>
                  <a:gd name="connsiteX26" fmla="*/ 859001 w 1489902"/>
                  <a:gd name="connsiteY26" fmla="*/ 982329 h 1178478"/>
                  <a:gd name="connsiteX27" fmla="*/ 790616 w 1489902"/>
                  <a:gd name="connsiteY27" fmla="*/ 953369 h 1178478"/>
                  <a:gd name="connsiteX28" fmla="*/ 739024 w 1489902"/>
                  <a:gd name="connsiteY28" fmla="*/ 929033 h 1178478"/>
                  <a:gd name="connsiteX29" fmla="*/ 638150 w 1489902"/>
                  <a:gd name="connsiteY29" fmla="*/ 919055 h 1178478"/>
                  <a:gd name="connsiteX30" fmla="*/ 636325 w 1489902"/>
                  <a:gd name="connsiteY30" fmla="*/ 919055 h 1178478"/>
                  <a:gd name="connsiteX31" fmla="*/ 634621 w 1489902"/>
                  <a:gd name="connsiteY31" fmla="*/ 919055 h 1178478"/>
                  <a:gd name="connsiteX32" fmla="*/ 436281 w 1489902"/>
                  <a:gd name="connsiteY32" fmla="*/ 892772 h 1178478"/>
                  <a:gd name="connsiteX33" fmla="*/ 350495 w 1489902"/>
                  <a:gd name="connsiteY33" fmla="*/ 941444 h 1178478"/>
                  <a:gd name="connsiteX34" fmla="*/ 337475 w 1489902"/>
                  <a:gd name="connsiteY34" fmla="*/ 950084 h 1178478"/>
                  <a:gd name="connsiteX35" fmla="*/ 326889 w 1489902"/>
                  <a:gd name="connsiteY35" fmla="*/ 937916 h 1178478"/>
                  <a:gd name="connsiteX36" fmla="*/ 326889 w 1489902"/>
                  <a:gd name="connsiteY36" fmla="*/ 937916 h 1178478"/>
                  <a:gd name="connsiteX37" fmla="*/ 326889 w 1489902"/>
                  <a:gd name="connsiteY37" fmla="*/ 937064 h 1178478"/>
                  <a:gd name="connsiteX38" fmla="*/ 250230 w 1489902"/>
                  <a:gd name="connsiteY38" fmla="*/ 868192 h 1178478"/>
                  <a:gd name="connsiteX39" fmla="*/ 250230 w 1489902"/>
                  <a:gd name="connsiteY39" fmla="*/ 868192 h 1178478"/>
                  <a:gd name="connsiteX40" fmla="*/ 163471 w 1489902"/>
                  <a:gd name="connsiteY40" fmla="*/ 906279 h 1178478"/>
                  <a:gd name="connsiteX41" fmla="*/ 187077 w 1489902"/>
                  <a:gd name="connsiteY41" fmla="*/ 1058502 h 1178478"/>
                  <a:gd name="connsiteX42" fmla="*/ 300728 w 1489902"/>
                  <a:gd name="connsiteY42" fmla="*/ 1064342 h 1178478"/>
                  <a:gd name="connsiteX43" fmla="*/ 356823 w 1489902"/>
                  <a:gd name="connsiteY43" fmla="*/ 1031002 h 1178478"/>
                  <a:gd name="connsiteX44" fmla="*/ 369843 w 1489902"/>
                  <a:gd name="connsiteY44" fmla="*/ 1028325 h 1178478"/>
                  <a:gd name="connsiteX45" fmla="*/ 574876 w 1489902"/>
                  <a:gd name="connsiteY45" fmla="*/ 1067019 h 1178478"/>
                  <a:gd name="connsiteX46" fmla="*/ 776136 w 1489902"/>
                  <a:gd name="connsiteY46" fmla="*/ 1079188 h 1178478"/>
                  <a:gd name="connsiteX47" fmla="*/ 852187 w 1489902"/>
                  <a:gd name="connsiteY47" fmla="*/ 1094884 h 1178478"/>
                  <a:gd name="connsiteX48" fmla="*/ 887231 w 1489902"/>
                  <a:gd name="connsiteY48" fmla="*/ 1106079 h 1178478"/>
                  <a:gd name="connsiteX49" fmla="*/ 1216501 w 1489902"/>
                  <a:gd name="connsiteY49" fmla="*/ 1178114 h 1178478"/>
                  <a:gd name="connsiteX50" fmla="*/ 1415936 w 1489902"/>
                  <a:gd name="connsiteY50" fmla="*/ 1114597 h 1178478"/>
                  <a:gd name="connsiteX51" fmla="*/ 1474587 w 1489902"/>
                  <a:gd name="connsiteY51" fmla="*/ 871234 h 1178478"/>
                  <a:gd name="connsiteX52" fmla="*/ 1277828 w 1489902"/>
                  <a:gd name="connsiteY52" fmla="*/ 650626 h 1178478"/>
                  <a:gd name="connsiteX53" fmla="*/ 971800 w 1489902"/>
                  <a:gd name="connsiteY53" fmla="*/ 600250 h 1178478"/>
                  <a:gd name="connsiteX54" fmla="*/ 785993 w 1489902"/>
                  <a:gd name="connsiteY54" fmla="*/ 584675 h 1178478"/>
                  <a:gd name="connsiteX55" fmla="*/ 634013 w 1489902"/>
                  <a:gd name="connsiteY55" fmla="*/ 503635 h 1178478"/>
                  <a:gd name="connsiteX56" fmla="*/ 633715 w 1489902"/>
                  <a:gd name="connsiteY56" fmla="*/ 491765 h 1178478"/>
                  <a:gd name="connsiteX57" fmla="*/ 634013 w 1489902"/>
                  <a:gd name="connsiteY57" fmla="*/ 491467 h 1178478"/>
                  <a:gd name="connsiteX58" fmla="*/ 645883 w 1489902"/>
                  <a:gd name="connsiteY58" fmla="*/ 491169 h 1178478"/>
                  <a:gd name="connsiteX59" fmla="*/ 646181 w 1489902"/>
                  <a:gd name="connsiteY59" fmla="*/ 491467 h 1178478"/>
                  <a:gd name="connsiteX60" fmla="*/ 683415 w 1489902"/>
                  <a:gd name="connsiteY60" fmla="*/ 515804 h 1178478"/>
                  <a:gd name="connsiteX61" fmla="*/ 768592 w 1489902"/>
                  <a:gd name="connsiteY61" fmla="*/ 517264 h 1178478"/>
                  <a:gd name="connsiteX62" fmla="*/ 830650 w 1489902"/>
                  <a:gd name="connsiteY62" fmla="*/ 395582 h 1178478"/>
                  <a:gd name="connsiteX63" fmla="*/ 842818 w 1489902"/>
                  <a:gd name="connsiteY63" fmla="*/ 206977 h 1178478"/>
                  <a:gd name="connsiteX64" fmla="*/ 842818 w 1489902"/>
                  <a:gd name="connsiteY64" fmla="*/ 206977 h 1178478"/>
                  <a:gd name="connsiteX65" fmla="*/ 839897 w 1489902"/>
                  <a:gd name="connsiteY65" fmla="*/ 181667 h 1178478"/>
                  <a:gd name="connsiteX66" fmla="*/ 680617 w 1489902"/>
                  <a:gd name="connsiteY66" fmla="*/ 3526 h 1178478"/>
                  <a:gd name="connsiteX67" fmla="*/ 455263 w 1489902"/>
                  <a:gd name="connsiteY67" fmla="*/ 77264 h 1178478"/>
                  <a:gd name="connsiteX68" fmla="*/ 454411 w 1489902"/>
                  <a:gd name="connsiteY68" fmla="*/ 77995 h 1178478"/>
                  <a:gd name="connsiteX69" fmla="*/ 452343 w 1489902"/>
                  <a:gd name="connsiteY69" fmla="*/ 79698 h 1178478"/>
                  <a:gd name="connsiteX70" fmla="*/ 450639 w 1489902"/>
                  <a:gd name="connsiteY70" fmla="*/ 80550 h 1178478"/>
                  <a:gd name="connsiteX71" fmla="*/ 449666 w 1489902"/>
                  <a:gd name="connsiteY71" fmla="*/ 80550 h 1178478"/>
                  <a:gd name="connsiteX72" fmla="*/ 257409 w 1489902"/>
                  <a:gd name="connsiteY72" fmla="*/ 184101 h 1178478"/>
                  <a:gd name="connsiteX73" fmla="*/ 255827 w 1489902"/>
                  <a:gd name="connsiteY73" fmla="*/ 186169 h 1178478"/>
                  <a:gd name="connsiteX74" fmla="*/ 277608 w 1489902"/>
                  <a:gd name="connsiteY74" fmla="*/ 177895 h 1178478"/>
                  <a:gd name="connsiteX75" fmla="*/ 281137 w 1489902"/>
                  <a:gd name="connsiteY75" fmla="*/ 176678 h 1178478"/>
                  <a:gd name="connsiteX76" fmla="*/ 300728 w 1489902"/>
                  <a:gd name="connsiteY76" fmla="*/ 170837 h 1178478"/>
                  <a:gd name="connsiteX77" fmla="*/ 423382 w 1489902"/>
                  <a:gd name="connsiteY77" fmla="*/ 178625 h 1178478"/>
                  <a:gd name="connsiteX78" fmla="*/ 433117 w 1489902"/>
                  <a:gd name="connsiteY78" fmla="*/ 130196 h 1178478"/>
                  <a:gd name="connsiteX79" fmla="*/ 541292 w 1489902"/>
                  <a:gd name="connsiteY79" fmla="*/ 55362 h 1178478"/>
                  <a:gd name="connsiteX80" fmla="*/ 551749 w 1489902"/>
                  <a:gd name="connsiteY80" fmla="*/ 61341 h 1178478"/>
                  <a:gd name="connsiteX81" fmla="*/ 547376 w 1489902"/>
                  <a:gd name="connsiteY81" fmla="*/ 71180 h 1178478"/>
                  <a:gd name="connsiteX82" fmla="*/ 455993 w 1489902"/>
                  <a:gd name="connsiteY82" fmla="*/ 137983 h 1178478"/>
                  <a:gd name="connsiteX83" fmla="*/ 445772 w 1489902"/>
                  <a:gd name="connsiteY83" fmla="*/ 198824 h 1178478"/>
                  <a:gd name="connsiteX84" fmla="*/ 447597 w 1489902"/>
                  <a:gd name="connsiteY84" fmla="*/ 221943 h 1178478"/>
                  <a:gd name="connsiteX85" fmla="*/ 427641 w 1489902"/>
                  <a:gd name="connsiteY85" fmla="*/ 209775 h 1178478"/>
                  <a:gd name="connsiteX86" fmla="*/ 305960 w 1489902"/>
                  <a:gd name="connsiteY86" fmla="*/ 196025 h 1178478"/>
                  <a:gd name="connsiteX87" fmla="*/ 170529 w 1489902"/>
                  <a:gd name="connsiteY87" fmla="*/ 324277 h 1178478"/>
                  <a:gd name="connsiteX88" fmla="*/ 152642 w 1489902"/>
                  <a:gd name="connsiteY88" fmla="*/ 473824 h 1178478"/>
                  <a:gd name="connsiteX89" fmla="*/ 243416 w 1489902"/>
                  <a:gd name="connsiteY89" fmla="*/ 569952 h 1178478"/>
                  <a:gd name="connsiteX90" fmla="*/ 249743 w 1489902"/>
                  <a:gd name="connsiteY90" fmla="*/ 573359 h 1178478"/>
                  <a:gd name="connsiteX91" fmla="*/ 249743 w 1489902"/>
                  <a:gd name="connsiteY91" fmla="*/ 580416 h 1178478"/>
                  <a:gd name="connsiteX92" fmla="*/ 279190 w 1489902"/>
                  <a:gd name="connsiteY92" fmla="*/ 714266 h 1178478"/>
                  <a:gd name="connsiteX93" fmla="*/ 365219 w 1489902"/>
                  <a:gd name="connsiteY93" fmla="*/ 786423 h 1178478"/>
                  <a:gd name="connsiteX94" fmla="*/ 372155 w 1489902"/>
                  <a:gd name="connsiteY94" fmla="*/ 796035 h 1178478"/>
                  <a:gd name="connsiteX95" fmla="*/ 364975 w 1489902"/>
                  <a:gd name="connsiteY95" fmla="*/ 803093 h 1178478"/>
                  <a:gd name="connsiteX96" fmla="*/ 362420 w 1489902"/>
                  <a:gd name="connsiteY96" fmla="*/ 803093 h 1178478"/>
                  <a:gd name="connsiteX97" fmla="*/ 257409 w 1489902"/>
                  <a:gd name="connsiteY97" fmla="*/ 724122 h 1178478"/>
                  <a:gd name="connsiteX98" fmla="*/ 226259 w 1489902"/>
                  <a:gd name="connsiteY98" fmla="*/ 587839 h 1178478"/>
                  <a:gd name="connsiteX99" fmla="*/ 204843 w 1489902"/>
                  <a:gd name="connsiteY99" fmla="*/ 573602 h 1178478"/>
                  <a:gd name="connsiteX100" fmla="*/ 137066 w 1489902"/>
                  <a:gd name="connsiteY100" fmla="*/ 658779 h 1178478"/>
                  <a:gd name="connsiteX101" fmla="*/ 111513 w 1489902"/>
                  <a:gd name="connsiteY101" fmla="*/ 794088 h 1178478"/>
                  <a:gd name="connsiteX102" fmla="*/ 104334 w 1489902"/>
                  <a:gd name="connsiteY102" fmla="*/ 801633 h 1178478"/>
                  <a:gd name="connsiteX103" fmla="*/ 102144 w 1489902"/>
                  <a:gd name="connsiteY103" fmla="*/ 801633 h 1178478"/>
                  <a:gd name="connsiteX104" fmla="*/ 94478 w 1489902"/>
                  <a:gd name="connsiteY104" fmla="*/ 792385 h 1178478"/>
                  <a:gd name="connsiteX105" fmla="*/ 109201 w 1489902"/>
                  <a:gd name="connsiteY105" fmla="*/ 668513 h 1178478"/>
                  <a:gd name="connsiteX106" fmla="*/ 60529 w 1489902"/>
                  <a:gd name="connsiteY106" fmla="*/ 653912 h 1178478"/>
                  <a:gd name="connsiteX107" fmla="*/ 53 w 1489902"/>
                  <a:gd name="connsiteY107" fmla="*/ 839476 h 1178478"/>
                  <a:gd name="connsiteX108" fmla="*/ 28283 w 1489902"/>
                  <a:gd name="connsiteY108" fmla="*/ 962252 h 1178478"/>
                  <a:gd name="connsiteX109" fmla="*/ 552243 w 1489902"/>
                  <a:gd name="connsiteY109" fmla="*/ 202839 h 1178478"/>
                  <a:gd name="connsiteX110" fmla="*/ 427885 w 1489902"/>
                  <a:gd name="connsiteY110" fmla="*/ 371246 h 1178478"/>
                  <a:gd name="connsiteX111" fmla="*/ 420705 w 1489902"/>
                  <a:gd name="connsiteY111" fmla="*/ 380737 h 1178478"/>
                  <a:gd name="connsiteX112" fmla="*/ 420705 w 1489902"/>
                  <a:gd name="connsiteY112" fmla="*/ 380737 h 1178478"/>
                  <a:gd name="connsiteX113" fmla="*/ 411214 w 1489902"/>
                  <a:gd name="connsiteY113" fmla="*/ 373437 h 1178478"/>
                  <a:gd name="connsiteX114" fmla="*/ 545794 w 1489902"/>
                  <a:gd name="connsiteY114" fmla="*/ 180085 h 1178478"/>
                  <a:gd name="connsiteX115" fmla="*/ 661999 w 1489902"/>
                  <a:gd name="connsiteY115" fmla="*/ 213669 h 1178478"/>
                  <a:gd name="connsiteX116" fmla="*/ 648006 w 1489902"/>
                  <a:gd name="connsiteY116" fmla="*/ 173393 h 1178478"/>
                  <a:gd name="connsiteX117" fmla="*/ 653482 w 1489902"/>
                  <a:gd name="connsiteY117" fmla="*/ 73127 h 1178478"/>
                  <a:gd name="connsiteX118" fmla="*/ 664007 w 1489902"/>
                  <a:gd name="connsiteY118" fmla="*/ 67469 h 1178478"/>
                  <a:gd name="connsiteX119" fmla="*/ 669665 w 1489902"/>
                  <a:gd name="connsiteY119" fmla="*/ 77995 h 1178478"/>
                  <a:gd name="connsiteX120" fmla="*/ 671004 w 1489902"/>
                  <a:gd name="connsiteY120" fmla="*/ 166213 h 1178478"/>
                  <a:gd name="connsiteX121" fmla="*/ 703006 w 1489902"/>
                  <a:gd name="connsiteY121" fmla="*/ 249565 h 1178478"/>
                  <a:gd name="connsiteX122" fmla="*/ 696125 w 1489902"/>
                  <a:gd name="connsiteY122" fmla="*/ 265337 h 1178478"/>
                  <a:gd name="connsiteX123" fmla="*/ 683294 w 1489902"/>
                  <a:gd name="connsiteY123" fmla="*/ 262828 h 1178478"/>
                  <a:gd name="connsiteX124" fmla="*/ 552243 w 1489902"/>
                  <a:gd name="connsiteY124" fmla="*/ 202839 h 1178478"/>
                  <a:gd name="connsiteX125" fmla="*/ 407442 w 1489902"/>
                  <a:gd name="connsiteY125" fmla="*/ 797130 h 1178478"/>
                  <a:gd name="connsiteX126" fmla="*/ 452221 w 1489902"/>
                  <a:gd name="connsiteY126" fmla="*/ 721931 h 1178478"/>
                  <a:gd name="connsiteX127" fmla="*/ 481789 w 1489902"/>
                  <a:gd name="connsiteY127" fmla="*/ 701124 h 1178478"/>
                  <a:gd name="connsiteX128" fmla="*/ 345628 w 1489902"/>
                  <a:gd name="connsiteY128" fmla="*/ 590029 h 1178478"/>
                  <a:gd name="connsiteX129" fmla="*/ 276148 w 1489902"/>
                  <a:gd name="connsiteY129" fmla="*/ 447540 h 1178478"/>
                  <a:gd name="connsiteX130" fmla="*/ 227476 w 1489902"/>
                  <a:gd name="connsiteY130" fmla="*/ 433547 h 1178478"/>
                  <a:gd name="connsiteX131" fmla="*/ 197299 w 1489902"/>
                  <a:gd name="connsiteY131" fmla="*/ 450826 h 1178478"/>
                  <a:gd name="connsiteX132" fmla="*/ 190363 w 1489902"/>
                  <a:gd name="connsiteY132" fmla="*/ 441091 h 1178478"/>
                  <a:gd name="connsiteX133" fmla="*/ 239035 w 1489902"/>
                  <a:gd name="connsiteY133" fmla="*/ 408481 h 1178478"/>
                  <a:gd name="connsiteX134" fmla="*/ 268360 w 1489902"/>
                  <a:gd name="connsiteY134" fmla="*/ 419554 h 1178478"/>
                  <a:gd name="connsiteX135" fmla="*/ 268360 w 1489902"/>
                  <a:gd name="connsiteY135" fmla="*/ 317220 h 1178478"/>
                  <a:gd name="connsiteX136" fmla="*/ 329201 w 1489902"/>
                  <a:gd name="connsiteY136" fmla="*/ 235328 h 1178478"/>
                  <a:gd name="connsiteX137" fmla="*/ 340943 w 1489902"/>
                  <a:gd name="connsiteY137" fmla="*/ 237336 h 1178478"/>
                  <a:gd name="connsiteX138" fmla="*/ 338936 w 1489902"/>
                  <a:gd name="connsiteY138" fmla="*/ 249078 h 1178478"/>
                  <a:gd name="connsiteX139" fmla="*/ 291845 w 1489902"/>
                  <a:gd name="connsiteY139" fmla="*/ 324034 h 1178478"/>
                  <a:gd name="connsiteX140" fmla="*/ 291845 w 1489902"/>
                  <a:gd name="connsiteY140" fmla="*/ 415903 h 1178478"/>
                  <a:gd name="connsiteX141" fmla="*/ 366557 w 1489902"/>
                  <a:gd name="connsiteY141" fmla="*/ 577496 h 1178478"/>
                  <a:gd name="connsiteX142" fmla="*/ 573537 w 1489902"/>
                  <a:gd name="connsiteY142" fmla="*/ 730571 h 1178478"/>
                  <a:gd name="connsiteX143" fmla="*/ 639975 w 1489902"/>
                  <a:gd name="connsiteY143" fmla="*/ 712805 h 1178478"/>
                  <a:gd name="connsiteX144" fmla="*/ 647276 w 1489902"/>
                  <a:gd name="connsiteY144" fmla="*/ 706356 h 1178478"/>
                  <a:gd name="connsiteX145" fmla="*/ 655185 w 1489902"/>
                  <a:gd name="connsiteY145" fmla="*/ 712075 h 1178478"/>
                  <a:gd name="connsiteX146" fmla="*/ 750218 w 1489902"/>
                  <a:gd name="connsiteY146" fmla="*/ 759774 h 1178478"/>
                  <a:gd name="connsiteX147" fmla="*/ 847563 w 1489902"/>
                  <a:gd name="connsiteY147" fmla="*/ 741035 h 1178478"/>
                  <a:gd name="connsiteX148" fmla="*/ 852430 w 1489902"/>
                  <a:gd name="connsiteY148" fmla="*/ 704531 h 1178478"/>
                  <a:gd name="connsiteX149" fmla="*/ 833083 w 1489902"/>
                  <a:gd name="connsiteY149" fmla="*/ 657927 h 1178478"/>
                  <a:gd name="connsiteX150" fmla="*/ 833083 w 1489902"/>
                  <a:gd name="connsiteY150" fmla="*/ 645759 h 1178478"/>
                  <a:gd name="connsiteX151" fmla="*/ 845251 w 1489902"/>
                  <a:gd name="connsiteY151" fmla="*/ 645759 h 1178478"/>
                  <a:gd name="connsiteX152" fmla="*/ 876523 w 1489902"/>
                  <a:gd name="connsiteY152" fmla="*/ 702097 h 1178478"/>
                  <a:gd name="connsiteX153" fmla="*/ 871656 w 1489902"/>
                  <a:gd name="connsiteY153" fmla="*/ 744321 h 1178478"/>
                  <a:gd name="connsiteX154" fmla="*/ 960118 w 1489902"/>
                  <a:gd name="connsiteY154" fmla="*/ 809299 h 1178478"/>
                  <a:gd name="connsiteX155" fmla="*/ 1054786 w 1489902"/>
                  <a:gd name="connsiteY155" fmla="*/ 794332 h 1178478"/>
                  <a:gd name="connsiteX156" fmla="*/ 1065859 w 1489902"/>
                  <a:gd name="connsiteY156" fmla="*/ 784962 h 1178478"/>
                  <a:gd name="connsiteX157" fmla="*/ 1065859 w 1489902"/>
                  <a:gd name="connsiteY157" fmla="*/ 785814 h 1178478"/>
                  <a:gd name="connsiteX158" fmla="*/ 1106258 w 1489902"/>
                  <a:gd name="connsiteY158" fmla="*/ 749310 h 1178478"/>
                  <a:gd name="connsiteX159" fmla="*/ 1120616 w 1489902"/>
                  <a:gd name="connsiteY159" fmla="*/ 726190 h 1178478"/>
                  <a:gd name="connsiteX160" fmla="*/ 1137895 w 1489902"/>
                  <a:gd name="connsiteY160" fmla="*/ 693215 h 1178478"/>
                  <a:gd name="connsiteX161" fmla="*/ 1137895 w 1489902"/>
                  <a:gd name="connsiteY161" fmla="*/ 693215 h 1178478"/>
                  <a:gd name="connsiteX162" fmla="*/ 1148663 w 1489902"/>
                  <a:gd name="connsiteY162" fmla="*/ 688043 h 1178478"/>
                  <a:gd name="connsiteX163" fmla="*/ 1153835 w 1489902"/>
                  <a:gd name="connsiteY163" fmla="*/ 698812 h 1178478"/>
                  <a:gd name="connsiteX164" fmla="*/ 1141667 w 1489902"/>
                  <a:gd name="connsiteY164" fmla="*/ 737263 h 1178478"/>
                  <a:gd name="connsiteX165" fmla="*/ 1114167 w 1489902"/>
                  <a:gd name="connsiteY165" fmla="*/ 785936 h 1178478"/>
                  <a:gd name="connsiteX166" fmla="*/ 1080096 w 1489902"/>
                  <a:gd name="connsiteY166" fmla="*/ 812219 h 1178478"/>
                  <a:gd name="connsiteX167" fmla="*/ 1139842 w 1489902"/>
                  <a:gd name="connsiteY167" fmla="*/ 871721 h 1178478"/>
                  <a:gd name="connsiteX168" fmla="*/ 1305815 w 1489902"/>
                  <a:gd name="connsiteY168" fmla="*/ 812462 h 1178478"/>
                  <a:gd name="connsiteX169" fmla="*/ 1305815 w 1489902"/>
                  <a:gd name="connsiteY169" fmla="*/ 812462 h 1178478"/>
                  <a:gd name="connsiteX170" fmla="*/ 1315549 w 1489902"/>
                  <a:gd name="connsiteY170" fmla="*/ 809542 h 1178478"/>
                  <a:gd name="connsiteX171" fmla="*/ 1320563 w 1489902"/>
                  <a:gd name="connsiteY171" fmla="*/ 820306 h 1178478"/>
                  <a:gd name="connsiteX172" fmla="*/ 1320538 w 1489902"/>
                  <a:gd name="connsiteY172" fmla="*/ 820372 h 1178478"/>
                  <a:gd name="connsiteX173" fmla="*/ 1286589 w 1489902"/>
                  <a:gd name="connsiteY173" fmla="*/ 874398 h 1178478"/>
                  <a:gd name="connsiteX174" fmla="*/ 1285859 w 1489902"/>
                  <a:gd name="connsiteY174" fmla="*/ 875371 h 1178478"/>
                  <a:gd name="connsiteX175" fmla="*/ 1284156 w 1489902"/>
                  <a:gd name="connsiteY175" fmla="*/ 876345 h 1178478"/>
                  <a:gd name="connsiteX176" fmla="*/ 1253127 w 1489902"/>
                  <a:gd name="connsiteY176" fmla="*/ 895449 h 1178478"/>
                  <a:gd name="connsiteX177" fmla="*/ 1260306 w 1489902"/>
                  <a:gd name="connsiteY177" fmla="*/ 958967 h 1178478"/>
                  <a:gd name="connsiteX178" fmla="*/ 1291578 w 1489902"/>
                  <a:gd name="connsiteY178" fmla="*/ 1015062 h 1178478"/>
                  <a:gd name="connsiteX179" fmla="*/ 1291578 w 1489902"/>
                  <a:gd name="connsiteY179" fmla="*/ 1015062 h 1178478"/>
                  <a:gd name="connsiteX180" fmla="*/ 1292552 w 1489902"/>
                  <a:gd name="connsiteY180" fmla="*/ 1027230 h 1178478"/>
                  <a:gd name="connsiteX181" fmla="*/ 1280749 w 1489902"/>
                  <a:gd name="connsiteY181" fmla="*/ 1028513 h 1178478"/>
                  <a:gd name="connsiteX182" fmla="*/ 1280383 w 1489902"/>
                  <a:gd name="connsiteY182" fmla="*/ 1028203 h 1178478"/>
                  <a:gd name="connsiteX183" fmla="*/ 1236578 w 1489902"/>
                  <a:gd name="connsiteY183" fmla="*/ 964442 h 1178478"/>
                  <a:gd name="connsiteX184" fmla="*/ 1229034 w 1489902"/>
                  <a:gd name="connsiteY184" fmla="*/ 901776 h 1178478"/>
                  <a:gd name="connsiteX185" fmla="*/ 1129255 w 1489902"/>
                  <a:gd name="connsiteY185" fmla="*/ 893745 h 1178478"/>
                  <a:gd name="connsiteX186" fmla="*/ 1056247 w 1489902"/>
                  <a:gd name="connsiteY186" fmla="*/ 821467 h 1178478"/>
                  <a:gd name="connsiteX187" fmla="*/ 943691 w 1489902"/>
                  <a:gd name="connsiteY187" fmla="*/ 829133 h 1178478"/>
                  <a:gd name="connsiteX188" fmla="*/ 854499 w 1489902"/>
                  <a:gd name="connsiteY188" fmla="*/ 764520 h 1178478"/>
                  <a:gd name="connsiteX189" fmla="*/ 741457 w 1489902"/>
                  <a:gd name="connsiteY189" fmla="*/ 783624 h 1178478"/>
                  <a:gd name="connsiteX190" fmla="*/ 648736 w 1489902"/>
                  <a:gd name="connsiteY190" fmla="*/ 736290 h 1178478"/>
                  <a:gd name="connsiteX191" fmla="*/ 569643 w 1489902"/>
                  <a:gd name="connsiteY191" fmla="*/ 754055 h 1178478"/>
                  <a:gd name="connsiteX192" fmla="*/ 502840 w 1489902"/>
                  <a:gd name="connsiteY192" fmla="*/ 719133 h 1178478"/>
                  <a:gd name="connsiteX193" fmla="*/ 467918 w 1489902"/>
                  <a:gd name="connsiteY193" fmla="*/ 739575 h 1178478"/>
                  <a:gd name="connsiteX194" fmla="*/ 424112 w 1489902"/>
                  <a:gd name="connsiteY194" fmla="*/ 799321 h 1178478"/>
                  <a:gd name="connsiteX195" fmla="*/ 416933 w 1489902"/>
                  <a:gd name="connsiteY195" fmla="*/ 806257 h 1178478"/>
                  <a:gd name="connsiteX196" fmla="*/ 414500 w 1489902"/>
                  <a:gd name="connsiteY196" fmla="*/ 806257 h 1178478"/>
                  <a:gd name="connsiteX197" fmla="*/ 407442 w 1489902"/>
                  <a:gd name="connsiteY197" fmla="*/ 797130 h 11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489902" h="1178478">
                    <a:moveTo>
                      <a:pt x="28283" y="962252"/>
                    </a:moveTo>
                    <a:cubicBezTo>
                      <a:pt x="52452" y="984124"/>
                      <a:pt x="80926" y="1000703"/>
                      <a:pt x="111878" y="1010924"/>
                    </a:cubicBezTo>
                    <a:cubicBezTo>
                      <a:pt x="107937" y="976315"/>
                      <a:pt x="115051" y="941345"/>
                      <a:pt x="132199" y="911024"/>
                    </a:cubicBezTo>
                    <a:cubicBezTo>
                      <a:pt x="150057" y="879885"/>
                      <a:pt x="179488" y="857057"/>
                      <a:pt x="214091" y="847506"/>
                    </a:cubicBezTo>
                    <a:cubicBezTo>
                      <a:pt x="210319" y="845073"/>
                      <a:pt x="206546" y="842396"/>
                      <a:pt x="201923" y="839476"/>
                    </a:cubicBezTo>
                    <a:cubicBezTo>
                      <a:pt x="176126" y="820128"/>
                      <a:pt x="165418" y="772794"/>
                      <a:pt x="165418" y="771212"/>
                    </a:cubicBezTo>
                    <a:cubicBezTo>
                      <a:pt x="164041" y="766777"/>
                      <a:pt x="166519" y="762064"/>
                      <a:pt x="170955" y="760687"/>
                    </a:cubicBezTo>
                    <a:cubicBezTo>
                      <a:pt x="175390" y="759310"/>
                      <a:pt x="180103" y="761788"/>
                      <a:pt x="181480" y="766223"/>
                    </a:cubicBezTo>
                    <a:cubicBezTo>
                      <a:pt x="189522" y="786629"/>
                      <a:pt x="201989" y="804998"/>
                      <a:pt x="217984" y="820007"/>
                    </a:cubicBezTo>
                    <a:cubicBezTo>
                      <a:pt x="230297" y="829333"/>
                      <a:pt x="243136" y="837947"/>
                      <a:pt x="256436" y="845803"/>
                    </a:cubicBezTo>
                    <a:cubicBezTo>
                      <a:pt x="310097" y="855416"/>
                      <a:pt x="333338" y="885349"/>
                      <a:pt x="343438" y="908590"/>
                    </a:cubicBezTo>
                    <a:cubicBezTo>
                      <a:pt x="358161" y="891920"/>
                      <a:pt x="385418" y="872816"/>
                      <a:pt x="434334" y="868922"/>
                    </a:cubicBezTo>
                    <a:cubicBezTo>
                      <a:pt x="512331" y="861865"/>
                      <a:pt x="623426" y="890582"/>
                      <a:pt x="639975" y="894475"/>
                    </a:cubicBezTo>
                    <a:cubicBezTo>
                      <a:pt x="651413" y="894475"/>
                      <a:pt x="711159" y="893380"/>
                      <a:pt x="747541" y="905792"/>
                    </a:cubicBezTo>
                    <a:cubicBezTo>
                      <a:pt x="766528" y="913061"/>
                      <a:pt x="784953" y="921724"/>
                      <a:pt x="802663" y="931710"/>
                    </a:cubicBezTo>
                    <a:cubicBezTo>
                      <a:pt x="821650" y="943262"/>
                      <a:pt x="842117" y="952185"/>
                      <a:pt x="863504" y="958236"/>
                    </a:cubicBezTo>
                    <a:cubicBezTo>
                      <a:pt x="875111" y="959844"/>
                      <a:pt x="886838" y="960414"/>
                      <a:pt x="898548" y="959940"/>
                    </a:cubicBezTo>
                    <a:cubicBezTo>
                      <a:pt x="920697" y="958769"/>
                      <a:pt x="942875" y="961614"/>
                      <a:pt x="964012" y="968336"/>
                    </a:cubicBezTo>
                    <a:cubicBezTo>
                      <a:pt x="981132" y="975183"/>
                      <a:pt x="996724" y="985357"/>
                      <a:pt x="1009886" y="998269"/>
                    </a:cubicBezTo>
                    <a:cubicBezTo>
                      <a:pt x="1025705" y="1012020"/>
                      <a:pt x="1046390" y="1027230"/>
                      <a:pt x="1058559" y="1027230"/>
                    </a:cubicBezTo>
                    <a:cubicBezTo>
                      <a:pt x="1063196" y="1026894"/>
                      <a:pt x="1067227" y="1030380"/>
                      <a:pt x="1067563" y="1035017"/>
                    </a:cubicBezTo>
                    <a:cubicBezTo>
                      <a:pt x="1067899" y="1039654"/>
                      <a:pt x="1064413" y="1043686"/>
                      <a:pt x="1059775" y="1044022"/>
                    </a:cubicBezTo>
                    <a:lnTo>
                      <a:pt x="1058559" y="1044022"/>
                    </a:lnTo>
                    <a:cubicBezTo>
                      <a:pt x="1034542" y="1041840"/>
                      <a:pt x="1011816" y="1032180"/>
                      <a:pt x="993581" y="1016400"/>
                    </a:cubicBezTo>
                    <a:cubicBezTo>
                      <a:pt x="982790" y="1005982"/>
                      <a:pt x="970167" y="997649"/>
                      <a:pt x="956346" y="991820"/>
                    </a:cubicBezTo>
                    <a:cubicBezTo>
                      <a:pt x="937734" y="986068"/>
                      <a:pt x="918237" y="983719"/>
                      <a:pt x="898791" y="984885"/>
                    </a:cubicBezTo>
                    <a:cubicBezTo>
                      <a:pt x="885479" y="985180"/>
                      <a:pt x="872166" y="984325"/>
                      <a:pt x="859001" y="982329"/>
                    </a:cubicBezTo>
                    <a:cubicBezTo>
                      <a:pt x="834885" y="976153"/>
                      <a:pt x="811834" y="966390"/>
                      <a:pt x="790616" y="953369"/>
                    </a:cubicBezTo>
                    <a:cubicBezTo>
                      <a:pt x="774041" y="943998"/>
                      <a:pt x="756796" y="935865"/>
                      <a:pt x="739024" y="929033"/>
                    </a:cubicBezTo>
                    <a:cubicBezTo>
                      <a:pt x="703614" y="916865"/>
                      <a:pt x="638880" y="919055"/>
                      <a:pt x="638150" y="919055"/>
                    </a:cubicBezTo>
                    <a:lnTo>
                      <a:pt x="636325" y="919055"/>
                    </a:lnTo>
                    <a:lnTo>
                      <a:pt x="634621" y="919055"/>
                    </a:lnTo>
                    <a:cubicBezTo>
                      <a:pt x="633404" y="919055"/>
                      <a:pt x="514400" y="886323"/>
                      <a:pt x="436281" y="892772"/>
                    </a:cubicBezTo>
                    <a:cubicBezTo>
                      <a:pt x="365097" y="898613"/>
                      <a:pt x="351104" y="940106"/>
                      <a:pt x="350495" y="941444"/>
                    </a:cubicBezTo>
                    <a:cubicBezTo>
                      <a:pt x="348822" y="947099"/>
                      <a:pt x="343336" y="950738"/>
                      <a:pt x="337475" y="950084"/>
                    </a:cubicBezTo>
                    <a:cubicBezTo>
                      <a:pt x="331379" y="949284"/>
                      <a:pt x="326837" y="944064"/>
                      <a:pt x="326889" y="937916"/>
                    </a:cubicBezTo>
                    <a:lnTo>
                      <a:pt x="326889" y="937916"/>
                    </a:lnTo>
                    <a:lnTo>
                      <a:pt x="326889" y="937064"/>
                    </a:lnTo>
                    <a:cubicBezTo>
                      <a:pt x="326281" y="930250"/>
                      <a:pt x="319467" y="879752"/>
                      <a:pt x="250230" y="868192"/>
                    </a:cubicBezTo>
                    <a:lnTo>
                      <a:pt x="250230" y="868192"/>
                    </a:lnTo>
                    <a:cubicBezTo>
                      <a:pt x="222000" y="863568"/>
                      <a:pt x="191336" y="876102"/>
                      <a:pt x="163471" y="906279"/>
                    </a:cubicBezTo>
                    <a:cubicBezTo>
                      <a:pt x="113217" y="961035"/>
                      <a:pt x="128914" y="1032219"/>
                      <a:pt x="187077" y="1058502"/>
                    </a:cubicBezTo>
                    <a:cubicBezTo>
                      <a:pt x="222749" y="1075195"/>
                      <a:pt x="263532" y="1077291"/>
                      <a:pt x="300728" y="1064342"/>
                    </a:cubicBezTo>
                    <a:cubicBezTo>
                      <a:pt x="320918" y="1055957"/>
                      <a:pt x="339808" y="1044731"/>
                      <a:pt x="356823" y="1031002"/>
                    </a:cubicBezTo>
                    <a:cubicBezTo>
                      <a:pt x="360249" y="1027608"/>
                      <a:pt x="365355" y="1026558"/>
                      <a:pt x="369843" y="1028325"/>
                    </a:cubicBezTo>
                    <a:cubicBezTo>
                      <a:pt x="436075" y="1050619"/>
                      <a:pt x="505073" y="1063642"/>
                      <a:pt x="574876" y="1067019"/>
                    </a:cubicBezTo>
                    <a:cubicBezTo>
                      <a:pt x="642142" y="1067154"/>
                      <a:pt x="709343" y="1071217"/>
                      <a:pt x="776136" y="1079188"/>
                    </a:cubicBezTo>
                    <a:cubicBezTo>
                      <a:pt x="801809" y="1082716"/>
                      <a:pt x="827216" y="1087960"/>
                      <a:pt x="852187" y="1094884"/>
                    </a:cubicBezTo>
                    <a:cubicBezTo>
                      <a:pt x="860218" y="1097075"/>
                      <a:pt x="887231" y="1106079"/>
                      <a:pt x="887231" y="1106079"/>
                    </a:cubicBezTo>
                    <a:cubicBezTo>
                      <a:pt x="973503" y="1135648"/>
                      <a:pt x="1118426" y="1183103"/>
                      <a:pt x="1216501" y="1178114"/>
                    </a:cubicBezTo>
                    <a:cubicBezTo>
                      <a:pt x="1322485" y="1172882"/>
                      <a:pt x="1373348" y="1148667"/>
                      <a:pt x="1415936" y="1114597"/>
                    </a:cubicBezTo>
                    <a:cubicBezTo>
                      <a:pt x="1484966" y="1054032"/>
                      <a:pt x="1508451" y="956597"/>
                      <a:pt x="1474587" y="871234"/>
                    </a:cubicBezTo>
                    <a:cubicBezTo>
                      <a:pt x="1456578" y="823292"/>
                      <a:pt x="1398901" y="706843"/>
                      <a:pt x="1277828" y="650626"/>
                    </a:cubicBezTo>
                    <a:cubicBezTo>
                      <a:pt x="1169897" y="600494"/>
                      <a:pt x="972895" y="600250"/>
                      <a:pt x="971800" y="600250"/>
                    </a:cubicBezTo>
                    <a:cubicBezTo>
                      <a:pt x="909506" y="601083"/>
                      <a:pt x="847278" y="595866"/>
                      <a:pt x="785993" y="584675"/>
                    </a:cubicBezTo>
                    <a:cubicBezTo>
                      <a:pt x="727998" y="574526"/>
                      <a:pt x="674756" y="546136"/>
                      <a:pt x="634013" y="503635"/>
                    </a:cubicBezTo>
                    <a:cubicBezTo>
                      <a:pt x="630653" y="500440"/>
                      <a:pt x="630519" y="495125"/>
                      <a:pt x="633715" y="491765"/>
                    </a:cubicBezTo>
                    <a:cubicBezTo>
                      <a:pt x="633812" y="491663"/>
                      <a:pt x="633910" y="491565"/>
                      <a:pt x="634013" y="491467"/>
                    </a:cubicBezTo>
                    <a:cubicBezTo>
                      <a:pt x="637208" y="488108"/>
                      <a:pt x="642523" y="487974"/>
                      <a:pt x="645883" y="491169"/>
                    </a:cubicBezTo>
                    <a:cubicBezTo>
                      <a:pt x="645985" y="491266"/>
                      <a:pt x="646083" y="491365"/>
                      <a:pt x="646181" y="491467"/>
                    </a:cubicBezTo>
                    <a:cubicBezTo>
                      <a:pt x="646181" y="491467"/>
                      <a:pt x="660904" y="502175"/>
                      <a:pt x="683415" y="515804"/>
                    </a:cubicBezTo>
                    <a:cubicBezTo>
                      <a:pt x="709189" y="532549"/>
                      <a:pt x="742260" y="533116"/>
                      <a:pt x="768592" y="517264"/>
                    </a:cubicBezTo>
                    <a:cubicBezTo>
                      <a:pt x="792077" y="504122"/>
                      <a:pt x="819090" y="436224"/>
                      <a:pt x="830650" y="395582"/>
                    </a:cubicBezTo>
                    <a:cubicBezTo>
                      <a:pt x="840716" y="333246"/>
                      <a:pt x="844791" y="270089"/>
                      <a:pt x="842818" y="206977"/>
                    </a:cubicBezTo>
                    <a:lnTo>
                      <a:pt x="842818" y="206977"/>
                    </a:lnTo>
                    <a:cubicBezTo>
                      <a:pt x="842088" y="198094"/>
                      <a:pt x="841236" y="189698"/>
                      <a:pt x="839897" y="181667"/>
                    </a:cubicBezTo>
                    <a:cubicBezTo>
                      <a:pt x="827729" y="104034"/>
                      <a:pt x="773459" y="18857"/>
                      <a:pt x="680617" y="3526"/>
                    </a:cubicBezTo>
                    <a:cubicBezTo>
                      <a:pt x="597951" y="-10343"/>
                      <a:pt x="513740" y="17212"/>
                      <a:pt x="455263" y="77264"/>
                    </a:cubicBezTo>
                    <a:cubicBezTo>
                      <a:pt x="455263" y="77264"/>
                      <a:pt x="455263" y="77264"/>
                      <a:pt x="454411" y="77995"/>
                    </a:cubicBezTo>
                    <a:lnTo>
                      <a:pt x="452343" y="79698"/>
                    </a:lnTo>
                    <a:lnTo>
                      <a:pt x="450639" y="80550"/>
                    </a:lnTo>
                    <a:lnTo>
                      <a:pt x="449666" y="80550"/>
                    </a:lnTo>
                    <a:cubicBezTo>
                      <a:pt x="448205" y="80550"/>
                      <a:pt x="304865" y="125937"/>
                      <a:pt x="257409" y="184101"/>
                    </a:cubicBezTo>
                    <a:lnTo>
                      <a:pt x="255827" y="186169"/>
                    </a:lnTo>
                    <a:cubicBezTo>
                      <a:pt x="262641" y="183249"/>
                      <a:pt x="269942" y="180450"/>
                      <a:pt x="277608" y="177895"/>
                    </a:cubicBezTo>
                    <a:lnTo>
                      <a:pt x="281137" y="176678"/>
                    </a:lnTo>
                    <a:cubicBezTo>
                      <a:pt x="287464" y="174609"/>
                      <a:pt x="293914" y="172663"/>
                      <a:pt x="300728" y="170837"/>
                    </a:cubicBezTo>
                    <a:cubicBezTo>
                      <a:pt x="341381" y="160122"/>
                      <a:pt x="384410" y="162854"/>
                      <a:pt x="423382" y="178625"/>
                    </a:cubicBezTo>
                    <a:cubicBezTo>
                      <a:pt x="424749" y="162160"/>
                      <a:pt x="428015" y="145910"/>
                      <a:pt x="433117" y="130196"/>
                    </a:cubicBezTo>
                    <a:cubicBezTo>
                      <a:pt x="447475" y="88094"/>
                      <a:pt x="534842" y="57795"/>
                      <a:pt x="541292" y="55362"/>
                    </a:cubicBezTo>
                    <a:cubicBezTo>
                      <a:pt x="545830" y="54125"/>
                      <a:pt x="550513" y="56802"/>
                      <a:pt x="551749" y="61341"/>
                    </a:cubicBezTo>
                    <a:cubicBezTo>
                      <a:pt x="552812" y="65243"/>
                      <a:pt x="550985" y="69355"/>
                      <a:pt x="547376" y="71180"/>
                    </a:cubicBezTo>
                    <a:cubicBezTo>
                      <a:pt x="525595" y="79455"/>
                      <a:pt x="464024" y="114256"/>
                      <a:pt x="455993" y="137983"/>
                    </a:cubicBezTo>
                    <a:cubicBezTo>
                      <a:pt x="448951" y="157483"/>
                      <a:pt x="445488" y="178094"/>
                      <a:pt x="445772" y="198824"/>
                    </a:cubicBezTo>
                    <a:lnTo>
                      <a:pt x="447597" y="221943"/>
                    </a:lnTo>
                    <a:lnTo>
                      <a:pt x="427641" y="209775"/>
                    </a:lnTo>
                    <a:cubicBezTo>
                      <a:pt x="390163" y="190348"/>
                      <a:pt x="346828" y="185450"/>
                      <a:pt x="305960" y="196025"/>
                    </a:cubicBezTo>
                    <a:cubicBezTo>
                      <a:pt x="241560" y="212271"/>
                      <a:pt x="190255" y="260857"/>
                      <a:pt x="170529" y="324277"/>
                    </a:cubicBezTo>
                    <a:cubicBezTo>
                      <a:pt x="155197" y="373680"/>
                      <a:pt x="134024" y="423204"/>
                      <a:pt x="152642" y="473824"/>
                    </a:cubicBezTo>
                    <a:cubicBezTo>
                      <a:pt x="173571" y="532474"/>
                      <a:pt x="242686" y="569587"/>
                      <a:pt x="243416" y="569952"/>
                    </a:cubicBezTo>
                    <a:lnTo>
                      <a:pt x="249743" y="573359"/>
                    </a:lnTo>
                    <a:lnTo>
                      <a:pt x="249743" y="580416"/>
                    </a:lnTo>
                    <a:cubicBezTo>
                      <a:pt x="251522" y="626429"/>
                      <a:pt x="261494" y="671755"/>
                      <a:pt x="279190" y="714266"/>
                    </a:cubicBezTo>
                    <a:cubicBezTo>
                      <a:pt x="295983" y="749703"/>
                      <a:pt x="327399" y="776053"/>
                      <a:pt x="365219" y="786423"/>
                    </a:cubicBezTo>
                    <a:cubicBezTo>
                      <a:pt x="369784" y="787168"/>
                      <a:pt x="372886" y="791467"/>
                      <a:pt x="372155" y="796035"/>
                    </a:cubicBezTo>
                    <a:cubicBezTo>
                      <a:pt x="371557" y="799702"/>
                      <a:pt x="368651" y="802557"/>
                      <a:pt x="364975" y="803093"/>
                    </a:cubicBezTo>
                    <a:cubicBezTo>
                      <a:pt x="364128" y="803215"/>
                      <a:pt x="363267" y="803215"/>
                      <a:pt x="362420" y="803093"/>
                    </a:cubicBezTo>
                    <a:cubicBezTo>
                      <a:pt x="316457" y="795881"/>
                      <a:pt x="277092" y="766278"/>
                      <a:pt x="257409" y="724122"/>
                    </a:cubicBezTo>
                    <a:cubicBezTo>
                      <a:pt x="239086" y="680881"/>
                      <a:pt x="228542" y="634746"/>
                      <a:pt x="226259" y="587839"/>
                    </a:cubicBezTo>
                    <a:cubicBezTo>
                      <a:pt x="218884" y="583458"/>
                      <a:pt x="211736" y="578707"/>
                      <a:pt x="204843" y="573602"/>
                    </a:cubicBezTo>
                    <a:cubicBezTo>
                      <a:pt x="192675" y="583215"/>
                      <a:pt x="148748" y="619233"/>
                      <a:pt x="137066" y="658779"/>
                    </a:cubicBezTo>
                    <a:cubicBezTo>
                      <a:pt x="125847" y="703330"/>
                      <a:pt x="117314" y="748514"/>
                      <a:pt x="111513" y="794088"/>
                    </a:cubicBezTo>
                    <a:cubicBezTo>
                      <a:pt x="111157" y="797963"/>
                      <a:pt x="108187" y="801085"/>
                      <a:pt x="104334" y="801633"/>
                    </a:cubicBezTo>
                    <a:lnTo>
                      <a:pt x="102144" y="801633"/>
                    </a:lnTo>
                    <a:cubicBezTo>
                      <a:pt x="97480" y="801184"/>
                      <a:pt x="94055" y="797051"/>
                      <a:pt x="94478" y="792385"/>
                    </a:cubicBezTo>
                    <a:cubicBezTo>
                      <a:pt x="96066" y="750767"/>
                      <a:pt x="100989" y="709344"/>
                      <a:pt x="109201" y="668513"/>
                    </a:cubicBezTo>
                    <a:cubicBezTo>
                      <a:pt x="92086" y="667366"/>
                      <a:pt x="75449" y="662375"/>
                      <a:pt x="60529" y="653912"/>
                    </a:cubicBezTo>
                    <a:cubicBezTo>
                      <a:pt x="43737" y="687617"/>
                      <a:pt x="-1772" y="787153"/>
                      <a:pt x="53" y="839476"/>
                    </a:cubicBezTo>
                    <a:cubicBezTo>
                      <a:pt x="1879" y="891798"/>
                      <a:pt x="8206" y="935482"/>
                      <a:pt x="28283" y="962252"/>
                    </a:cubicBezTo>
                    <a:close/>
                    <a:moveTo>
                      <a:pt x="552243" y="202839"/>
                    </a:moveTo>
                    <a:cubicBezTo>
                      <a:pt x="417177" y="241899"/>
                      <a:pt x="427398" y="367231"/>
                      <a:pt x="427885" y="371246"/>
                    </a:cubicBezTo>
                    <a:cubicBezTo>
                      <a:pt x="428465" y="375835"/>
                      <a:pt x="425278" y="380047"/>
                      <a:pt x="420705" y="380737"/>
                    </a:cubicBezTo>
                    <a:lnTo>
                      <a:pt x="420705" y="380737"/>
                    </a:lnTo>
                    <a:cubicBezTo>
                      <a:pt x="416077" y="381313"/>
                      <a:pt x="411845" y="378058"/>
                      <a:pt x="411214" y="373437"/>
                    </a:cubicBezTo>
                    <a:cubicBezTo>
                      <a:pt x="411214" y="372341"/>
                      <a:pt x="390407" y="224864"/>
                      <a:pt x="545794" y="180085"/>
                    </a:cubicBezTo>
                    <a:cubicBezTo>
                      <a:pt x="586679" y="167917"/>
                      <a:pt x="630971" y="191401"/>
                      <a:pt x="661999" y="213669"/>
                    </a:cubicBezTo>
                    <a:cubicBezTo>
                      <a:pt x="657254" y="201501"/>
                      <a:pt x="652265" y="187264"/>
                      <a:pt x="648006" y="173393"/>
                    </a:cubicBezTo>
                    <a:cubicBezTo>
                      <a:pt x="634013" y="128127"/>
                      <a:pt x="652995" y="74709"/>
                      <a:pt x="653482" y="73127"/>
                    </a:cubicBezTo>
                    <a:cubicBezTo>
                      <a:pt x="654826" y="68658"/>
                      <a:pt x="659538" y="66125"/>
                      <a:pt x="664007" y="67469"/>
                    </a:cubicBezTo>
                    <a:cubicBezTo>
                      <a:pt x="668476" y="68814"/>
                      <a:pt x="671010" y="73525"/>
                      <a:pt x="669665" y="77995"/>
                    </a:cubicBezTo>
                    <a:cubicBezTo>
                      <a:pt x="663762" y="107155"/>
                      <a:pt x="664219" y="137246"/>
                      <a:pt x="671004" y="166213"/>
                    </a:cubicBezTo>
                    <a:cubicBezTo>
                      <a:pt x="680255" y="194520"/>
                      <a:pt x="690936" y="222340"/>
                      <a:pt x="703006" y="249565"/>
                    </a:cubicBezTo>
                    <a:cubicBezTo>
                      <a:pt x="705461" y="255821"/>
                      <a:pt x="702380" y="262882"/>
                      <a:pt x="696125" y="265337"/>
                    </a:cubicBezTo>
                    <a:cubicBezTo>
                      <a:pt x="691724" y="267065"/>
                      <a:pt x="686720" y="266087"/>
                      <a:pt x="683294" y="262828"/>
                    </a:cubicBezTo>
                    <a:cubicBezTo>
                      <a:pt x="662851" y="241899"/>
                      <a:pt x="599455" y="188724"/>
                      <a:pt x="552243" y="202839"/>
                    </a:cubicBezTo>
                    <a:close/>
                    <a:moveTo>
                      <a:pt x="407442" y="797130"/>
                    </a:moveTo>
                    <a:cubicBezTo>
                      <a:pt x="412379" y="767325"/>
                      <a:pt x="428368" y="740473"/>
                      <a:pt x="452221" y="721931"/>
                    </a:cubicBezTo>
                    <a:cubicBezTo>
                      <a:pt x="461150" y="713763"/>
                      <a:pt x="471086" y="706770"/>
                      <a:pt x="481789" y="701124"/>
                    </a:cubicBezTo>
                    <a:cubicBezTo>
                      <a:pt x="476557" y="696257"/>
                      <a:pt x="395761" y="654277"/>
                      <a:pt x="345628" y="590029"/>
                    </a:cubicBezTo>
                    <a:cubicBezTo>
                      <a:pt x="314439" y="546887"/>
                      <a:pt x="290932" y="498682"/>
                      <a:pt x="276148" y="447540"/>
                    </a:cubicBezTo>
                    <a:cubicBezTo>
                      <a:pt x="261240" y="439137"/>
                      <a:pt x="244571" y="434344"/>
                      <a:pt x="227476" y="433547"/>
                    </a:cubicBezTo>
                    <a:cubicBezTo>
                      <a:pt x="206790" y="434642"/>
                      <a:pt x="212752" y="446567"/>
                      <a:pt x="197299" y="450826"/>
                    </a:cubicBezTo>
                    <a:cubicBezTo>
                      <a:pt x="192796" y="452043"/>
                      <a:pt x="189511" y="445715"/>
                      <a:pt x="190363" y="441091"/>
                    </a:cubicBezTo>
                    <a:cubicBezTo>
                      <a:pt x="194891" y="418707"/>
                      <a:pt x="216612" y="404155"/>
                      <a:pt x="239035" y="408481"/>
                    </a:cubicBezTo>
                    <a:cubicBezTo>
                      <a:pt x="249159" y="411172"/>
                      <a:pt x="258984" y="414882"/>
                      <a:pt x="268360" y="419554"/>
                    </a:cubicBezTo>
                    <a:cubicBezTo>
                      <a:pt x="258200" y="386200"/>
                      <a:pt x="258200" y="350575"/>
                      <a:pt x="268360" y="317220"/>
                    </a:cubicBezTo>
                    <a:cubicBezTo>
                      <a:pt x="278751" y="283805"/>
                      <a:pt x="300208" y="254923"/>
                      <a:pt x="329201" y="235328"/>
                    </a:cubicBezTo>
                    <a:cubicBezTo>
                      <a:pt x="332998" y="232640"/>
                      <a:pt x="338255" y="233540"/>
                      <a:pt x="340943" y="237336"/>
                    </a:cubicBezTo>
                    <a:cubicBezTo>
                      <a:pt x="343631" y="241133"/>
                      <a:pt x="342732" y="246390"/>
                      <a:pt x="338936" y="249078"/>
                    </a:cubicBezTo>
                    <a:cubicBezTo>
                      <a:pt x="316975" y="269533"/>
                      <a:pt x="300741" y="295372"/>
                      <a:pt x="291845" y="324034"/>
                    </a:cubicBezTo>
                    <a:cubicBezTo>
                      <a:pt x="282713" y="353976"/>
                      <a:pt x="282713" y="385961"/>
                      <a:pt x="291845" y="415903"/>
                    </a:cubicBezTo>
                    <a:cubicBezTo>
                      <a:pt x="292453" y="418094"/>
                      <a:pt x="313626" y="511788"/>
                      <a:pt x="366557" y="577496"/>
                    </a:cubicBezTo>
                    <a:cubicBezTo>
                      <a:pt x="437862" y="664741"/>
                      <a:pt x="554798" y="727407"/>
                      <a:pt x="573537" y="730571"/>
                    </a:cubicBezTo>
                    <a:cubicBezTo>
                      <a:pt x="597196" y="734250"/>
                      <a:pt x="621310" y="727801"/>
                      <a:pt x="639975" y="712805"/>
                    </a:cubicBezTo>
                    <a:lnTo>
                      <a:pt x="647276" y="706356"/>
                    </a:lnTo>
                    <a:lnTo>
                      <a:pt x="655185" y="712075"/>
                    </a:lnTo>
                    <a:cubicBezTo>
                      <a:pt x="684389" y="732490"/>
                      <a:pt x="716399" y="748557"/>
                      <a:pt x="750218" y="759774"/>
                    </a:cubicBezTo>
                    <a:cubicBezTo>
                      <a:pt x="789156" y="771334"/>
                      <a:pt x="835395" y="747606"/>
                      <a:pt x="847563" y="741035"/>
                    </a:cubicBezTo>
                    <a:cubicBezTo>
                      <a:pt x="851936" y="729394"/>
                      <a:pt x="853601" y="716911"/>
                      <a:pt x="852430" y="704531"/>
                    </a:cubicBezTo>
                    <a:cubicBezTo>
                      <a:pt x="849662" y="687712"/>
                      <a:pt x="843040" y="671761"/>
                      <a:pt x="833083" y="657927"/>
                    </a:cubicBezTo>
                    <a:cubicBezTo>
                      <a:pt x="829724" y="654568"/>
                      <a:pt x="829724" y="649119"/>
                      <a:pt x="833083" y="645759"/>
                    </a:cubicBezTo>
                    <a:cubicBezTo>
                      <a:pt x="836443" y="642399"/>
                      <a:pt x="841892" y="642399"/>
                      <a:pt x="845251" y="645759"/>
                    </a:cubicBezTo>
                    <a:cubicBezTo>
                      <a:pt x="845981" y="646489"/>
                      <a:pt x="874090" y="671190"/>
                      <a:pt x="876523" y="702097"/>
                    </a:cubicBezTo>
                    <a:cubicBezTo>
                      <a:pt x="877722" y="716356"/>
                      <a:pt x="876067" y="730710"/>
                      <a:pt x="871656" y="744321"/>
                    </a:cubicBezTo>
                    <a:lnTo>
                      <a:pt x="960118" y="809299"/>
                    </a:lnTo>
                    <a:cubicBezTo>
                      <a:pt x="999665" y="838015"/>
                      <a:pt x="1054178" y="794819"/>
                      <a:pt x="1054786" y="794332"/>
                    </a:cubicBezTo>
                    <a:lnTo>
                      <a:pt x="1065859" y="784962"/>
                    </a:lnTo>
                    <a:lnTo>
                      <a:pt x="1065859" y="785814"/>
                    </a:lnTo>
                    <a:cubicBezTo>
                      <a:pt x="1080376" y="774862"/>
                      <a:pt x="1093895" y="762645"/>
                      <a:pt x="1106258" y="749310"/>
                    </a:cubicBezTo>
                    <a:cubicBezTo>
                      <a:pt x="1112051" y="742277"/>
                      <a:pt x="1116879" y="734501"/>
                      <a:pt x="1120616" y="726190"/>
                    </a:cubicBezTo>
                    <a:cubicBezTo>
                      <a:pt x="1125970" y="714022"/>
                      <a:pt x="1135461" y="699664"/>
                      <a:pt x="1137895" y="693215"/>
                    </a:cubicBezTo>
                    <a:lnTo>
                      <a:pt x="1137895" y="693215"/>
                    </a:lnTo>
                    <a:cubicBezTo>
                      <a:pt x="1139440" y="688814"/>
                      <a:pt x="1144259" y="686498"/>
                      <a:pt x="1148663" y="688043"/>
                    </a:cubicBezTo>
                    <a:cubicBezTo>
                      <a:pt x="1153068" y="689589"/>
                      <a:pt x="1155380" y="694411"/>
                      <a:pt x="1153835" y="698812"/>
                    </a:cubicBezTo>
                    <a:cubicBezTo>
                      <a:pt x="1151353" y="712074"/>
                      <a:pt x="1147264" y="724984"/>
                      <a:pt x="1141667" y="737263"/>
                    </a:cubicBezTo>
                    <a:cubicBezTo>
                      <a:pt x="1134691" y="754631"/>
                      <a:pt x="1125443" y="770998"/>
                      <a:pt x="1114167" y="785936"/>
                    </a:cubicBezTo>
                    <a:cubicBezTo>
                      <a:pt x="1104676" y="796881"/>
                      <a:pt x="1093092" y="805817"/>
                      <a:pt x="1080096" y="812219"/>
                    </a:cubicBezTo>
                    <a:cubicBezTo>
                      <a:pt x="1091412" y="829741"/>
                      <a:pt x="1111733" y="862960"/>
                      <a:pt x="1139842" y="871721"/>
                    </a:cubicBezTo>
                    <a:cubicBezTo>
                      <a:pt x="1202215" y="894164"/>
                      <a:pt x="1271756" y="869336"/>
                      <a:pt x="1305815" y="812462"/>
                    </a:cubicBezTo>
                    <a:lnTo>
                      <a:pt x="1305815" y="812462"/>
                    </a:lnTo>
                    <a:cubicBezTo>
                      <a:pt x="1307981" y="809337"/>
                      <a:pt x="1312021" y="808127"/>
                      <a:pt x="1315549" y="809542"/>
                    </a:cubicBezTo>
                    <a:cubicBezTo>
                      <a:pt x="1319905" y="811130"/>
                      <a:pt x="1322157" y="815948"/>
                      <a:pt x="1320563" y="820306"/>
                    </a:cubicBezTo>
                    <a:cubicBezTo>
                      <a:pt x="1320550" y="820328"/>
                      <a:pt x="1320550" y="820350"/>
                      <a:pt x="1320538" y="820372"/>
                    </a:cubicBezTo>
                    <a:cubicBezTo>
                      <a:pt x="1314491" y="841199"/>
                      <a:pt x="1302724" y="859914"/>
                      <a:pt x="1286589" y="874398"/>
                    </a:cubicBezTo>
                    <a:lnTo>
                      <a:pt x="1285859" y="875371"/>
                    </a:lnTo>
                    <a:lnTo>
                      <a:pt x="1284156" y="876345"/>
                    </a:lnTo>
                    <a:cubicBezTo>
                      <a:pt x="1274689" y="884033"/>
                      <a:pt x="1264261" y="890454"/>
                      <a:pt x="1253127" y="895449"/>
                    </a:cubicBezTo>
                    <a:cubicBezTo>
                      <a:pt x="1253784" y="916782"/>
                      <a:pt x="1256181" y="938025"/>
                      <a:pt x="1260306" y="958967"/>
                    </a:cubicBezTo>
                    <a:cubicBezTo>
                      <a:pt x="1266183" y="979859"/>
                      <a:pt x="1276903" y="999075"/>
                      <a:pt x="1291578" y="1015062"/>
                    </a:cubicBezTo>
                    <a:lnTo>
                      <a:pt x="1291578" y="1015062"/>
                    </a:lnTo>
                    <a:cubicBezTo>
                      <a:pt x="1295204" y="1018155"/>
                      <a:pt x="1295642" y="1023600"/>
                      <a:pt x="1292552" y="1027230"/>
                    </a:cubicBezTo>
                    <a:cubicBezTo>
                      <a:pt x="1289643" y="1030844"/>
                      <a:pt x="1284362" y="1031418"/>
                      <a:pt x="1280749" y="1028513"/>
                    </a:cubicBezTo>
                    <a:cubicBezTo>
                      <a:pt x="1280627" y="1028414"/>
                      <a:pt x="1280505" y="1028310"/>
                      <a:pt x="1280383" y="1028203"/>
                    </a:cubicBezTo>
                    <a:cubicBezTo>
                      <a:pt x="1259199" y="1012318"/>
                      <a:pt x="1243806" y="989918"/>
                      <a:pt x="1236578" y="964442"/>
                    </a:cubicBezTo>
                    <a:cubicBezTo>
                      <a:pt x="1232283" y="943806"/>
                      <a:pt x="1229764" y="922842"/>
                      <a:pt x="1229034" y="901776"/>
                    </a:cubicBezTo>
                    <a:cubicBezTo>
                      <a:pt x="1206645" y="905548"/>
                      <a:pt x="1163204" y="909807"/>
                      <a:pt x="1129255" y="893745"/>
                    </a:cubicBezTo>
                    <a:cubicBezTo>
                      <a:pt x="1095306" y="877683"/>
                      <a:pt x="1068415" y="840571"/>
                      <a:pt x="1056247" y="821467"/>
                    </a:cubicBezTo>
                    <a:cubicBezTo>
                      <a:pt x="1034466" y="835338"/>
                      <a:pt x="985550" y="859431"/>
                      <a:pt x="943691" y="829133"/>
                    </a:cubicBezTo>
                    <a:lnTo>
                      <a:pt x="854499" y="764520"/>
                    </a:lnTo>
                    <a:cubicBezTo>
                      <a:pt x="836247" y="774254"/>
                      <a:pt x="786723" y="797009"/>
                      <a:pt x="741457" y="783624"/>
                    </a:cubicBezTo>
                    <a:cubicBezTo>
                      <a:pt x="708522" y="772181"/>
                      <a:pt x="677321" y="756253"/>
                      <a:pt x="648736" y="736290"/>
                    </a:cubicBezTo>
                    <a:cubicBezTo>
                      <a:pt x="625614" y="752111"/>
                      <a:pt x="597310" y="758469"/>
                      <a:pt x="569643" y="754055"/>
                    </a:cubicBezTo>
                    <a:cubicBezTo>
                      <a:pt x="545015" y="747632"/>
                      <a:pt x="522171" y="735690"/>
                      <a:pt x="502840" y="719133"/>
                    </a:cubicBezTo>
                    <a:cubicBezTo>
                      <a:pt x="489774" y="723153"/>
                      <a:pt x="477820" y="730151"/>
                      <a:pt x="467918" y="739575"/>
                    </a:cubicBezTo>
                    <a:cubicBezTo>
                      <a:pt x="448370" y="755343"/>
                      <a:pt x="433271" y="775936"/>
                      <a:pt x="424112" y="799321"/>
                    </a:cubicBezTo>
                    <a:cubicBezTo>
                      <a:pt x="423503" y="802959"/>
                      <a:pt x="420590" y="805772"/>
                      <a:pt x="416933" y="806257"/>
                    </a:cubicBezTo>
                    <a:cubicBezTo>
                      <a:pt x="416127" y="806378"/>
                      <a:pt x="415306" y="806378"/>
                      <a:pt x="414500" y="806257"/>
                    </a:cubicBezTo>
                    <a:cubicBezTo>
                      <a:pt x="410163" y="805461"/>
                      <a:pt x="407121" y="801528"/>
                      <a:pt x="407442" y="797130"/>
                    </a:cubicBezTo>
                    <a:close/>
                  </a:path>
                </a:pathLst>
              </a:custGeom>
              <a:solidFill>
                <a:schemeClr val="bg2"/>
              </a:solidFill>
              <a:ln w="12128" cap="flat">
                <a:noFill/>
                <a:prstDash val="solid"/>
                <a:miter/>
              </a:ln>
            </p:spPr>
            <p:txBody>
              <a:bodyPr rtlCol="0" anchor="ctr"/>
              <a:lstStyle/>
              <a:p>
                <a:pPr defTabSz="685526">
                  <a:defRPr/>
                </a:pPr>
                <a:endParaRPr lang="de-DE" sz="1275" dirty="0">
                  <a:solidFill>
                    <a:srgbClr val="000000"/>
                  </a:solidFill>
                  <a:latin typeface="Arial"/>
                </a:endParaRPr>
              </a:p>
            </p:txBody>
          </p:sp>
          <p:sp>
            <p:nvSpPr>
              <p:cNvPr id="24" name="Freihandform: Form 23">
                <a:extLst>
                  <a:ext uri="{FF2B5EF4-FFF2-40B4-BE49-F238E27FC236}">
                    <a16:creationId xmlns:a16="http://schemas.microsoft.com/office/drawing/2014/main" id="{3539A8F5-85A8-48FC-A46A-827746950724}"/>
                  </a:ext>
                </a:extLst>
              </p:cNvPr>
              <p:cNvSpPr/>
              <p:nvPr/>
            </p:nvSpPr>
            <p:spPr>
              <a:xfrm>
                <a:off x="6215100" y="3501655"/>
                <a:ext cx="316963" cy="324803"/>
              </a:xfrm>
              <a:custGeom>
                <a:avLst/>
                <a:gdLst>
                  <a:gd name="connsiteX0" fmla="*/ 97588 w 316963"/>
                  <a:gd name="connsiteY0" fmla="*/ 242997 h 324803"/>
                  <a:gd name="connsiteX1" fmla="*/ 137743 w 316963"/>
                  <a:gd name="connsiteY1" fmla="*/ 204303 h 324803"/>
                  <a:gd name="connsiteX2" fmla="*/ 158429 w 316963"/>
                  <a:gd name="connsiteY2" fmla="*/ 202843 h 324803"/>
                  <a:gd name="connsiteX3" fmla="*/ 268672 w 316963"/>
                  <a:gd name="connsiteY3" fmla="*/ 117666 h 324803"/>
                  <a:gd name="connsiteX4" fmla="*/ 269889 w 316963"/>
                  <a:gd name="connsiteY4" fmla="*/ 32489 h 324803"/>
                  <a:gd name="connsiteX5" fmla="*/ 302865 w 316963"/>
                  <a:gd name="connsiteY5" fmla="*/ 0 h 324803"/>
                  <a:gd name="connsiteX6" fmla="*/ 309192 w 316963"/>
                  <a:gd name="connsiteY6" fmla="*/ 132267 h 324803"/>
                  <a:gd name="connsiteX7" fmla="*/ 252732 w 316963"/>
                  <a:gd name="connsiteY7" fmla="*/ 200287 h 324803"/>
                  <a:gd name="connsiteX8" fmla="*/ 171936 w 316963"/>
                  <a:gd name="connsiteY8" fmla="*/ 302499 h 324803"/>
                  <a:gd name="connsiteX9" fmla="*/ 4016 w 316963"/>
                  <a:gd name="connsiteY9" fmla="*/ 289358 h 324803"/>
                  <a:gd name="connsiteX10" fmla="*/ 0 w 316963"/>
                  <a:gd name="connsiteY10" fmla="*/ 279867 h 324803"/>
                  <a:gd name="connsiteX11" fmla="*/ 6084 w 316963"/>
                  <a:gd name="connsiteY11" fmla="*/ 279137 h 324803"/>
                  <a:gd name="connsiteX12" fmla="*/ 97588 w 316963"/>
                  <a:gd name="connsiteY12" fmla="*/ 242997 h 324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963" h="324803">
                    <a:moveTo>
                      <a:pt x="97588" y="242997"/>
                    </a:moveTo>
                    <a:cubicBezTo>
                      <a:pt x="113845" y="233454"/>
                      <a:pt x="127607" y="220193"/>
                      <a:pt x="137743" y="204303"/>
                    </a:cubicBezTo>
                    <a:cubicBezTo>
                      <a:pt x="144667" y="204287"/>
                      <a:pt x="151578" y="203800"/>
                      <a:pt x="158429" y="202843"/>
                    </a:cubicBezTo>
                    <a:cubicBezTo>
                      <a:pt x="207892" y="196521"/>
                      <a:pt x="250067" y="163935"/>
                      <a:pt x="268672" y="117666"/>
                    </a:cubicBezTo>
                    <a:cubicBezTo>
                      <a:pt x="282325" y="91013"/>
                      <a:pt x="282775" y="59520"/>
                      <a:pt x="269889" y="32489"/>
                    </a:cubicBezTo>
                    <a:cubicBezTo>
                      <a:pt x="281960" y="22807"/>
                      <a:pt x="293008" y="11921"/>
                      <a:pt x="302865" y="0"/>
                    </a:cubicBezTo>
                    <a:cubicBezTo>
                      <a:pt x="311869" y="28108"/>
                      <a:pt x="325862" y="85177"/>
                      <a:pt x="309192" y="132267"/>
                    </a:cubicBezTo>
                    <a:cubicBezTo>
                      <a:pt x="287411" y="193108"/>
                      <a:pt x="253097" y="200287"/>
                      <a:pt x="252732" y="200287"/>
                    </a:cubicBezTo>
                    <a:cubicBezTo>
                      <a:pt x="247865" y="201139"/>
                      <a:pt x="228396" y="270862"/>
                      <a:pt x="171936" y="302499"/>
                    </a:cubicBezTo>
                    <a:cubicBezTo>
                      <a:pt x="78484" y="355066"/>
                      <a:pt x="14602" y="299579"/>
                      <a:pt x="4016" y="289358"/>
                    </a:cubicBezTo>
                    <a:lnTo>
                      <a:pt x="0" y="279867"/>
                    </a:lnTo>
                    <a:lnTo>
                      <a:pt x="6084" y="279137"/>
                    </a:lnTo>
                    <a:cubicBezTo>
                      <a:pt x="38792" y="273693"/>
                      <a:pt x="69979" y="261376"/>
                      <a:pt x="97588" y="242997"/>
                    </a:cubicBezTo>
                    <a:close/>
                  </a:path>
                </a:pathLst>
              </a:custGeom>
              <a:solidFill>
                <a:schemeClr val="bg2"/>
              </a:solidFill>
              <a:ln w="12128" cap="flat">
                <a:noFill/>
                <a:prstDash val="solid"/>
                <a:miter/>
              </a:ln>
            </p:spPr>
            <p:txBody>
              <a:bodyPr rtlCol="0" anchor="ctr"/>
              <a:lstStyle/>
              <a:p>
                <a:pPr defTabSz="685526">
                  <a:defRPr/>
                </a:pPr>
                <a:endParaRPr lang="de-DE" sz="1275" dirty="0">
                  <a:solidFill>
                    <a:srgbClr val="000000"/>
                  </a:solidFill>
                  <a:latin typeface="Arial"/>
                </a:endParaRPr>
              </a:p>
            </p:txBody>
          </p:sp>
          <p:sp>
            <p:nvSpPr>
              <p:cNvPr id="25" name="Freihandform: Form 24">
                <a:extLst>
                  <a:ext uri="{FF2B5EF4-FFF2-40B4-BE49-F238E27FC236}">
                    <a16:creationId xmlns:a16="http://schemas.microsoft.com/office/drawing/2014/main" id="{2E98DBEF-152E-486D-8806-02472A68FAB8}"/>
                  </a:ext>
                </a:extLst>
              </p:cNvPr>
              <p:cNvSpPr/>
              <p:nvPr/>
            </p:nvSpPr>
            <p:spPr>
              <a:xfrm>
                <a:off x="4645164" y="3543756"/>
                <a:ext cx="117183" cy="304324"/>
              </a:xfrm>
              <a:custGeom>
                <a:avLst/>
                <a:gdLst>
                  <a:gd name="connsiteX0" fmla="*/ 76176 w 117183"/>
                  <a:gd name="connsiteY0" fmla="*/ 0 h 304324"/>
                  <a:gd name="connsiteX1" fmla="*/ 117183 w 117183"/>
                  <a:gd name="connsiteY1" fmla="*/ 29690 h 304324"/>
                  <a:gd name="connsiteX2" fmla="*/ 53787 w 117183"/>
                  <a:gd name="connsiteY2" fmla="*/ 228517 h 304324"/>
                  <a:gd name="connsiteX3" fmla="*/ 61696 w 117183"/>
                  <a:gd name="connsiteY3" fmla="*/ 304325 h 304324"/>
                  <a:gd name="connsiteX4" fmla="*/ 53300 w 117183"/>
                  <a:gd name="connsiteY4" fmla="*/ 293860 h 304324"/>
                  <a:gd name="connsiteX5" fmla="*/ 76176 w 117183"/>
                  <a:gd name="connsiteY5" fmla="*/ 0 h 304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183" h="304324">
                    <a:moveTo>
                      <a:pt x="76176" y="0"/>
                    </a:moveTo>
                    <a:cubicBezTo>
                      <a:pt x="89320" y="10602"/>
                      <a:pt x="103008" y="20513"/>
                      <a:pt x="117183" y="29690"/>
                    </a:cubicBezTo>
                    <a:cubicBezTo>
                      <a:pt x="101121" y="62422"/>
                      <a:pt x="51719" y="168894"/>
                      <a:pt x="53787" y="228517"/>
                    </a:cubicBezTo>
                    <a:cubicBezTo>
                      <a:pt x="54246" y="253967"/>
                      <a:pt x="56892" y="279329"/>
                      <a:pt x="61696" y="304325"/>
                    </a:cubicBezTo>
                    <a:cubicBezTo>
                      <a:pt x="59246" y="300571"/>
                      <a:pt x="56434" y="297066"/>
                      <a:pt x="53300" y="293860"/>
                    </a:cubicBezTo>
                    <a:cubicBezTo>
                      <a:pt x="-45870" y="212455"/>
                      <a:pt x="12050" y="47456"/>
                      <a:pt x="76176" y="0"/>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grpSp>
        <p:sp>
          <p:nvSpPr>
            <p:cNvPr id="13" name="Grafik 102">
              <a:extLst>
                <a:ext uri="{FF2B5EF4-FFF2-40B4-BE49-F238E27FC236}">
                  <a16:creationId xmlns:a16="http://schemas.microsoft.com/office/drawing/2014/main" id="{98438463-35B2-46DB-8A71-76E22DF4E38F}"/>
                </a:ext>
              </a:extLst>
            </p:cNvPr>
            <p:cNvSpPr/>
            <p:nvPr/>
          </p:nvSpPr>
          <p:spPr>
            <a:xfrm>
              <a:off x="5536220" y="3326124"/>
              <a:ext cx="1730589" cy="1591148"/>
            </a:xfrm>
            <a:custGeom>
              <a:avLst/>
              <a:gdLst>
                <a:gd name="connsiteX0" fmla="*/ 427128 w 1730589"/>
                <a:gd name="connsiteY0" fmla="*/ 191723 h 1591148"/>
                <a:gd name="connsiteX1" fmla="*/ 396221 w 1730589"/>
                <a:gd name="connsiteY1" fmla="*/ 268018 h 1591148"/>
                <a:gd name="connsiteX2" fmla="*/ 319927 w 1730589"/>
                <a:gd name="connsiteY2" fmla="*/ 237111 h 1591148"/>
                <a:gd name="connsiteX3" fmla="*/ 350833 w 1730589"/>
                <a:gd name="connsiteY3" fmla="*/ 160817 h 1591148"/>
                <a:gd name="connsiteX4" fmla="*/ 396221 w 1730589"/>
                <a:gd name="connsiteY4" fmla="*/ 160817 h 1591148"/>
                <a:gd name="connsiteX5" fmla="*/ 550754 w 1730589"/>
                <a:gd name="connsiteY5" fmla="*/ 6284 h 1591148"/>
                <a:gd name="connsiteX6" fmla="*/ 556935 w 1730589"/>
                <a:gd name="connsiteY6" fmla="*/ 0 h 1591148"/>
                <a:gd name="connsiteX7" fmla="*/ 1344639 w 1730589"/>
                <a:gd name="connsiteY7" fmla="*/ 0 h 1591148"/>
                <a:gd name="connsiteX8" fmla="*/ 1351026 w 1730589"/>
                <a:gd name="connsiteY8" fmla="*/ 6387 h 1591148"/>
                <a:gd name="connsiteX9" fmla="*/ 1557070 w 1730589"/>
                <a:gd name="connsiteY9" fmla="*/ 212431 h 1591148"/>
                <a:gd name="connsiteX10" fmla="*/ 1633687 w 1730589"/>
                <a:gd name="connsiteY10" fmla="*/ 243309 h 1591148"/>
                <a:gd name="connsiteX11" fmla="*/ 1602811 w 1730589"/>
                <a:gd name="connsiteY11" fmla="*/ 319931 h 1591148"/>
                <a:gd name="connsiteX12" fmla="*/ 1526194 w 1730589"/>
                <a:gd name="connsiteY12" fmla="*/ 289051 h 1591148"/>
                <a:gd name="connsiteX13" fmla="*/ 1521527 w 1730589"/>
                <a:gd name="connsiteY13" fmla="*/ 266208 h 1591148"/>
                <a:gd name="connsiteX14" fmla="*/ 1526060 w 1730589"/>
                <a:gd name="connsiteY14" fmla="*/ 243337 h 1591148"/>
                <a:gd name="connsiteX15" fmla="*/ 1326404 w 1730589"/>
                <a:gd name="connsiteY15" fmla="*/ 43784 h 1591148"/>
                <a:gd name="connsiteX16" fmla="*/ 575067 w 1730589"/>
                <a:gd name="connsiteY16" fmla="*/ 43784 h 1591148"/>
                <a:gd name="connsiteX17" fmla="*/ 427128 w 1730589"/>
                <a:gd name="connsiteY17" fmla="*/ 191723 h 1591148"/>
                <a:gd name="connsiteX18" fmla="*/ 874551 w 1730589"/>
                <a:gd name="connsiteY18" fmla="*/ 142994 h 1591148"/>
                <a:gd name="connsiteX19" fmla="*/ 927195 w 1730589"/>
                <a:gd name="connsiteY19" fmla="*/ 175137 h 1591148"/>
                <a:gd name="connsiteX20" fmla="*/ 1040519 w 1730589"/>
                <a:gd name="connsiteY20" fmla="*/ 175137 h 1591148"/>
                <a:gd name="connsiteX21" fmla="*/ 1046906 w 1730589"/>
                <a:gd name="connsiteY21" fmla="*/ 181524 h 1591148"/>
                <a:gd name="connsiteX22" fmla="*/ 1143541 w 1730589"/>
                <a:gd name="connsiteY22" fmla="*/ 278158 h 1591148"/>
                <a:gd name="connsiteX23" fmla="*/ 1220147 w 1730589"/>
                <a:gd name="connsiteY23" fmla="*/ 309065 h 1591148"/>
                <a:gd name="connsiteX24" fmla="*/ 1189241 w 1730589"/>
                <a:gd name="connsiteY24" fmla="*/ 385674 h 1591148"/>
                <a:gd name="connsiteX25" fmla="*/ 1112634 w 1730589"/>
                <a:gd name="connsiteY25" fmla="*/ 354767 h 1591148"/>
                <a:gd name="connsiteX26" fmla="*/ 1112634 w 1730589"/>
                <a:gd name="connsiteY26" fmla="*/ 309065 h 1591148"/>
                <a:gd name="connsiteX27" fmla="*/ 1021975 w 1730589"/>
                <a:gd name="connsiteY27" fmla="*/ 218303 h 1591148"/>
                <a:gd name="connsiteX28" fmla="*/ 930389 w 1730589"/>
                <a:gd name="connsiteY28" fmla="*/ 218303 h 1591148"/>
                <a:gd name="connsiteX29" fmla="*/ 896289 w 1730589"/>
                <a:gd name="connsiteY29" fmla="*/ 255597 h 1591148"/>
                <a:gd name="connsiteX30" fmla="*/ 896289 w 1730589"/>
                <a:gd name="connsiteY30" fmla="*/ 339971 h 1591148"/>
                <a:gd name="connsiteX31" fmla="*/ 978706 w 1730589"/>
                <a:gd name="connsiteY31" fmla="*/ 422389 h 1591148"/>
                <a:gd name="connsiteX32" fmla="*/ 1055622 w 1730589"/>
                <a:gd name="connsiteY32" fmla="*/ 452919 h 1591148"/>
                <a:gd name="connsiteX33" fmla="*/ 1025092 w 1730589"/>
                <a:gd name="connsiteY33" fmla="*/ 529836 h 1591148"/>
                <a:gd name="connsiteX34" fmla="*/ 948175 w 1730589"/>
                <a:gd name="connsiteY34" fmla="*/ 499306 h 1591148"/>
                <a:gd name="connsiteX35" fmla="*/ 947799 w 1730589"/>
                <a:gd name="connsiteY35" fmla="*/ 453810 h 1591148"/>
                <a:gd name="connsiteX36" fmla="*/ 858171 w 1730589"/>
                <a:gd name="connsiteY36" fmla="*/ 364284 h 1591148"/>
                <a:gd name="connsiteX37" fmla="*/ 851783 w 1730589"/>
                <a:gd name="connsiteY37" fmla="*/ 357794 h 1591148"/>
                <a:gd name="connsiteX38" fmla="*/ 851783 w 1730589"/>
                <a:gd name="connsiteY38" fmla="*/ 254772 h 1591148"/>
                <a:gd name="connsiteX39" fmla="*/ 819402 w 1730589"/>
                <a:gd name="connsiteY39" fmla="*/ 178774 h 1591148"/>
                <a:gd name="connsiteX40" fmla="*/ 873624 w 1730589"/>
                <a:gd name="connsiteY40" fmla="*/ 142170 h 1591148"/>
                <a:gd name="connsiteX41" fmla="*/ 567134 w 1730589"/>
                <a:gd name="connsiteY41" fmla="*/ 962531 h 1591148"/>
                <a:gd name="connsiteX42" fmla="*/ 388495 w 1730589"/>
                <a:gd name="connsiteY42" fmla="*/ 962531 h 1591148"/>
                <a:gd name="connsiteX43" fmla="*/ 283928 w 1730589"/>
                <a:gd name="connsiteY43" fmla="*/ 1067098 h 1591148"/>
                <a:gd name="connsiteX44" fmla="*/ 286606 w 1730589"/>
                <a:gd name="connsiteY44" fmla="*/ 1084509 h 1591148"/>
                <a:gd name="connsiteX45" fmla="*/ 281970 w 1730589"/>
                <a:gd name="connsiteY45" fmla="*/ 1107379 h 1591148"/>
                <a:gd name="connsiteX46" fmla="*/ 377471 w 1730589"/>
                <a:gd name="connsiteY46" fmla="*/ 1202881 h 1591148"/>
                <a:gd name="connsiteX47" fmla="*/ 550033 w 1730589"/>
                <a:gd name="connsiteY47" fmla="*/ 1202881 h 1591148"/>
                <a:gd name="connsiteX48" fmla="*/ 556420 w 1730589"/>
                <a:gd name="connsiteY48" fmla="*/ 1209268 h 1591148"/>
                <a:gd name="connsiteX49" fmla="*/ 664799 w 1730589"/>
                <a:gd name="connsiteY49" fmla="*/ 1317647 h 1591148"/>
                <a:gd name="connsiteX50" fmla="*/ 671186 w 1730589"/>
                <a:gd name="connsiteY50" fmla="*/ 1324034 h 1591148"/>
                <a:gd name="connsiteX51" fmla="*/ 671186 w 1730589"/>
                <a:gd name="connsiteY51" fmla="*/ 1478566 h 1591148"/>
                <a:gd name="connsiteX52" fmla="*/ 703449 w 1730589"/>
                <a:gd name="connsiteY52" fmla="*/ 1554617 h 1591148"/>
                <a:gd name="connsiteX53" fmla="*/ 627402 w 1730589"/>
                <a:gd name="connsiteY53" fmla="*/ 1586873 h 1591148"/>
                <a:gd name="connsiteX54" fmla="*/ 595139 w 1730589"/>
                <a:gd name="connsiteY54" fmla="*/ 1510833 h 1591148"/>
                <a:gd name="connsiteX55" fmla="*/ 627402 w 1730589"/>
                <a:gd name="connsiteY55" fmla="*/ 1478566 h 1591148"/>
                <a:gd name="connsiteX56" fmla="*/ 627402 w 1730589"/>
                <a:gd name="connsiteY56" fmla="*/ 1342166 h 1591148"/>
                <a:gd name="connsiteX57" fmla="*/ 531901 w 1730589"/>
                <a:gd name="connsiteY57" fmla="*/ 1246562 h 1591148"/>
                <a:gd name="connsiteX58" fmla="*/ 359340 w 1730589"/>
                <a:gd name="connsiteY58" fmla="*/ 1246562 h 1591148"/>
                <a:gd name="connsiteX59" fmla="*/ 352952 w 1730589"/>
                <a:gd name="connsiteY59" fmla="*/ 1240174 h 1591148"/>
                <a:gd name="connsiteX60" fmla="*/ 250961 w 1730589"/>
                <a:gd name="connsiteY60" fmla="*/ 1138183 h 1591148"/>
                <a:gd name="connsiteX61" fmla="*/ 228193 w 1730589"/>
                <a:gd name="connsiteY61" fmla="*/ 1142819 h 1591148"/>
                <a:gd name="connsiteX62" fmla="*/ 169755 w 1730589"/>
                <a:gd name="connsiteY62" fmla="*/ 1084426 h 1591148"/>
                <a:gd name="connsiteX63" fmla="*/ 228145 w 1730589"/>
                <a:gd name="connsiteY63" fmla="*/ 1025992 h 1591148"/>
                <a:gd name="connsiteX64" fmla="*/ 255906 w 1730589"/>
                <a:gd name="connsiteY64" fmla="*/ 1032998 h 1591148"/>
                <a:gd name="connsiteX65" fmla="*/ 363976 w 1730589"/>
                <a:gd name="connsiteY65" fmla="*/ 925134 h 1591148"/>
                <a:gd name="connsiteX66" fmla="*/ 370363 w 1730589"/>
                <a:gd name="connsiteY66" fmla="*/ 918644 h 1591148"/>
                <a:gd name="connsiteX67" fmla="*/ 567134 w 1730589"/>
                <a:gd name="connsiteY67" fmla="*/ 918644 h 1591148"/>
                <a:gd name="connsiteX68" fmla="*/ 678707 w 1730589"/>
                <a:gd name="connsiteY68" fmla="*/ 807174 h 1591148"/>
                <a:gd name="connsiteX69" fmla="*/ 623281 w 1730589"/>
                <a:gd name="connsiteY69" fmla="*/ 752058 h 1591148"/>
                <a:gd name="connsiteX70" fmla="*/ 388804 w 1730589"/>
                <a:gd name="connsiteY70" fmla="*/ 752058 h 1591148"/>
                <a:gd name="connsiteX71" fmla="*/ 382416 w 1730589"/>
                <a:gd name="connsiteY71" fmla="*/ 745671 h 1591148"/>
                <a:gd name="connsiteX72" fmla="*/ 274656 w 1730589"/>
                <a:gd name="connsiteY72" fmla="*/ 637601 h 1591148"/>
                <a:gd name="connsiteX73" fmla="*/ 198047 w 1730589"/>
                <a:gd name="connsiteY73" fmla="*/ 606694 h 1591148"/>
                <a:gd name="connsiteX74" fmla="*/ 228953 w 1730589"/>
                <a:gd name="connsiteY74" fmla="*/ 530085 h 1591148"/>
                <a:gd name="connsiteX75" fmla="*/ 305562 w 1730589"/>
                <a:gd name="connsiteY75" fmla="*/ 560992 h 1591148"/>
                <a:gd name="connsiteX76" fmla="*/ 305562 w 1730589"/>
                <a:gd name="connsiteY76" fmla="*/ 606694 h 1591148"/>
                <a:gd name="connsiteX77" fmla="*/ 406833 w 1730589"/>
                <a:gd name="connsiteY77" fmla="*/ 708068 h 1591148"/>
                <a:gd name="connsiteX78" fmla="*/ 641413 w 1730589"/>
                <a:gd name="connsiteY78" fmla="*/ 708068 h 1591148"/>
                <a:gd name="connsiteX79" fmla="*/ 647903 w 1730589"/>
                <a:gd name="connsiteY79" fmla="*/ 714455 h 1591148"/>
                <a:gd name="connsiteX80" fmla="*/ 723109 w 1730589"/>
                <a:gd name="connsiteY80" fmla="*/ 789661 h 1591148"/>
                <a:gd name="connsiteX81" fmla="*/ 901131 w 1730589"/>
                <a:gd name="connsiteY81" fmla="*/ 789661 h 1591148"/>
                <a:gd name="connsiteX82" fmla="*/ 977289 w 1730589"/>
                <a:gd name="connsiteY82" fmla="*/ 757286 h 1591148"/>
                <a:gd name="connsiteX83" fmla="*/ 1009664 w 1730589"/>
                <a:gd name="connsiteY83" fmla="*/ 833445 h 1591148"/>
                <a:gd name="connsiteX84" fmla="*/ 933505 w 1730589"/>
                <a:gd name="connsiteY84" fmla="*/ 865820 h 1591148"/>
                <a:gd name="connsiteX85" fmla="*/ 901131 w 1730589"/>
                <a:gd name="connsiteY85" fmla="*/ 833445 h 1591148"/>
                <a:gd name="connsiteX86" fmla="*/ 714455 w 1730589"/>
                <a:gd name="connsiteY86" fmla="*/ 833445 h 1591148"/>
                <a:gd name="connsiteX87" fmla="*/ 607210 w 1730589"/>
                <a:gd name="connsiteY87" fmla="*/ 940587 h 1591148"/>
                <a:gd name="connsiteX88" fmla="*/ 684579 w 1730589"/>
                <a:gd name="connsiteY88" fmla="*/ 1017957 h 1591148"/>
                <a:gd name="connsiteX89" fmla="*/ 761346 w 1730589"/>
                <a:gd name="connsiteY89" fmla="*/ 1048863 h 1591148"/>
                <a:gd name="connsiteX90" fmla="*/ 730439 w 1730589"/>
                <a:gd name="connsiteY90" fmla="*/ 1125625 h 1591148"/>
                <a:gd name="connsiteX91" fmla="*/ 653673 w 1730589"/>
                <a:gd name="connsiteY91" fmla="*/ 1094718 h 1591148"/>
                <a:gd name="connsiteX92" fmla="*/ 653673 w 1730589"/>
                <a:gd name="connsiteY92" fmla="*/ 1048863 h 1591148"/>
                <a:gd name="connsiteX93" fmla="*/ 567134 w 1730589"/>
                <a:gd name="connsiteY93" fmla="*/ 962428 h 1591148"/>
                <a:gd name="connsiteX94" fmla="*/ 231387 w 1730589"/>
                <a:gd name="connsiteY94" fmla="*/ 796460 h 1591148"/>
                <a:gd name="connsiteX95" fmla="*/ 289735 w 1730589"/>
                <a:gd name="connsiteY95" fmla="*/ 854938 h 1591148"/>
                <a:gd name="connsiteX96" fmla="*/ 231257 w 1730589"/>
                <a:gd name="connsiteY96" fmla="*/ 913287 h 1591148"/>
                <a:gd name="connsiteX97" fmla="*/ 208516 w 1730589"/>
                <a:gd name="connsiteY97" fmla="*/ 908651 h 1591148"/>
                <a:gd name="connsiteX98" fmla="*/ 171119 w 1730589"/>
                <a:gd name="connsiteY98" fmla="*/ 946048 h 1591148"/>
                <a:gd name="connsiteX99" fmla="*/ 140148 w 1730589"/>
                <a:gd name="connsiteY99" fmla="*/ 1022631 h 1591148"/>
                <a:gd name="connsiteX100" fmla="*/ 63564 w 1730589"/>
                <a:gd name="connsiteY100" fmla="*/ 991659 h 1591148"/>
                <a:gd name="connsiteX101" fmla="*/ 63564 w 1730589"/>
                <a:gd name="connsiteY101" fmla="*/ 946048 h 1591148"/>
                <a:gd name="connsiteX102" fmla="*/ 6387 w 1730589"/>
                <a:gd name="connsiteY102" fmla="*/ 888974 h 1591148"/>
                <a:gd name="connsiteX103" fmla="*/ 0 w 1730589"/>
                <a:gd name="connsiteY103" fmla="*/ 882586 h 1591148"/>
                <a:gd name="connsiteX104" fmla="*/ 0 w 1730589"/>
                <a:gd name="connsiteY104" fmla="*/ 527059 h 1591148"/>
                <a:gd name="connsiteX105" fmla="*/ 6387 w 1730589"/>
                <a:gd name="connsiteY105" fmla="*/ 520671 h 1591148"/>
                <a:gd name="connsiteX106" fmla="*/ 186160 w 1730589"/>
                <a:gd name="connsiteY106" fmla="*/ 340899 h 1591148"/>
                <a:gd name="connsiteX107" fmla="*/ 192548 w 1730589"/>
                <a:gd name="connsiteY107" fmla="*/ 334511 h 1591148"/>
                <a:gd name="connsiteX108" fmla="*/ 378914 w 1730589"/>
                <a:gd name="connsiteY108" fmla="*/ 334511 h 1591148"/>
                <a:gd name="connsiteX109" fmla="*/ 454961 w 1730589"/>
                <a:gd name="connsiteY109" fmla="*/ 302248 h 1591148"/>
                <a:gd name="connsiteX110" fmla="*/ 487226 w 1730589"/>
                <a:gd name="connsiteY110" fmla="*/ 378295 h 1591148"/>
                <a:gd name="connsiteX111" fmla="*/ 411177 w 1730589"/>
                <a:gd name="connsiteY111" fmla="*/ 410559 h 1591148"/>
                <a:gd name="connsiteX112" fmla="*/ 378914 w 1730589"/>
                <a:gd name="connsiteY112" fmla="*/ 378295 h 1591148"/>
                <a:gd name="connsiteX113" fmla="*/ 210679 w 1730589"/>
                <a:gd name="connsiteY113" fmla="*/ 378295 h 1591148"/>
                <a:gd name="connsiteX114" fmla="*/ 43784 w 1730589"/>
                <a:gd name="connsiteY114" fmla="*/ 545190 h 1591148"/>
                <a:gd name="connsiteX115" fmla="*/ 43784 w 1730589"/>
                <a:gd name="connsiteY115" fmla="*/ 864557 h 1591148"/>
                <a:gd name="connsiteX116" fmla="*/ 94471 w 1730589"/>
                <a:gd name="connsiteY116" fmla="*/ 915244 h 1591148"/>
                <a:gd name="connsiteX117" fmla="*/ 140109 w 1730589"/>
                <a:gd name="connsiteY117" fmla="*/ 915244 h 1591148"/>
                <a:gd name="connsiteX118" fmla="*/ 177609 w 1730589"/>
                <a:gd name="connsiteY118" fmla="*/ 877847 h 1591148"/>
                <a:gd name="connsiteX119" fmla="*/ 208635 w 1730589"/>
                <a:gd name="connsiteY119" fmla="*/ 801286 h 1591148"/>
                <a:gd name="connsiteX120" fmla="*/ 231387 w 1730589"/>
                <a:gd name="connsiteY120" fmla="*/ 796666 h 1591148"/>
                <a:gd name="connsiteX121" fmla="*/ 1458787 w 1730589"/>
                <a:gd name="connsiteY121" fmla="*/ 506351 h 1591148"/>
                <a:gd name="connsiteX122" fmla="*/ 1435916 w 1730589"/>
                <a:gd name="connsiteY122" fmla="*/ 510987 h 1591148"/>
                <a:gd name="connsiteX123" fmla="*/ 1366891 w 1730589"/>
                <a:gd name="connsiteY123" fmla="*/ 441963 h 1591148"/>
                <a:gd name="connsiteX124" fmla="*/ 1366891 w 1730589"/>
                <a:gd name="connsiteY124" fmla="*/ 357382 h 1591148"/>
                <a:gd name="connsiteX125" fmla="*/ 1399158 w 1730589"/>
                <a:gd name="connsiteY125" fmla="*/ 281335 h 1591148"/>
                <a:gd name="connsiteX126" fmla="*/ 1323107 w 1730589"/>
                <a:gd name="connsiteY126" fmla="*/ 249070 h 1591148"/>
                <a:gd name="connsiteX127" fmla="*/ 1290841 w 1730589"/>
                <a:gd name="connsiteY127" fmla="*/ 325119 h 1591148"/>
                <a:gd name="connsiteX128" fmla="*/ 1323107 w 1730589"/>
                <a:gd name="connsiteY128" fmla="*/ 357382 h 1591148"/>
                <a:gd name="connsiteX129" fmla="*/ 1323107 w 1730589"/>
                <a:gd name="connsiteY129" fmla="*/ 460404 h 1591148"/>
                <a:gd name="connsiteX130" fmla="*/ 1329495 w 1730589"/>
                <a:gd name="connsiteY130" fmla="*/ 466791 h 1591148"/>
                <a:gd name="connsiteX131" fmla="*/ 1405010 w 1730589"/>
                <a:gd name="connsiteY131" fmla="*/ 542306 h 1591148"/>
                <a:gd name="connsiteX132" fmla="*/ 1436040 w 1730589"/>
                <a:gd name="connsiteY132" fmla="*/ 618867 h 1591148"/>
                <a:gd name="connsiteX133" fmla="*/ 1512595 w 1730589"/>
                <a:gd name="connsiteY133" fmla="*/ 587841 h 1591148"/>
                <a:gd name="connsiteX134" fmla="*/ 1481575 w 1730589"/>
                <a:gd name="connsiteY134" fmla="*/ 511280 h 1591148"/>
                <a:gd name="connsiteX135" fmla="*/ 1458787 w 1730589"/>
                <a:gd name="connsiteY135" fmla="*/ 506660 h 1591148"/>
                <a:gd name="connsiteX136" fmla="*/ 624311 w 1730589"/>
                <a:gd name="connsiteY136" fmla="*/ 142994 h 1591148"/>
                <a:gd name="connsiteX137" fmla="*/ 682700 w 1730589"/>
                <a:gd name="connsiteY137" fmla="*/ 201638 h 1591148"/>
                <a:gd name="connsiteX138" fmla="*/ 678089 w 1730589"/>
                <a:gd name="connsiteY138" fmla="*/ 224278 h 1591148"/>
                <a:gd name="connsiteX139" fmla="*/ 709922 w 1730589"/>
                <a:gd name="connsiteY139" fmla="*/ 256112 h 1591148"/>
                <a:gd name="connsiteX140" fmla="*/ 716310 w 1730589"/>
                <a:gd name="connsiteY140" fmla="*/ 262499 h 1591148"/>
                <a:gd name="connsiteX141" fmla="*/ 716310 w 1730589"/>
                <a:gd name="connsiteY141" fmla="*/ 331627 h 1591148"/>
                <a:gd name="connsiteX142" fmla="*/ 748573 w 1730589"/>
                <a:gd name="connsiteY142" fmla="*/ 407674 h 1591148"/>
                <a:gd name="connsiteX143" fmla="*/ 672525 w 1730589"/>
                <a:gd name="connsiteY143" fmla="*/ 439938 h 1591148"/>
                <a:gd name="connsiteX144" fmla="*/ 640262 w 1730589"/>
                <a:gd name="connsiteY144" fmla="*/ 363890 h 1591148"/>
                <a:gd name="connsiteX145" fmla="*/ 672525 w 1730589"/>
                <a:gd name="connsiteY145" fmla="*/ 331627 h 1591148"/>
                <a:gd name="connsiteX146" fmla="*/ 672525 w 1730589"/>
                <a:gd name="connsiteY146" fmla="*/ 280631 h 1591148"/>
                <a:gd name="connsiteX147" fmla="*/ 647079 w 1730589"/>
                <a:gd name="connsiteY147" fmla="*/ 255185 h 1591148"/>
                <a:gd name="connsiteX148" fmla="*/ 570496 w 1730589"/>
                <a:gd name="connsiteY148" fmla="*/ 224213 h 1591148"/>
                <a:gd name="connsiteX149" fmla="*/ 601467 w 1730589"/>
                <a:gd name="connsiteY149" fmla="*/ 147630 h 1591148"/>
                <a:gd name="connsiteX150" fmla="*/ 624311 w 1730589"/>
                <a:gd name="connsiteY150" fmla="*/ 142994 h 1591148"/>
                <a:gd name="connsiteX151" fmla="*/ 504806 w 1730589"/>
                <a:gd name="connsiteY151" fmla="*/ 473899 h 1591148"/>
                <a:gd name="connsiteX152" fmla="*/ 558996 w 1730589"/>
                <a:gd name="connsiteY152" fmla="*/ 510472 h 1591148"/>
                <a:gd name="connsiteX153" fmla="*/ 749071 w 1730589"/>
                <a:gd name="connsiteY153" fmla="*/ 510472 h 1591148"/>
                <a:gd name="connsiteX154" fmla="*/ 755458 w 1730589"/>
                <a:gd name="connsiteY154" fmla="*/ 516859 h 1591148"/>
                <a:gd name="connsiteX155" fmla="*/ 865382 w 1730589"/>
                <a:gd name="connsiteY155" fmla="*/ 626681 h 1591148"/>
                <a:gd name="connsiteX156" fmla="*/ 1150752 w 1730589"/>
                <a:gd name="connsiteY156" fmla="*/ 626681 h 1591148"/>
                <a:gd name="connsiteX157" fmla="*/ 1157139 w 1730589"/>
                <a:gd name="connsiteY157" fmla="*/ 633068 h 1591148"/>
                <a:gd name="connsiteX158" fmla="*/ 1207311 w 1730589"/>
                <a:gd name="connsiteY158" fmla="*/ 683239 h 1591148"/>
                <a:gd name="connsiteX159" fmla="*/ 1283918 w 1730589"/>
                <a:gd name="connsiteY159" fmla="*/ 714146 h 1591148"/>
                <a:gd name="connsiteX160" fmla="*/ 1253011 w 1730589"/>
                <a:gd name="connsiteY160" fmla="*/ 790755 h 1591148"/>
                <a:gd name="connsiteX161" fmla="*/ 1176404 w 1730589"/>
                <a:gd name="connsiteY161" fmla="*/ 759848 h 1591148"/>
                <a:gd name="connsiteX162" fmla="*/ 1176404 w 1730589"/>
                <a:gd name="connsiteY162" fmla="*/ 714146 h 1591148"/>
                <a:gd name="connsiteX163" fmla="*/ 1133238 w 1730589"/>
                <a:gd name="connsiteY163" fmla="*/ 670465 h 1591148"/>
                <a:gd name="connsiteX164" fmla="*/ 847662 w 1730589"/>
                <a:gd name="connsiteY164" fmla="*/ 670465 h 1591148"/>
                <a:gd name="connsiteX165" fmla="*/ 841172 w 1730589"/>
                <a:gd name="connsiteY165" fmla="*/ 664077 h 1591148"/>
                <a:gd name="connsiteX166" fmla="*/ 731454 w 1730589"/>
                <a:gd name="connsiteY166" fmla="*/ 553741 h 1591148"/>
                <a:gd name="connsiteX167" fmla="*/ 558790 w 1730589"/>
                <a:gd name="connsiteY167" fmla="*/ 553741 h 1591148"/>
                <a:gd name="connsiteX168" fmla="*/ 483019 w 1730589"/>
                <a:gd name="connsiteY168" fmla="*/ 586653 h 1591148"/>
                <a:gd name="connsiteX169" fmla="*/ 450109 w 1730589"/>
                <a:gd name="connsiteY169" fmla="*/ 510882 h 1591148"/>
                <a:gd name="connsiteX170" fmla="*/ 504806 w 1730589"/>
                <a:gd name="connsiteY170" fmla="*/ 473899 h 1591148"/>
                <a:gd name="connsiteX171" fmla="*/ 1672042 w 1730589"/>
                <a:gd name="connsiteY171" fmla="*/ 370878 h 1591148"/>
                <a:gd name="connsiteX172" fmla="*/ 1730589 w 1730589"/>
                <a:gd name="connsiteY172" fmla="*/ 429156 h 1591148"/>
                <a:gd name="connsiteX173" fmla="*/ 1693985 w 1730589"/>
                <a:gd name="connsiteY173" fmla="*/ 483480 h 1591148"/>
                <a:gd name="connsiteX174" fmla="*/ 1693985 w 1730589"/>
                <a:gd name="connsiteY174" fmla="*/ 654187 h 1591148"/>
                <a:gd name="connsiteX175" fmla="*/ 1687495 w 1730589"/>
                <a:gd name="connsiteY175" fmla="*/ 660575 h 1591148"/>
                <a:gd name="connsiteX176" fmla="*/ 1360504 w 1730589"/>
                <a:gd name="connsiteY176" fmla="*/ 987565 h 1591148"/>
                <a:gd name="connsiteX177" fmla="*/ 1354117 w 1730589"/>
                <a:gd name="connsiteY177" fmla="*/ 993953 h 1591148"/>
                <a:gd name="connsiteX178" fmla="*/ 1143541 w 1730589"/>
                <a:gd name="connsiteY178" fmla="*/ 993953 h 1591148"/>
                <a:gd name="connsiteX179" fmla="*/ 1067490 w 1730589"/>
                <a:gd name="connsiteY179" fmla="*/ 1026216 h 1591148"/>
                <a:gd name="connsiteX180" fmla="*/ 1035234 w 1730589"/>
                <a:gd name="connsiteY180" fmla="*/ 950168 h 1591148"/>
                <a:gd name="connsiteX181" fmla="*/ 1111274 w 1730589"/>
                <a:gd name="connsiteY181" fmla="*/ 917905 h 1591148"/>
                <a:gd name="connsiteX182" fmla="*/ 1143541 w 1730589"/>
                <a:gd name="connsiteY182" fmla="*/ 950168 h 1591148"/>
                <a:gd name="connsiteX183" fmla="*/ 1336294 w 1730589"/>
                <a:gd name="connsiteY183" fmla="*/ 950168 h 1591148"/>
                <a:gd name="connsiteX184" fmla="*/ 1650510 w 1730589"/>
                <a:gd name="connsiteY184" fmla="*/ 635953 h 1591148"/>
                <a:gd name="connsiteX185" fmla="*/ 1650510 w 1730589"/>
                <a:gd name="connsiteY185" fmla="*/ 483377 h 1591148"/>
                <a:gd name="connsiteX186" fmla="*/ 1618481 w 1730589"/>
                <a:gd name="connsiteY186" fmla="*/ 407231 h 1591148"/>
                <a:gd name="connsiteX187" fmla="*/ 1672042 w 1730589"/>
                <a:gd name="connsiteY187" fmla="*/ 370878 h 1591148"/>
                <a:gd name="connsiteX188" fmla="*/ 775135 w 1730589"/>
                <a:gd name="connsiteY188" fmla="*/ 1395325 h 1591148"/>
                <a:gd name="connsiteX189" fmla="*/ 775135 w 1730589"/>
                <a:gd name="connsiteY189" fmla="*/ 1236260 h 1591148"/>
                <a:gd name="connsiteX190" fmla="*/ 781522 w 1730589"/>
                <a:gd name="connsiteY190" fmla="*/ 1229872 h 1591148"/>
                <a:gd name="connsiteX191" fmla="*/ 918129 w 1730589"/>
                <a:gd name="connsiteY191" fmla="*/ 1093266 h 1591148"/>
                <a:gd name="connsiteX192" fmla="*/ 949036 w 1730589"/>
                <a:gd name="connsiteY192" fmla="*/ 1016971 h 1591148"/>
                <a:gd name="connsiteX193" fmla="*/ 1025330 w 1730589"/>
                <a:gd name="connsiteY193" fmla="*/ 1047874 h 1591148"/>
                <a:gd name="connsiteX194" fmla="*/ 994424 w 1730589"/>
                <a:gd name="connsiteY194" fmla="*/ 1124172 h 1591148"/>
                <a:gd name="connsiteX195" fmla="*/ 949036 w 1730589"/>
                <a:gd name="connsiteY195" fmla="*/ 1124172 h 1591148"/>
                <a:gd name="connsiteX196" fmla="*/ 818919 w 1730589"/>
                <a:gd name="connsiteY196" fmla="*/ 1254494 h 1591148"/>
                <a:gd name="connsiteX197" fmla="*/ 818919 w 1730589"/>
                <a:gd name="connsiteY197" fmla="*/ 1395325 h 1591148"/>
                <a:gd name="connsiteX198" fmla="*/ 851183 w 1730589"/>
                <a:gd name="connsiteY198" fmla="*/ 1471376 h 1591148"/>
                <a:gd name="connsiteX199" fmla="*/ 775135 w 1730589"/>
                <a:gd name="connsiteY199" fmla="*/ 1503632 h 1591148"/>
                <a:gd name="connsiteX200" fmla="*/ 742872 w 1730589"/>
                <a:gd name="connsiteY200" fmla="*/ 1427591 h 1591148"/>
                <a:gd name="connsiteX201" fmla="*/ 775135 w 1730589"/>
                <a:gd name="connsiteY201" fmla="*/ 1395325 h 1591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730589" h="1591148">
                  <a:moveTo>
                    <a:pt x="427128" y="191723"/>
                  </a:moveTo>
                  <a:cubicBezTo>
                    <a:pt x="439661" y="221327"/>
                    <a:pt x="425825" y="255484"/>
                    <a:pt x="396221" y="268018"/>
                  </a:cubicBezTo>
                  <a:cubicBezTo>
                    <a:pt x="366618" y="280553"/>
                    <a:pt x="332460" y="266715"/>
                    <a:pt x="319927" y="237111"/>
                  </a:cubicBezTo>
                  <a:cubicBezTo>
                    <a:pt x="307392" y="207509"/>
                    <a:pt x="321230" y="173350"/>
                    <a:pt x="350833" y="160817"/>
                  </a:cubicBezTo>
                  <a:cubicBezTo>
                    <a:pt x="365339" y="154675"/>
                    <a:pt x="381715" y="154675"/>
                    <a:pt x="396221" y="160817"/>
                  </a:cubicBezTo>
                  <a:lnTo>
                    <a:pt x="550754" y="6284"/>
                  </a:lnTo>
                  <a:lnTo>
                    <a:pt x="556935" y="0"/>
                  </a:lnTo>
                  <a:lnTo>
                    <a:pt x="1344639" y="0"/>
                  </a:lnTo>
                  <a:lnTo>
                    <a:pt x="1351026" y="6387"/>
                  </a:lnTo>
                  <a:lnTo>
                    <a:pt x="1557070" y="212431"/>
                  </a:lnTo>
                  <a:cubicBezTo>
                    <a:pt x="1586750" y="199799"/>
                    <a:pt x="1621056" y="213625"/>
                    <a:pt x="1633687" y="243309"/>
                  </a:cubicBezTo>
                  <a:cubicBezTo>
                    <a:pt x="1646317" y="272995"/>
                    <a:pt x="1632492" y="307299"/>
                    <a:pt x="1602811" y="319931"/>
                  </a:cubicBezTo>
                  <a:cubicBezTo>
                    <a:pt x="1573131" y="332561"/>
                    <a:pt x="1538824" y="318737"/>
                    <a:pt x="1526194" y="289051"/>
                  </a:cubicBezTo>
                  <a:cubicBezTo>
                    <a:pt x="1523114" y="281827"/>
                    <a:pt x="1521527" y="274058"/>
                    <a:pt x="1521527" y="266208"/>
                  </a:cubicBezTo>
                  <a:cubicBezTo>
                    <a:pt x="1521527" y="258361"/>
                    <a:pt x="1523062" y="250591"/>
                    <a:pt x="1526060" y="243337"/>
                  </a:cubicBezTo>
                  <a:lnTo>
                    <a:pt x="1326404" y="43784"/>
                  </a:lnTo>
                  <a:lnTo>
                    <a:pt x="575067" y="43784"/>
                  </a:lnTo>
                  <a:lnTo>
                    <a:pt x="427128" y="191723"/>
                  </a:lnTo>
                  <a:close/>
                  <a:moveTo>
                    <a:pt x="874551" y="142994"/>
                  </a:moveTo>
                  <a:cubicBezTo>
                    <a:pt x="896786" y="142815"/>
                    <a:pt x="917196" y="155276"/>
                    <a:pt x="927195" y="175137"/>
                  </a:cubicBezTo>
                  <a:lnTo>
                    <a:pt x="1040519" y="175137"/>
                  </a:lnTo>
                  <a:lnTo>
                    <a:pt x="1046906" y="181524"/>
                  </a:lnTo>
                  <a:lnTo>
                    <a:pt x="1143541" y="278158"/>
                  </a:lnTo>
                  <a:cubicBezTo>
                    <a:pt x="1173231" y="265538"/>
                    <a:pt x="1207527" y="279375"/>
                    <a:pt x="1220147" y="309065"/>
                  </a:cubicBezTo>
                  <a:cubicBezTo>
                    <a:pt x="1232768" y="338755"/>
                    <a:pt x="1218932" y="373054"/>
                    <a:pt x="1189241" y="385674"/>
                  </a:cubicBezTo>
                  <a:cubicBezTo>
                    <a:pt x="1159550" y="398295"/>
                    <a:pt x="1125254" y="384457"/>
                    <a:pt x="1112634" y="354767"/>
                  </a:cubicBezTo>
                  <a:cubicBezTo>
                    <a:pt x="1106422" y="340166"/>
                    <a:pt x="1106422" y="323667"/>
                    <a:pt x="1112634" y="309065"/>
                  </a:cubicBezTo>
                  <a:lnTo>
                    <a:pt x="1021975" y="218303"/>
                  </a:lnTo>
                  <a:lnTo>
                    <a:pt x="930389" y="218303"/>
                  </a:lnTo>
                  <a:cubicBezTo>
                    <a:pt x="925239" y="235247"/>
                    <a:pt x="912705" y="248955"/>
                    <a:pt x="896289" y="255597"/>
                  </a:cubicBezTo>
                  <a:lnTo>
                    <a:pt x="896289" y="339971"/>
                  </a:lnTo>
                  <a:lnTo>
                    <a:pt x="978706" y="422389"/>
                  </a:lnTo>
                  <a:cubicBezTo>
                    <a:pt x="1008377" y="409579"/>
                    <a:pt x="1042816" y="423249"/>
                    <a:pt x="1055622" y="452919"/>
                  </a:cubicBezTo>
                  <a:cubicBezTo>
                    <a:pt x="1068427" y="482590"/>
                    <a:pt x="1054767" y="517026"/>
                    <a:pt x="1025092" y="529836"/>
                  </a:cubicBezTo>
                  <a:cubicBezTo>
                    <a:pt x="995421" y="542645"/>
                    <a:pt x="960985" y="528976"/>
                    <a:pt x="948175" y="499306"/>
                  </a:cubicBezTo>
                  <a:cubicBezTo>
                    <a:pt x="941918" y="484812"/>
                    <a:pt x="941783" y="468405"/>
                    <a:pt x="947799" y="453810"/>
                  </a:cubicBezTo>
                  <a:lnTo>
                    <a:pt x="858171" y="364284"/>
                  </a:lnTo>
                  <a:lnTo>
                    <a:pt x="851783" y="357794"/>
                  </a:lnTo>
                  <a:lnTo>
                    <a:pt x="851783" y="254772"/>
                  </a:lnTo>
                  <a:cubicBezTo>
                    <a:pt x="821855" y="242728"/>
                    <a:pt x="807358" y="208702"/>
                    <a:pt x="819402" y="178774"/>
                  </a:cubicBezTo>
                  <a:cubicBezTo>
                    <a:pt x="828308" y="156647"/>
                    <a:pt x="849771" y="142156"/>
                    <a:pt x="873624" y="142170"/>
                  </a:cubicBezTo>
                  <a:close/>
                  <a:moveTo>
                    <a:pt x="567134" y="962531"/>
                  </a:moveTo>
                  <a:lnTo>
                    <a:pt x="388495" y="962531"/>
                  </a:lnTo>
                  <a:lnTo>
                    <a:pt x="283928" y="1067098"/>
                  </a:lnTo>
                  <a:cubicBezTo>
                    <a:pt x="285718" y="1072723"/>
                    <a:pt x="286622" y="1078606"/>
                    <a:pt x="286606" y="1084509"/>
                  </a:cubicBezTo>
                  <a:cubicBezTo>
                    <a:pt x="286612" y="1092369"/>
                    <a:pt x="285035" y="1100147"/>
                    <a:pt x="281970" y="1107379"/>
                  </a:cubicBezTo>
                  <a:lnTo>
                    <a:pt x="377471" y="1202881"/>
                  </a:lnTo>
                  <a:lnTo>
                    <a:pt x="550033" y="1202881"/>
                  </a:lnTo>
                  <a:lnTo>
                    <a:pt x="556420" y="1209268"/>
                  </a:lnTo>
                  <a:lnTo>
                    <a:pt x="664799" y="1317647"/>
                  </a:lnTo>
                  <a:lnTo>
                    <a:pt x="671186" y="1324034"/>
                  </a:lnTo>
                  <a:lnTo>
                    <a:pt x="671186" y="1478566"/>
                  </a:lnTo>
                  <a:cubicBezTo>
                    <a:pt x="701095" y="1490661"/>
                    <a:pt x="715540" y="1524710"/>
                    <a:pt x="703449" y="1554617"/>
                  </a:cubicBezTo>
                  <a:cubicBezTo>
                    <a:pt x="691359" y="1584524"/>
                    <a:pt x="657311" y="1598968"/>
                    <a:pt x="627402" y="1586873"/>
                  </a:cubicBezTo>
                  <a:cubicBezTo>
                    <a:pt x="597493" y="1574789"/>
                    <a:pt x="583048" y="1540740"/>
                    <a:pt x="595139" y="1510833"/>
                  </a:cubicBezTo>
                  <a:cubicBezTo>
                    <a:pt x="601074" y="1496142"/>
                    <a:pt x="612718" y="1484500"/>
                    <a:pt x="627402" y="1478566"/>
                  </a:cubicBezTo>
                  <a:lnTo>
                    <a:pt x="627402" y="1342166"/>
                  </a:lnTo>
                  <a:lnTo>
                    <a:pt x="531901" y="1246562"/>
                  </a:lnTo>
                  <a:lnTo>
                    <a:pt x="359340" y="1246562"/>
                  </a:lnTo>
                  <a:lnTo>
                    <a:pt x="352952" y="1240174"/>
                  </a:lnTo>
                  <a:lnTo>
                    <a:pt x="250961" y="1138183"/>
                  </a:lnTo>
                  <a:cubicBezTo>
                    <a:pt x="243766" y="1141263"/>
                    <a:pt x="236019" y="1142840"/>
                    <a:pt x="228193" y="1142819"/>
                  </a:cubicBezTo>
                  <a:cubicBezTo>
                    <a:pt x="195932" y="1142829"/>
                    <a:pt x="169768" y="1116693"/>
                    <a:pt x="169755" y="1084426"/>
                  </a:cubicBezTo>
                  <a:cubicBezTo>
                    <a:pt x="169742" y="1052170"/>
                    <a:pt x="195883" y="1026006"/>
                    <a:pt x="228145" y="1025992"/>
                  </a:cubicBezTo>
                  <a:cubicBezTo>
                    <a:pt x="237836" y="1025988"/>
                    <a:pt x="247377" y="1028396"/>
                    <a:pt x="255906" y="1032998"/>
                  </a:cubicBezTo>
                  <a:lnTo>
                    <a:pt x="363976" y="925134"/>
                  </a:lnTo>
                  <a:lnTo>
                    <a:pt x="370363" y="918644"/>
                  </a:lnTo>
                  <a:lnTo>
                    <a:pt x="567134" y="918644"/>
                  </a:lnTo>
                  <a:lnTo>
                    <a:pt x="678707" y="807174"/>
                  </a:lnTo>
                  <a:lnTo>
                    <a:pt x="623281" y="752058"/>
                  </a:lnTo>
                  <a:lnTo>
                    <a:pt x="388804" y="752058"/>
                  </a:lnTo>
                  <a:lnTo>
                    <a:pt x="382416" y="745671"/>
                  </a:lnTo>
                  <a:lnTo>
                    <a:pt x="274656" y="637601"/>
                  </a:lnTo>
                  <a:cubicBezTo>
                    <a:pt x="244966" y="650221"/>
                    <a:pt x="210667" y="636384"/>
                    <a:pt x="198047" y="606694"/>
                  </a:cubicBezTo>
                  <a:cubicBezTo>
                    <a:pt x="185426" y="577005"/>
                    <a:pt x="199263" y="542706"/>
                    <a:pt x="228953" y="530085"/>
                  </a:cubicBezTo>
                  <a:cubicBezTo>
                    <a:pt x="258642" y="517464"/>
                    <a:pt x="292942" y="531302"/>
                    <a:pt x="305562" y="560992"/>
                  </a:cubicBezTo>
                  <a:cubicBezTo>
                    <a:pt x="311769" y="575593"/>
                    <a:pt x="311769" y="592092"/>
                    <a:pt x="305562" y="606694"/>
                  </a:cubicBezTo>
                  <a:lnTo>
                    <a:pt x="406833" y="708068"/>
                  </a:lnTo>
                  <a:lnTo>
                    <a:pt x="641413" y="708068"/>
                  </a:lnTo>
                  <a:lnTo>
                    <a:pt x="647903" y="714455"/>
                  </a:lnTo>
                  <a:lnTo>
                    <a:pt x="723109" y="789661"/>
                  </a:lnTo>
                  <a:lnTo>
                    <a:pt x="901131" y="789661"/>
                  </a:lnTo>
                  <a:cubicBezTo>
                    <a:pt x="913221" y="759690"/>
                    <a:pt x="947319" y="745196"/>
                    <a:pt x="977289" y="757286"/>
                  </a:cubicBezTo>
                  <a:cubicBezTo>
                    <a:pt x="1007260" y="769377"/>
                    <a:pt x="1021754" y="803474"/>
                    <a:pt x="1009664" y="833445"/>
                  </a:cubicBezTo>
                  <a:cubicBezTo>
                    <a:pt x="997573" y="863416"/>
                    <a:pt x="963476" y="877910"/>
                    <a:pt x="933505" y="865820"/>
                  </a:cubicBezTo>
                  <a:cubicBezTo>
                    <a:pt x="918765" y="859873"/>
                    <a:pt x="907077" y="848185"/>
                    <a:pt x="901131" y="833445"/>
                  </a:cubicBezTo>
                  <a:lnTo>
                    <a:pt x="714455" y="833445"/>
                  </a:lnTo>
                  <a:lnTo>
                    <a:pt x="607210" y="940587"/>
                  </a:lnTo>
                  <a:lnTo>
                    <a:pt x="684579" y="1017957"/>
                  </a:lnTo>
                  <a:cubicBezTo>
                    <a:pt x="714312" y="1005292"/>
                    <a:pt x="748681" y="1019130"/>
                    <a:pt x="761346" y="1048863"/>
                  </a:cubicBezTo>
                  <a:cubicBezTo>
                    <a:pt x="774009" y="1078595"/>
                    <a:pt x="760172" y="1112963"/>
                    <a:pt x="730439" y="1125625"/>
                  </a:cubicBezTo>
                  <a:cubicBezTo>
                    <a:pt x="700706" y="1138296"/>
                    <a:pt x="666336" y="1124461"/>
                    <a:pt x="653673" y="1094718"/>
                  </a:cubicBezTo>
                  <a:cubicBezTo>
                    <a:pt x="647432" y="1080068"/>
                    <a:pt x="647432" y="1063513"/>
                    <a:pt x="653673" y="1048863"/>
                  </a:cubicBezTo>
                  <a:lnTo>
                    <a:pt x="567134" y="962428"/>
                  </a:lnTo>
                  <a:close/>
                  <a:moveTo>
                    <a:pt x="231387" y="796460"/>
                  </a:moveTo>
                  <a:cubicBezTo>
                    <a:pt x="263648" y="796496"/>
                    <a:pt x="289771" y="822677"/>
                    <a:pt x="289735" y="854938"/>
                  </a:cubicBezTo>
                  <a:cubicBezTo>
                    <a:pt x="289699" y="887200"/>
                    <a:pt x="263517" y="913323"/>
                    <a:pt x="231257" y="913287"/>
                  </a:cubicBezTo>
                  <a:cubicBezTo>
                    <a:pt x="223443" y="913278"/>
                    <a:pt x="215710" y="911701"/>
                    <a:pt x="208516" y="908651"/>
                  </a:cubicBezTo>
                  <a:lnTo>
                    <a:pt x="171119" y="946048"/>
                  </a:lnTo>
                  <a:cubicBezTo>
                    <a:pt x="183714" y="975748"/>
                    <a:pt x="169848" y="1010035"/>
                    <a:pt x="140148" y="1022631"/>
                  </a:cubicBezTo>
                  <a:cubicBezTo>
                    <a:pt x="110447" y="1035223"/>
                    <a:pt x="76160" y="1021359"/>
                    <a:pt x="63564" y="991659"/>
                  </a:cubicBezTo>
                  <a:cubicBezTo>
                    <a:pt x="57383" y="977084"/>
                    <a:pt x="57383" y="960623"/>
                    <a:pt x="63564" y="946048"/>
                  </a:cubicBezTo>
                  <a:lnTo>
                    <a:pt x="6387" y="888974"/>
                  </a:lnTo>
                  <a:lnTo>
                    <a:pt x="0" y="882586"/>
                  </a:lnTo>
                  <a:lnTo>
                    <a:pt x="0" y="527059"/>
                  </a:lnTo>
                  <a:lnTo>
                    <a:pt x="6387" y="520671"/>
                  </a:lnTo>
                  <a:lnTo>
                    <a:pt x="186160" y="340899"/>
                  </a:lnTo>
                  <a:lnTo>
                    <a:pt x="192548" y="334511"/>
                  </a:lnTo>
                  <a:lnTo>
                    <a:pt x="378914" y="334511"/>
                  </a:lnTo>
                  <a:cubicBezTo>
                    <a:pt x="391004" y="304602"/>
                    <a:pt x="425052" y="290157"/>
                    <a:pt x="454961" y="302248"/>
                  </a:cubicBezTo>
                  <a:cubicBezTo>
                    <a:pt x="484870" y="314339"/>
                    <a:pt x="499316" y="348386"/>
                    <a:pt x="487226" y="378295"/>
                  </a:cubicBezTo>
                  <a:cubicBezTo>
                    <a:pt x="475135" y="408205"/>
                    <a:pt x="441087" y="422649"/>
                    <a:pt x="411177" y="410559"/>
                  </a:cubicBezTo>
                  <a:cubicBezTo>
                    <a:pt x="396493" y="404624"/>
                    <a:pt x="384850" y="392979"/>
                    <a:pt x="378914" y="378295"/>
                  </a:cubicBezTo>
                  <a:lnTo>
                    <a:pt x="210679" y="378295"/>
                  </a:lnTo>
                  <a:lnTo>
                    <a:pt x="43784" y="545190"/>
                  </a:lnTo>
                  <a:lnTo>
                    <a:pt x="43784" y="864557"/>
                  </a:lnTo>
                  <a:lnTo>
                    <a:pt x="94471" y="915244"/>
                  </a:lnTo>
                  <a:cubicBezTo>
                    <a:pt x="109084" y="909205"/>
                    <a:pt x="125496" y="909205"/>
                    <a:pt x="140109" y="915244"/>
                  </a:cubicBezTo>
                  <a:lnTo>
                    <a:pt x="177609" y="877847"/>
                  </a:lnTo>
                  <a:cubicBezTo>
                    <a:pt x="165036" y="848138"/>
                    <a:pt x="178926" y="813861"/>
                    <a:pt x="208635" y="801286"/>
                  </a:cubicBezTo>
                  <a:cubicBezTo>
                    <a:pt x="215833" y="798239"/>
                    <a:pt x="223570" y="796668"/>
                    <a:pt x="231387" y="796666"/>
                  </a:cubicBezTo>
                  <a:close/>
                  <a:moveTo>
                    <a:pt x="1458787" y="506351"/>
                  </a:moveTo>
                  <a:cubicBezTo>
                    <a:pt x="1450926" y="506345"/>
                    <a:pt x="1443148" y="507922"/>
                    <a:pt x="1435916" y="510987"/>
                  </a:cubicBezTo>
                  <a:lnTo>
                    <a:pt x="1366891" y="441963"/>
                  </a:lnTo>
                  <a:lnTo>
                    <a:pt x="1366891" y="357382"/>
                  </a:lnTo>
                  <a:cubicBezTo>
                    <a:pt x="1396799" y="345291"/>
                    <a:pt x="1411242" y="311244"/>
                    <a:pt x="1399158" y="281335"/>
                  </a:cubicBezTo>
                  <a:cubicBezTo>
                    <a:pt x="1387063" y="251424"/>
                    <a:pt x="1353014" y="236980"/>
                    <a:pt x="1323107" y="249070"/>
                  </a:cubicBezTo>
                  <a:cubicBezTo>
                    <a:pt x="1293200" y="261161"/>
                    <a:pt x="1278757" y="295208"/>
                    <a:pt x="1290841" y="325119"/>
                  </a:cubicBezTo>
                  <a:cubicBezTo>
                    <a:pt x="1296775" y="339802"/>
                    <a:pt x="1308427" y="351446"/>
                    <a:pt x="1323107" y="357382"/>
                  </a:cubicBezTo>
                  <a:lnTo>
                    <a:pt x="1323107" y="460404"/>
                  </a:lnTo>
                  <a:lnTo>
                    <a:pt x="1329495" y="466791"/>
                  </a:lnTo>
                  <a:lnTo>
                    <a:pt x="1405010" y="542306"/>
                  </a:lnTo>
                  <a:cubicBezTo>
                    <a:pt x="1392431" y="572015"/>
                    <a:pt x="1406328" y="606293"/>
                    <a:pt x="1436040" y="618867"/>
                  </a:cubicBezTo>
                  <a:cubicBezTo>
                    <a:pt x="1465741" y="631441"/>
                    <a:pt x="1500026" y="617551"/>
                    <a:pt x="1512595" y="587841"/>
                  </a:cubicBezTo>
                  <a:cubicBezTo>
                    <a:pt x="1525174" y="558132"/>
                    <a:pt x="1511276" y="523855"/>
                    <a:pt x="1481575" y="511280"/>
                  </a:cubicBezTo>
                  <a:cubicBezTo>
                    <a:pt x="1474364" y="508229"/>
                    <a:pt x="1466617" y="506658"/>
                    <a:pt x="1458787" y="506660"/>
                  </a:cubicBezTo>
                  <a:close/>
                  <a:moveTo>
                    <a:pt x="624311" y="142994"/>
                  </a:moveTo>
                  <a:cubicBezTo>
                    <a:pt x="656629" y="143065"/>
                    <a:pt x="682770" y="169320"/>
                    <a:pt x="682700" y="201638"/>
                  </a:cubicBezTo>
                  <a:cubicBezTo>
                    <a:pt x="682682" y="209416"/>
                    <a:pt x="681115" y="217113"/>
                    <a:pt x="678089" y="224278"/>
                  </a:cubicBezTo>
                  <a:lnTo>
                    <a:pt x="709922" y="256112"/>
                  </a:lnTo>
                  <a:lnTo>
                    <a:pt x="716310" y="262499"/>
                  </a:lnTo>
                  <a:lnTo>
                    <a:pt x="716310" y="331627"/>
                  </a:lnTo>
                  <a:cubicBezTo>
                    <a:pt x="746219" y="343717"/>
                    <a:pt x="760664" y="377765"/>
                    <a:pt x="748573" y="407674"/>
                  </a:cubicBezTo>
                  <a:cubicBezTo>
                    <a:pt x="736482" y="437583"/>
                    <a:pt x="702435" y="452029"/>
                    <a:pt x="672525" y="439938"/>
                  </a:cubicBezTo>
                  <a:cubicBezTo>
                    <a:pt x="642616" y="427848"/>
                    <a:pt x="628172" y="393800"/>
                    <a:pt x="640262" y="363890"/>
                  </a:cubicBezTo>
                  <a:cubicBezTo>
                    <a:pt x="646197" y="349206"/>
                    <a:pt x="657842" y="337563"/>
                    <a:pt x="672525" y="331627"/>
                  </a:cubicBezTo>
                  <a:lnTo>
                    <a:pt x="672525" y="280631"/>
                  </a:lnTo>
                  <a:lnTo>
                    <a:pt x="647079" y="255185"/>
                  </a:lnTo>
                  <a:cubicBezTo>
                    <a:pt x="617379" y="267780"/>
                    <a:pt x="583091" y="253913"/>
                    <a:pt x="570496" y="224213"/>
                  </a:cubicBezTo>
                  <a:cubicBezTo>
                    <a:pt x="557900" y="194513"/>
                    <a:pt x="571767" y="160225"/>
                    <a:pt x="601467" y="147630"/>
                  </a:cubicBezTo>
                  <a:cubicBezTo>
                    <a:pt x="608693" y="144565"/>
                    <a:pt x="616462" y="142989"/>
                    <a:pt x="624311" y="142994"/>
                  </a:cubicBezTo>
                  <a:close/>
                  <a:moveTo>
                    <a:pt x="504806" y="473899"/>
                  </a:moveTo>
                  <a:cubicBezTo>
                    <a:pt x="528630" y="473922"/>
                    <a:pt x="550062" y="488386"/>
                    <a:pt x="558996" y="510472"/>
                  </a:cubicBezTo>
                  <a:lnTo>
                    <a:pt x="749071" y="510472"/>
                  </a:lnTo>
                  <a:lnTo>
                    <a:pt x="755458" y="516859"/>
                  </a:lnTo>
                  <a:lnTo>
                    <a:pt x="865382" y="626681"/>
                  </a:lnTo>
                  <a:lnTo>
                    <a:pt x="1150752" y="626681"/>
                  </a:lnTo>
                  <a:lnTo>
                    <a:pt x="1157139" y="633068"/>
                  </a:lnTo>
                  <a:lnTo>
                    <a:pt x="1207311" y="683239"/>
                  </a:lnTo>
                  <a:cubicBezTo>
                    <a:pt x="1237002" y="670619"/>
                    <a:pt x="1271298" y="684456"/>
                    <a:pt x="1283918" y="714146"/>
                  </a:cubicBezTo>
                  <a:cubicBezTo>
                    <a:pt x="1296538" y="743836"/>
                    <a:pt x="1282702" y="778135"/>
                    <a:pt x="1253011" y="790755"/>
                  </a:cubicBezTo>
                  <a:cubicBezTo>
                    <a:pt x="1223321" y="803376"/>
                    <a:pt x="1189025" y="789538"/>
                    <a:pt x="1176404" y="759848"/>
                  </a:cubicBezTo>
                  <a:cubicBezTo>
                    <a:pt x="1170203" y="745247"/>
                    <a:pt x="1170203" y="728748"/>
                    <a:pt x="1176404" y="714146"/>
                  </a:cubicBezTo>
                  <a:lnTo>
                    <a:pt x="1133238" y="670465"/>
                  </a:lnTo>
                  <a:lnTo>
                    <a:pt x="847662" y="670465"/>
                  </a:lnTo>
                  <a:lnTo>
                    <a:pt x="841172" y="664077"/>
                  </a:lnTo>
                  <a:lnTo>
                    <a:pt x="731454" y="553741"/>
                  </a:lnTo>
                  <a:lnTo>
                    <a:pt x="558790" y="553741"/>
                  </a:lnTo>
                  <a:cubicBezTo>
                    <a:pt x="546954" y="583752"/>
                    <a:pt x="513030" y="598488"/>
                    <a:pt x="483019" y="586653"/>
                  </a:cubicBezTo>
                  <a:cubicBezTo>
                    <a:pt x="453008" y="574816"/>
                    <a:pt x="438274" y="540893"/>
                    <a:pt x="450109" y="510882"/>
                  </a:cubicBezTo>
                  <a:cubicBezTo>
                    <a:pt x="458957" y="488444"/>
                    <a:pt x="480687" y="473752"/>
                    <a:pt x="504806" y="473899"/>
                  </a:cubicBezTo>
                  <a:close/>
                  <a:moveTo>
                    <a:pt x="1672042" y="370878"/>
                  </a:moveTo>
                  <a:cubicBezTo>
                    <a:pt x="1704298" y="370803"/>
                    <a:pt x="1730517" y="396895"/>
                    <a:pt x="1730589" y="429156"/>
                  </a:cubicBezTo>
                  <a:cubicBezTo>
                    <a:pt x="1730641" y="453046"/>
                    <a:pt x="1716145" y="474561"/>
                    <a:pt x="1693985" y="483480"/>
                  </a:cubicBezTo>
                  <a:lnTo>
                    <a:pt x="1693985" y="654187"/>
                  </a:lnTo>
                  <a:lnTo>
                    <a:pt x="1687495" y="660575"/>
                  </a:lnTo>
                  <a:lnTo>
                    <a:pt x="1360504" y="987565"/>
                  </a:lnTo>
                  <a:lnTo>
                    <a:pt x="1354117" y="993953"/>
                  </a:lnTo>
                  <a:lnTo>
                    <a:pt x="1143541" y="993953"/>
                  </a:lnTo>
                  <a:cubicBezTo>
                    <a:pt x="1131446" y="1023862"/>
                    <a:pt x="1097397" y="1038304"/>
                    <a:pt x="1067490" y="1026216"/>
                  </a:cubicBezTo>
                  <a:cubicBezTo>
                    <a:pt x="1037583" y="1014125"/>
                    <a:pt x="1023138" y="980078"/>
                    <a:pt x="1035234" y="950168"/>
                  </a:cubicBezTo>
                  <a:cubicBezTo>
                    <a:pt x="1047318" y="920259"/>
                    <a:pt x="1081367" y="905815"/>
                    <a:pt x="1111274" y="917905"/>
                  </a:cubicBezTo>
                  <a:cubicBezTo>
                    <a:pt x="1125965" y="923840"/>
                    <a:pt x="1137607" y="935485"/>
                    <a:pt x="1143541" y="950168"/>
                  </a:cubicBezTo>
                  <a:lnTo>
                    <a:pt x="1336294" y="950168"/>
                  </a:lnTo>
                  <a:lnTo>
                    <a:pt x="1650510" y="635953"/>
                  </a:lnTo>
                  <a:lnTo>
                    <a:pt x="1650510" y="483377"/>
                  </a:lnTo>
                  <a:cubicBezTo>
                    <a:pt x="1620634" y="471195"/>
                    <a:pt x="1606293" y="437104"/>
                    <a:pt x="1618481" y="407231"/>
                  </a:cubicBezTo>
                  <a:cubicBezTo>
                    <a:pt x="1627372" y="385423"/>
                    <a:pt x="1648491" y="371090"/>
                    <a:pt x="1672042" y="370878"/>
                  </a:cubicBezTo>
                  <a:close/>
                  <a:moveTo>
                    <a:pt x="775135" y="1395325"/>
                  </a:moveTo>
                  <a:lnTo>
                    <a:pt x="775135" y="1236260"/>
                  </a:lnTo>
                  <a:lnTo>
                    <a:pt x="781522" y="1229872"/>
                  </a:lnTo>
                  <a:lnTo>
                    <a:pt x="918129" y="1093266"/>
                  </a:lnTo>
                  <a:cubicBezTo>
                    <a:pt x="905595" y="1063667"/>
                    <a:pt x="919432" y="1029504"/>
                    <a:pt x="949036" y="1016971"/>
                  </a:cubicBezTo>
                  <a:cubicBezTo>
                    <a:pt x="978639" y="1004437"/>
                    <a:pt x="1012797" y="1018274"/>
                    <a:pt x="1025330" y="1047874"/>
                  </a:cubicBezTo>
                  <a:cubicBezTo>
                    <a:pt x="1037861" y="1077483"/>
                    <a:pt x="1024027" y="1111634"/>
                    <a:pt x="994424" y="1124172"/>
                  </a:cubicBezTo>
                  <a:cubicBezTo>
                    <a:pt x="979918" y="1130312"/>
                    <a:pt x="963542" y="1130312"/>
                    <a:pt x="949036" y="1124172"/>
                  </a:cubicBezTo>
                  <a:lnTo>
                    <a:pt x="818919" y="1254494"/>
                  </a:lnTo>
                  <a:lnTo>
                    <a:pt x="818919" y="1395325"/>
                  </a:lnTo>
                  <a:cubicBezTo>
                    <a:pt x="848829" y="1407420"/>
                    <a:pt x="863273" y="1441468"/>
                    <a:pt x="851183" y="1471376"/>
                  </a:cubicBezTo>
                  <a:cubicBezTo>
                    <a:pt x="839092" y="1501283"/>
                    <a:pt x="805044" y="1515726"/>
                    <a:pt x="775135" y="1503632"/>
                  </a:cubicBezTo>
                  <a:cubicBezTo>
                    <a:pt x="745226" y="1491547"/>
                    <a:pt x="730781" y="1457499"/>
                    <a:pt x="742872" y="1427591"/>
                  </a:cubicBezTo>
                  <a:cubicBezTo>
                    <a:pt x="748807" y="1412900"/>
                    <a:pt x="760451" y="1401259"/>
                    <a:pt x="775135" y="1395325"/>
                  </a:cubicBezTo>
                  <a:close/>
                </a:path>
              </a:pathLst>
            </a:custGeom>
            <a:solidFill>
              <a:schemeClr val="bg1"/>
            </a:solidFill>
            <a:ln w="10262" cap="flat">
              <a:noFill/>
              <a:prstDash val="solid"/>
              <a:miter/>
            </a:ln>
          </p:spPr>
          <p:txBody>
            <a:bodyPr rtlCol="0" anchor="ctr"/>
            <a:lstStyle/>
            <a:p>
              <a:pPr defTabSz="685526">
                <a:defRPr/>
              </a:pPr>
              <a:endParaRPr lang="de-DE" sz="1275" dirty="0">
                <a:solidFill>
                  <a:srgbClr val="000000"/>
                </a:solidFill>
                <a:latin typeface="Arial"/>
              </a:endParaRPr>
            </a:p>
          </p:txBody>
        </p:sp>
      </p:grpSp>
    </p:spTree>
    <p:extLst>
      <p:ext uri="{BB962C8B-B14F-4D97-AF65-F5344CB8AC3E}">
        <p14:creationId xmlns:p14="http://schemas.microsoft.com/office/powerpoint/2010/main" val="4216711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F24485F-5147-4802-BCCA-EFDF49597B90}"/>
              </a:ext>
            </a:extLst>
          </p:cNvPr>
          <p:cNvPicPr>
            <a:picLocks noChangeAspect="1"/>
          </p:cNvPicPr>
          <p:nvPr/>
        </p:nvPicPr>
        <p:blipFill rotWithShape="1">
          <a:blip r:embed="rId3">
            <a:extLst>
              <a:ext uri="{28A0092B-C50C-407E-A947-70E740481C1C}">
                <a14:useLocalDpi xmlns:a14="http://schemas.microsoft.com/office/drawing/2010/main" val="0"/>
              </a:ext>
            </a:extLst>
          </a:blip>
          <a:srcRect t="10961" b="4765"/>
          <a:stretch/>
        </p:blipFill>
        <p:spPr>
          <a:xfrm>
            <a:off x="873051" y="0"/>
            <a:ext cx="8270955" cy="5143500"/>
          </a:xfrm>
          <a:prstGeom prst="rect">
            <a:avLst/>
          </a:prstGeom>
        </p:spPr>
      </p:pic>
      <p:sp>
        <p:nvSpPr>
          <p:cNvPr id="25" name="Rectangle 24">
            <a:extLst>
              <a:ext uri="{FF2B5EF4-FFF2-40B4-BE49-F238E27FC236}">
                <a16:creationId xmlns:a16="http://schemas.microsoft.com/office/drawing/2014/main" id="{145DBEB5-7A95-4929-8AAE-6C07AAAA2D98}"/>
              </a:ext>
            </a:extLst>
          </p:cNvPr>
          <p:cNvSpPr/>
          <p:nvPr/>
        </p:nvSpPr>
        <p:spPr>
          <a:xfrm>
            <a:off x="3115790" y="-12970"/>
            <a:ext cx="6028209" cy="5175524"/>
          </a:xfrm>
          <a:prstGeom prst="rect">
            <a:avLst/>
          </a:prstGeom>
          <a:gradFill flip="none" rotWithShape="1">
            <a:gsLst>
              <a:gs pos="48700">
                <a:schemeClr val="tx1">
                  <a:alpha val="51000"/>
                </a:schemeClr>
              </a:gs>
              <a:gs pos="0">
                <a:schemeClr val="tx1">
                  <a:alpha val="0"/>
                </a:schemeClr>
              </a:gs>
              <a:gs pos="100000">
                <a:schemeClr val="tx1">
                  <a:alpha val="97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348" tIns="45674" rIns="91348" bIns="45674" rtlCol="0" anchor="ctr"/>
          <a:lstStyle/>
          <a:p>
            <a:pPr algn="ctr" defTabSz="913365" fontAlgn="auto">
              <a:spcBef>
                <a:spcPts val="0"/>
              </a:spcBef>
              <a:spcAft>
                <a:spcPts val="0"/>
              </a:spcAft>
            </a:pPr>
            <a:endParaRPr lang="en-GB" sz="1600">
              <a:solidFill>
                <a:srgbClr val="000000"/>
              </a:solidFill>
            </a:endParaRPr>
          </a:p>
        </p:txBody>
      </p:sp>
      <p:sp>
        <p:nvSpPr>
          <p:cNvPr id="10" name="Rectangle 9">
            <a:extLst>
              <a:ext uri="{FF2B5EF4-FFF2-40B4-BE49-F238E27FC236}">
                <a16:creationId xmlns:a16="http://schemas.microsoft.com/office/drawing/2014/main" id="{788D5784-0245-4DC1-858D-56EBA8FBC33D}"/>
              </a:ext>
            </a:extLst>
          </p:cNvPr>
          <p:cNvSpPr/>
          <p:nvPr/>
        </p:nvSpPr>
        <p:spPr>
          <a:xfrm>
            <a:off x="-1" y="0"/>
            <a:ext cx="3193473" cy="51625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91" tIns="611985" rIns="359991" bIns="45719" numCol="1" spcCol="0" rtlCol="0" fromWordArt="0" anchor="t" anchorCtr="0" forceAA="0" compatLnSpc="1">
            <a:prstTxWarp prst="textNoShape">
              <a:avLst/>
            </a:prstTxWarp>
            <a:noAutofit/>
          </a:bodyPr>
          <a:lstStyle/>
          <a:p>
            <a:br>
              <a:rPr lang="en-US" sz="2400" spc="-20">
                <a:solidFill>
                  <a:srgbClr val="FF7900"/>
                </a:solidFill>
              </a:rPr>
            </a:br>
            <a:endParaRPr lang="en-US" sz="2400">
              <a:solidFill>
                <a:schemeClr val="bg2"/>
              </a:solidFill>
            </a:endParaRPr>
          </a:p>
        </p:txBody>
      </p:sp>
      <p:grpSp>
        <p:nvGrpSpPr>
          <p:cNvPr id="7" name="Group 6">
            <a:extLst>
              <a:ext uri="{FF2B5EF4-FFF2-40B4-BE49-F238E27FC236}">
                <a16:creationId xmlns:a16="http://schemas.microsoft.com/office/drawing/2014/main" id="{A4AF3643-18A8-4509-A51F-79311D66CFDA}"/>
              </a:ext>
            </a:extLst>
          </p:cNvPr>
          <p:cNvGrpSpPr/>
          <p:nvPr/>
        </p:nvGrpSpPr>
        <p:grpSpPr>
          <a:xfrm>
            <a:off x="3319605" y="289086"/>
            <a:ext cx="5616575" cy="744111"/>
            <a:chOff x="0" y="1198763"/>
            <a:chExt cx="5616575" cy="744111"/>
          </a:xfrm>
        </p:grpSpPr>
        <p:sp>
          <p:nvSpPr>
            <p:cNvPr id="8" name="Rectangle 7">
              <a:extLst>
                <a:ext uri="{FF2B5EF4-FFF2-40B4-BE49-F238E27FC236}">
                  <a16:creationId xmlns:a16="http://schemas.microsoft.com/office/drawing/2014/main" id="{DF5A0A1C-C44E-4A83-8FDF-20DC2B4CC41E}"/>
                </a:ext>
              </a:extLst>
            </p:cNvPr>
            <p:cNvSpPr>
              <a:spLocks/>
            </p:cNvSpPr>
            <p:nvPr/>
          </p:nvSpPr>
          <p:spPr>
            <a:xfrm>
              <a:off x="0" y="1198763"/>
              <a:ext cx="1111048" cy="74410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1924"/>
              <a:r>
                <a:rPr lang="en-US" sz="1510" dirty="0">
                  <a:solidFill>
                    <a:schemeClr val="tx1"/>
                  </a:solidFill>
                </a:rPr>
                <a:t>Anticipate</a:t>
              </a:r>
            </a:p>
          </p:txBody>
        </p:sp>
        <p:sp>
          <p:nvSpPr>
            <p:cNvPr id="9" name="Rectangle 8">
              <a:extLst>
                <a:ext uri="{FF2B5EF4-FFF2-40B4-BE49-F238E27FC236}">
                  <a16:creationId xmlns:a16="http://schemas.microsoft.com/office/drawing/2014/main" id="{512DDD26-198B-4CEA-83C7-7C6195D7CECB}"/>
                </a:ext>
              </a:extLst>
            </p:cNvPr>
            <p:cNvSpPr>
              <a:spLocks noChangeAspect="1"/>
            </p:cNvSpPr>
            <p:nvPr/>
          </p:nvSpPr>
          <p:spPr>
            <a:xfrm>
              <a:off x="1058568" y="1198764"/>
              <a:ext cx="4558007" cy="7441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pPr defTabSz="913815" fontAlgn="auto">
                <a:lnSpc>
                  <a:spcPct val="90000"/>
                </a:lnSpc>
                <a:spcBef>
                  <a:spcPts val="0"/>
                </a:spcBef>
                <a:spcAft>
                  <a:spcPts val="0"/>
                </a:spcAft>
              </a:pPr>
              <a:r>
                <a:rPr lang="de-DE" sz="1550" b="1" dirty="0" err="1">
                  <a:solidFill>
                    <a:srgbClr val="000000"/>
                  </a:solidFill>
                </a:rPr>
                <a:t>Anticipate</a:t>
              </a:r>
              <a:r>
                <a:rPr lang="de-DE" sz="1550" dirty="0">
                  <a:solidFill>
                    <a:srgbClr val="000000"/>
                  </a:solidFill>
                  <a:latin typeface="Helvetica 55 Roman" panose="020B0604020202020204" pitchFamily="34" charset="0"/>
                </a:rPr>
                <a:t> </a:t>
              </a:r>
              <a:r>
                <a:rPr lang="en-US" sz="1550" dirty="0">
                  <a:solidFill>
                    <a:srgbClr val="000000"/>
                  </a:solidFill>
                  <a:latin typeface="Helvetica 55 Roman" panose="020B0604020202020204" pitchFamily="34" charset="0"/>
                </a:rPr>
                <a:t>the latest cyber threats and prevent digital risks.</a:t>
              </a:r>
            </a:p>
          </p:txBody>
        </p:sp>
      </p:grpSp>
      <p:grpSp>
        <p:nvGrpSpPr>
          <p:cNvPr id="13" name="Group 12">
            <a:extLst>
              <a:ext uri="{FF2B5EF4-FFF2-40B4-BE49-F238E27FC236}">
                <a16:creationId xmlns:a16="http://schemas.microsoft.com/office/drawing/2014/main" id="{13EAF902-8799-4D1E-98EB-8DE4052F0AF9}"/>
              </a:ext>
            </a:extLst>
          </p:cNvPr>
          <p:cNvGrpSpPr/>
          <p:nvPr/>
        </p:nvGrpSpPr>
        <p:grpSpPr>
          <a:xfrm>
            <a:off x="3319605" y="1282364"/>
            <a:ext cx="5616576" cy="666751"/>
            <a:chOff x="0" y="2057400"/>
            <a:chExt cx="5616576" cy="666750"/>
          </a:xfrm>
        </p:grpSpPr>
        <p:sp>
          <p:nvSpPr>
            <p:cNvPr id="14" name="Rectangle 13">
              <a:extLst>
                <a:ext uri="{FF2B5EF4-FFF2-40B4-BE49-F238E27FC236}">
                  <a16:creationId xmlns:a16="http://schemas.microsoft.com/office/drawing/2014/main" id="{B9B5AA76-B6DD-416A-A352-642211963C54}"/>
                </a:ext>
              </a:extLst>
            </p:cNvPr>
            <p:cNvSpPr>
              <a:spLocks/>
            </p:cNvSpPr>
            <p:nvPr/>
          </p:nvSpPr>
          <p:spPr>
            <a:xfrm>
              <a:off x="0" y="2057400"/>
              <a:ext cx="1058568" cy="6667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1924"/>
              <a:r>
                <a:rPr lang="en-US" sz="1550" dirty="0">
                  <a:solidFill>
                    <a:schemeClr val="tx1"/>
                  </a:solidFill>
                </a:rPr>
                <a:t>Identify</a:t>
              </a:r>
            </a:p>
          </p:txBody>
        </p:sp>
        <p:sp>
          <p:nvSpPr>
            <p:cNvPr id="15" name="Rectangle 14">
              <a:extLst>
                <a:ext uri="{FF2B5EF4-FFF2-40B4-BE49-F238E27FC236}">
                  <a16:creationId xmlns:a16="http://schemas.microsoft.com/office/drawing/2014/main" id="{5B4379D9-67E9-4D0F-99D8-AB92ED67F79D}"/>
                </a:ext>
              </a:extLst>
            </p:cNvPr>
            <p:cNvSpPr>
              <a:spLocks noChangeAspect="1"/>
            </p:cNvSpPr>
            <p:nvPr/>
          </p:nvSpPr>
          <p:spPr>
            <a:xfrm>
              <a:off x="1058568" y="2057400"/>
              <a:ext cx="4558008" cy="666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pPr defTabSz="913815">
                <a:lnSpc>
                  <a:spcPct val="90000"/>
                </a:lnSpc>
              </a:pPr>
              <a:r>
                <a:rPr lang="en-US" sz="1550" b="1" dirty="0">
                  <a:solidFill>
                    <a:srgbClr val="000000"/>
                  </a:solidFill>
                </a:rPr>
                <a:t>Identify</a:t>
              </a:r>
              <a:r>
                <a:rPr lang="en-US" sz="1550" dirty="0">
                  <a:solidFill>
                    <a:srgbClr val="000000"/>
                  </a:solidFill>
                  <a:latin typeface="Helvetica 55 Roman" panose="020B0604020202020204" pitchFamily="34" charset="0"/>
                </a:rPr>
                <a:t> your critical assets, data, and vulnerabilities to define your security strategy and actions</a:t>
              </a:r>
              <a:r>
                <a:rPr lang="de-DE" sz="1550" dirty="0">
                  <a:solidFill>
                    <a:srgbClr val="000000"/>
                  </a:solidFill>
                  <a:latin typeface="Helvetica 55 Roman" panose="020B0604020202020204" pitchFamily="34" charset="0"/>
                </a:rPr>
                <a:t>.</a:t>
              </a:r>
              <a:endParaRPr lang="en-US" sz="1550" dirty="0">
                <a:solidFill>
                  <a:srgbClr val="000000"/>
                </a:solidFill>
                <a:latin typeface="Helvetica 55 Roman" panose="020B0604020202020204" pitchFamily="34" charset="0"/>
              </a:endParaRPr>
            </a:p>
          </p:txBody>
        </p:sp>
      </p:grpSp>
      <p:grpSp>
        <p:nvGrpSpPr>
          <p:cNvPr id="16" name="Group 15">
            <a:extLst>
              <a:ext uri="{FF2B5EF4-FFF2-40B4-BE49-F238E27FC236}">
                <a16:creationId xmlns:a16="http://schemas.microsoft.com/office/drawing/2014/main" id="{5BC4E48B-F0EF-4C77-BDF1-2F6F815873C1}"/>
              </a:ext>
            </a:extLst>
          </p:cNvPr>
          <p:cNvGrpSpPr/>
          <p:nvPr/>
        </p:nvGrpSpPr>
        <p:grpSpPr>
          <a:xfrm>
            <a:off x="3319605" y="2198282"/>
            <a:ext cx="5616576" cy="666750"/>
            <a:chOff x="0" y="2971800"/>
            <a:chExt cx="5616576" cy="666750"/>
          </a:xfrm>
        </p:grpSpPr>
        <p:sp>
          <p:nvSpPr>
            <p:cNvPr id="17" name="Rectangle 16">
              <a:extLst>
                <a:ext uri="{FF2B5EF4-FFF2-40B4-BE49-F238E27FC236}">
                  <a16:creationId xmlns:a16="http://schemas.microsoft.com/office/drawing/2014/main" id="{00AD32D0-218B-4D3C-B751-7B6C79A3BBEB}"/>
                </a:ext>
              </a:extLst>
            </p:cNvPr>
            <p:cNvSpPr>
              <a:spLocks/>
            </p:cNvSpPr>
            <p:nvPr/>
          </p:nvSpPr>
          <p:spPr>
            <a:xfrm>
              <a:off x="0" y="2971800"/>
              <a:ext cx="1058562" cy="666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1924"/>
              <a:r>
                <a:rPr lang="en-US" sz="1550" dirty="0">
                  <a:solidFill>
                    <a:schemeClr val="tx1"/>
                  </a:solidFill>
                </a:rPr>
                <a:t>Protect</a:t>
              </a:r>
            </a:p>
          </p:txBody>
        </p:sp>
        <p:sp>
          <p:nvSpPr>
            <p:cNvPr id="18" name="Rectangle 17">
              <a:extLst>
                <a:ext uri="{FF2B5EF4-FFF2-40B4-BE49-F238E27FC236}">
                  <a16:creationId xmlns:a16="http://schemas.microsoft.com/office/drawing/2014/main" id="{F3510D59-5DB0-46E9-A45E-16CF330CE62B}"/>
                </a:ext>
              </a:extLst>
            </p:cNvPr>
            <p:cNvSpPr>
              <a:spLocks noChangeAspect="1"/>
            </p:cNvSpPr>
            <p:nvPr/>
          </p:nvSpPr>
          <p:spPr>
            <a:xfrm>
              <a:off x="1058568" y="2971800"/>
              <a:ext cx="4558008" cy="666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pPr defTabSz="711924"/>
              <a:r>
                <a:rPr lang="de-DE" sz="1550" b="1" dirty="0" err="1">
                  <a:solidFill>
                    <a:srgbClr val="000000"/>
                  </a:solidFill>
                </a:rPr>
                <a:t>Protect</a:t>
              </a:r>
              <a:r>
                <a:rPr lang="de-DE" sz="1550" dirty="0">
                  <a:solidFill>
                    <a:srgbClr val="000000"/>
                  </a:solidFill>
                  <a:latin typeface="Helvetica 55 Roman" panose="020B0604020202020204" pitchFamily="34" charset="0"/>
                </a:rPr>
                <a:t> </a:t>
              </a:r>
              <a:r>
                <a:rPr lang="en-US" sz="1550" dirty="0">
                  <a:solidFill>
                    <a:srgbClr val="000000"/>
                  </a:solidFill>
                  <a:latin typeface="Helvetica 55 Roman" panose="020B0604020202020204" pitchFamily="34" charset="0"/>
                </a:rPr>
                <a:t>your business with the right technology and expertise</a:t>
              </a:r>
              <a:r>
                <a:rPr lang="de-DE" sz="1550" dirty="0">
                  <a:solidFill>
                    <a:srgbClr val="000000"/>
                  </a:solidFill>
                  <a:latin typeface="Helvetica 55 Roman" panose="020B0604020202020204" pitchFamily="34" charset="0"/>
                </a:rPr>
                <a:t>.</a:t>
              </a:r>
            </a:p>
          </p:txBody>
        </p:sp>
      </p:grpSp>
      <p:grpSp>
        <p:nvGrpSpPr>
          <p:cNvPr id="19" name="Group 18">
            <a:extLst>
              <a:ext uri="{FF2B5EF4-FFF2-40B4-BE49-F238E27FC236}">
                <a16:creationId xmlns:a16="http://schemas.microsoft.com/office/drawing/2014/main" id="{12479521-58A5-4986-B4E1-E990C07903DE}"/>
              </a:ext>
            </a:extLst>
          </p:cNvPr>
          <p:cNvGrpSpPr/>
          <p:nvPr/>
        </p:nvGrpSpPr>
        <p:grpSpPr>
          <a:xfrm>
            <a:off x="3319607" y="3114199"/>
            <a:ext cx="5616575" cy="666750"/>
            <a:chOff x="0" y="3714750"/>
            <a:chExt cx="6629400" cy="666750"/>
          </a:xfrm>
        </p:grpSpPr>
        <p:sp>
          <p:nvSpPr>
            <p:cNvPr id="21" name="Rectangle 20">
              <a:extLst>
                <a:ext uri="{FF2B5EF4-FFF2-40B4-BE49-F238E27FC236}">
                  <a16:creationId xmlns:a16="http://schemas.microsoft.com/office/drawing/2014/main" id="{5825AEA9-FAE3-4F27-A958-526191DCD9CF}"/>
                </a:ext>
              </a:extLst>
            </p:cNvPr>
            <p:cNvSpPr>
              <a:spLocks noChangeAspect="1"/>
            </p:cNvSpPr>
            <p:nvPr/>
          </p:nvSpPr>
          <p:spPr>
            <a:xfrm>
              <a:off x="1249448" y="3714750"/>
              <a:ext cx="5379952" cy="666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pPr defTabSz="711924"/>
              <a:r>
                <a:rPr lang="de-DE" sz="1550" b="1" dirty="0" err="1">
                  <a:solidFill>
                    <a:srgbClr val="000000"/>
                  </a:solidFill>
                </a:rPr>
                <a:t>Detect</a:t>
              </a:r>
              <a:r>
                <a:rPr lang="de-DE" sz="1550" dirty="0">
                  <a:solidFill>
                    <a:srgbClr val="000000"/>
                  </a:solidFill>
                  <a:latin typeface="Helvetica 55 Roman" panose="020B0604020202020204" pitchFamily="34" charset="0"/>
                </a:rPr>
                <a:t> c</a:t>
              </a:r>
              <a:r>
                <a:rPr lang="en-US" sz="1550" dirty="0" err="1">
                  <a:solidFill>
                    <a:srgbClr val="000000"/>
                  </a:solidFill>
                  <a:latin typeface="Helvetica 55 Roman" panose="020B0604020202020204" pitchFamily="34" charset="0"/>
                </a:rPr>
                <a:t>yber</a:t>
              </a:r>
              <a:r>
                <a:rPr lang="en-US" sz="1550" dirty="0">
                  <a:solidFill>
                    <a:srgbClr val="000000"/>
                  </a:solidFill>
                  <a:latin typeface="Helvetica 55 Roman" panose="020B0604020202020204" pitchFamily="34" charset="0"/>
                </a:rPr>
                <a:t> attacks by analyzing alarms and behaviors.</a:t>
              </a:r>
            </a:p>
          </p:txBody>
        </p:sp>
        <p:sp>
          <p:nvSpPr>
            <p:cNvPr id="20" name="Rectangle 19">
              <a:extLst>
                <a:ext uri="{FF2B5EF4-FFF2-40B4-BE49-F238E27FC236}">
                  <a16:creationId xmlns:a16="http://schemas.microsoft.com/office/drawing/2014/main" id="{E8CC79F3-5CA0-43FD-9E7F-66C0583F9B54}"/>
                </a:ext>
              </a:extLst>
            </p:cNvPr>
            <p:cNvSpPr>
              <a:spLocks/>
            </p:cNvSpPr>
            <p:nvPr/>
          </p:nvSpPr>
          <p:spPr>
            <a:xfrm>
              <a:off x="0" y="3714750"/>
              <a:ext cx="1249448" cy="666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1924"/>
              <a:r>
                <a:rPr lang="en-US" sz="1550" dirty="0">
                  <a:solidFill>
                    <a:schemeClr val="tx1"/>
                  </a:solidFill>
                </a:rPr>
                <a:t>Detect</a:t>
              </a:r>
            </a:p>
          </p:txBody>
        </p:sp>
      </p:grpSp>
      <p:grpSp>
        <p:nvGrpSpPr>
          <p:cNvPr id="22" name="Group 21">
            <a:extLst>
              <a:ext uri="{FF2B5EF4-FFF2-40B4-BE49-F238E27FC236}">
                <a16:creationId xmlns:a16="http://schemas.microsoft.com/office/drawing/2014/main" id="{CB0CBAF4-DB69-4B41-BFB1-62EA04038C04}"/>
              </a:ext>
            </a:extLst>
          </p:cNvPr>
          <p:cNvGrpSpPr/>
          <p:nvPr/>
        </p:nvGrpSpPr>
        <p:grpSpPr>
          <a:xfrm>
            <a:off x="3319606" y="4030116"/>
            <a:ext cx="5616576" cy="721993"/>
            <a:chOff x="-1" y="4385554"/>
            <a:chExt cx="6629401" cy="777987"/>
          </a:xfrm>
        </p:grpSpPr>
        <p:sp>
          <p:nvSpPr>
            <p:cNvPr id="24" name="Rectangle 23">
              <a:extLst>
                <a:ext uri="{FF2B5EF4-FFF2-40B4-BE49-F238E27FC236}">
                  <a16:creationId xmlns:a16="http://schemas.microsoft.com/office/drawing/2014/main" id="{F9AF91EF-B710-46FA-BC88-2E3C64D424C0}"/>
                </a:ext>
              </a:extLst>
            </p:cNvPr>
            <p:cNvSpPr>
              <a:spLocks noChangeAspect="1"/>
            </p:cNvSpPr>
            <p:nvPr/>
          </p:nvSpPr>
          <p:spPr>
            <a:xfrm>
              <a:off x="1221894" y="4385554"/>
              <a:ext cx="5407506" cy="7779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pPr defTabSz="711924">
                <a:lnSpc>
                  <a:spcPct val="90000"/>
                </a:lnSpc>
              </a:pPr>
              <a:r>
                <a:rPr lang="de-DE" sz="1550" b="1" dirty="0" err="1">
                  <a:solidFill>
                    <a:srgbClr val="000000"/>
                  </a:solidFill>
                </a:rPr>
                <a:t>Respond</a:t>
              </a:r>
              <a:r>
                <a:rPr lang="de-DE" sz="1550" dirty="0">
                  <a:solidFill>
                    <a:srgbClr val="000000"/>
                  </a:solidFill>
                  <a:latin typeface="Helvetica 55 Roman" panose="020B0604020202020204" pitchFamily="34" charset="0"/>
                </a:rPr>
                <a:t> </a:t>
              </a:r>
              <a:r>
                <a:rPr lang="de-DE" sz="1550" dirty="0" err="1">
                  <a:solidFill>
                    <a:srgbClr val="000000"/>
                  </a:solidFill>
                  <a:latin typeface="Helvetica 55 Roman" panose="020B0604020202020204" pitchFamily="34" charset="0"/>
                </a:rPr>
                <a:t>to</a:t>
              </a:r>
              <a:r>
                <a:rPr lang="de-DE" sz="1550" dirty="0">
                  <a:solidFill>
                    <a:srgbClr val="000000"/>
                  </a:solidFill>
                  <a:latin typeface="Helvetica 55 Roman" panose="020B0604020202020204" pitchFamily="34" charset="0"/>
                </a:rPr>
                <a:t> </a:t>
              </a:r>
              <a:r>
                <a:rPr lang="en-US" sz="1550" dirty="0">
                  <a:solidFill>
                    <a:srgbClr val="000000"/>
                  </a:solidFill>
                  <a:latin typeface="Helvetica 55 Roman" panose="020B0604020202020204" pitchFamily="34" charset="0"/>
                </a:rPr>
                <a:t>cyber attacks with appropriate mitigation and remediation plans</a:t>
              </a:r>
              <a:r>
                <a:rPr lang="de-DE" sz="1550" dirty="0">
                  <a:solidFill>
                    <a:srgbClr val="000000"/>
                  </a:solidFill>
                  <a:latin typeface="Helvetica 55 Roman" panose="020B0604020202020204" pitchFamily="34" charset="0"/>
                </a:rPr>
                <a:t>.</a:t>
              </a:r>
              <a:endParaRPr lang="en-US" sz="1550" dirty="0">
                <a:solidFill>
                  <a:srgbClr val="000000"/>
                </a:solidFill>
                <a:latin typeface="Helvetica 55 Roman" panose="020B0604020202020204" pitchFamily="34" charset="0"/>
              </a:endParaRPr>
            </a:p>
          </p:txBody>
        </p:sp>
        <p:sp>
          <p:nvSpPr>
            <p:cNvPr id="23" name="Rectangle 22">
              <a:extLst>
                <a:ext uri="{FF2B5EF4-FFF2-40B4-BE49-F238E27FC236}">
                  <a16:creationId xmlns:a16="http://schemas.microsoft.com/office/drawing/2014/main" id="{2DABE200-6C8A-490A-8440-5BFC74418CED}"/>
                </a:ext>
              </a:extLst>
            </p:cNvPr>
            <p:cNvSpPr>
              <a:spLocks/>
            </p:cNvSpPr>
            <p:nvPr/>
          </p:nvSpPr>
          <p:spPr>
            <a:xfrm>
              <a:off x="-1" y="4385555"/>
              <a:ext cx="1221888" cy="77798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1924"/>
              <a:r>
                <a:rPr lang="en-US" sz="1550" dirty="0">
                  <a:solidFill>
                    <a:schemeClr val="tx1"/>
                  </a:solidFill>
                </a:rPr>
                <a:t>Respond</a:t>
              </a:r>
            </a:p>
          </p:txBody>
        </p:sp>
      </p:grpSp>
      <p:sp>
        <p:nvSpPr>
          <p:cNvPr id="26" name="ZoneTexte 8">
            <a:extLst>
              <a:ext uri="{FF2B5EF4-FFF2-40B4-BE49-F238E27FC236}">
                <a16:creationId xmlns:a16="http://schemas.microsoft.com/office/drawing/2014/main" id="{9ED0B50C-2B87-A74C-9190-8055DE098E7C}"/>
              </a:ext>
            </a:extLst>
          </p:cNvPr>
          <p:cNvSpPr txBox="1"/>
          <p:nvPr/>
        </p:nvSpPr>
        <p:spPr>
          <a:xfrm>
            <a:off x="143040" y="1944444"/>
            <a:ext cx="2495377" cy="307777"/>
          </a:xfrm>
          <a:prstGeom prst="rect">
            <a:avLst/>
          </a:prstGeom>
          <a:noFill/>
        </p:spPr>
        <p:txBody>
          <a:bodyPr wrap="square" rtlCol="0">
            <a:spAutoFit/>
          </a:bodyPr>
          <a:lstStyle/>
          <a:p>
            <a:r>
              <a:rPr lang="en-US" sz="1400" b="1" dirty="0">
                <a:solidFill>
                  <a:schemeClr val="bg1"/>
                </a:solidFill>
              </a:rPr>
              <a:t>Industry expertise</a:t>
            </a:r>
          </a:p>
        </p:txBody>
      </p:sp>
      <p:pic>
        <p:nvPicPr>
          <p:cNvPr id="27" name="Image 14">
            <a:extLst>
              <a:ext uri="{FF2B5EF4-FFF2-40B4-BE49-F238E27FC236}">
                <a16:creationId xmlns:a16="http://schemas.microsoft.com/office/drawing/2014/main" id="{113A6520-23CD-8D44-BFC7-A976B44BAA90}"/>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bwMode="auto">
          <a:xfrm>
            <a:off x="290679" y="2285928"/>
            <a:ext cx="337258" cy="337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object 7">
            <a:extLst>
              <a:ext uri="{FF2B5EF4-FFF2-40B4-BE49-F238E27FC236}">
                <a16:creationId xmlns:a16="http://schemas.microsoft.com/office/drawing/2014/main" id="{DB768BA2-71C4-A445-B045-B172FBD414F2}"/>
              </a:ext>
            </a:extLst>
          </p:cNvPr>
          <p:cNvSpPr/>
          <p:nvPr/>
        </p:nvSpPr>
        <p:spPr>
          <a:xfrm>
            <a:off x="1031355" y="2354610"/>
            <a:ext cx="327519" cy="268760"/>
          </a:xfrm>
          <a:custGeom>
            <a:avLst/>
            <a:gdLst/>
            <a:ahLst/>
            <a:cxnLst/>
            <a:rect l="l" t="t" r="r" b="b"/>
            <a:pathLst>
              <a:path w="480695" h="466725">
                <a:moveTo>
                  <a:pt x="167519" y="214018"/>
                </a:moveTo>
                <a:lnTo>
                  <a:pt x="19717" y="214018"/>
                </a:lnTo>
                <a:lnTo>
                  <a:pt x="23782" y="220333"/>
                </a:lnTo>
                <a:lnTo>
                  <a:pt x="28181" y="226412"/>
                </a:lnTo>
                <a:lnTo>
                  <a:pt x="32904" y="232240"/>
                </a:lnTo>
                <a:lnTo>
                  <a:pt x="37941" y="237805"/>
                </a:lnTo>
                <a:lnTo>
                  <a:pt x="240151" y="466456"/>
                </a:lnTo>
                <a:lnTo>
                  <a:pt x="403207" y="282090"/>
                </a:lnTo>
                <a:lnTo>
                  <a:pt x="256712" y="282077"/>
                </a:lnTo>
                <a:lnTo>
                  <a:pt x="252749" y="281861"/>
                </a:lnTo>
                <a:lnTo>
                  <a:pt x="249460" y="278940"/>
                </a:lnTo>
                <a:lnTo>
                  <a:pt x="244292" y="248968"/>
                </a:lnTo>
                <a:lnTo>
                  <a:pt x="197174" y="248968"/>
                </a:lnTo>
                <a:lnTo>
                  <a:pt x="190608" y="247254"/>
                </a:lnTo>
                <a:lnTo>
                  <a:pt x="188843" y="245997"/>
                </a:lnTo>
                <a:lnTo>
                  <a:pt x="167519" y="214018"/>
                </a:lnTo>
                <a:close/>
              </a:path>
              <a:path w="480695" h="466725">
                <a:moveTo>
                  <a:pt x="279673" y="225804"/>
                </a:moveTo>
                <a:lnTo>
                  <a:pt x="264306" y="279563"/>
                </a:lnTo>
                <a:lnTo>
                  <a:pt x="260979" y="282090"/>
                </a:lnTo>
                <a:lnTo>
                  <a:pt x="403218" y="282077"/>
                </a:lnTo>
                <a:lnTo>
                  <a:pt x="418258" y="265072"/>
                </a:lnTo>
                <a:lnTo>
                  <a:pt x="296767" y="265072"/>
                </a:lnTo>
                <a:lnTo>
                  <a:pt x="292970" y="265047"/>
                </a:lnTo>
                <a:lnTo>
                  <a:pt x="289655" y="262468"/>
                </a:lnTo>
                <a:lnTo>
                  <a:pt x="279673" y="225804"/>
                </a:lnTo>
                <a:close/>
              </a:path>
              <a:path w="480695" h="466725">
                <a:moveTo>
                  <a:pt x="315881" y="222832"/>
                </a:moveTo>
                <a:lnTo>
                  <a:pt x="303956" y="262608"/>
                </a:lnTo>
                <a:lnTo>
                  <a:pt x="300641" y="265072"/>
                </a:lnTo>
                <a:lnTo>
                  <a:pt x="418258" y="265072"/>
                </a:lnTo>
                <a:lnTo>
                  <a:pt x="437262" y="243584"/>
                </a:lnTo>
                <a:lnTo>
                  <a:pt x="330562" y="243584"/>
                </a:lnTo>
                <a:lnTo>
                  <a:pt x="325152" y="240332"/>
                </a:lnTo>
                <a:lnTo>
                  <a:pt x="324034" y="239126"/>
                </a:lnTo>
                <a:lnTo>
                  <a:pt x="315881" y="222832"/>
                </a:lnTo>
                <a:close/>
              </a:path>
              <a:path w="480695" h="466725">
                <a:moveTo>
                  <a:pt x="227108" y="149299"/>
                </a:moveTo>
                <a:lnTo>
                  <a:pt x="201822" y="246238"/>
                </a:lnTo>
                <a:lnTo>
                  <a:pt x="197174" y="248968"/>
                </a:lnTo>
                <a:lnTo>
                  <a:pt x="244292" y="248968"/>
                </a:lnTo>
                <a:lnTo>
                  <a:pt x="227108" y="149299"/>
                </a:lnTo>
                <a:close/>
              </a:path>
              <a:path w="480695" h="466725">
                <a:moveTo>
                  <a:pt x="460585" y="214018"/>
                </a:moveTo>
                <a:lnTo>
                  <a:pt x="352749" y="214018"/>
                </a:lnTo>
                <a:lnTo>
                  <a:pt x="335794" y="242275"/>
                </a:lnTo>
                <a:lnTo>
                  <a:pt x="330562" y="243584"/>
                </a:lnTo>
                <a:lnTo>
                  <a:pt x="437262" y="243584"/>
                </a:lnTo>
                <a:lnTo>
                  <a:pt x="442373" y="237805"/>
                </a:lnTo>
                <a:lnTo>
                  <a:pt x="447410" y="232240"/>
                </a:lnTo>
                <a:lnTo>
                  <a:pt x="452131" y="226412"/>
                </a:lnTo>
                <a:lnTo>
                  <a:pt x="456526" y="220333"/>
                </a:lnTo>
                <a:lnTo>
                  <a:pt x="460585" y="214018"/>
                </a:lnTo>
                <a:close/>
              </a:path>
              <a:path w="480695" h="466725">
                <a:moveTo>
                  <a:pt x="473739" y="99642"/>
                </a:moveTo>
                <a:lnTo>
                  <a:pt x="226397" y="99642"/>
                </a:lnTo>
                <a:lnTo>
                  <a:pt x="234182" y="101674"/>
                </a:lnTo>
                <a:lnTo>
                  <a:pt x="236633" y="104328"/>
                </a:lnTo>
                <a:lnTo>
                  <a:pt x="259226" y="235417"/>
                </a:lnTo>
                <a:lnTo>
                  <a:pt x="272726" y="188173"/>
                </a:lnTo>
                <a:lnTo>
                  <a:pt x="276066" y="185659"/>
                </a:lnTo>
                <a:lnTo>
                  <a:pt x="472491" y="185659"/>
                </a:lnTo>
                <a:lnTo>
                  <a:pt x="480302" y="156658"/>
                </a:lnTo>
                <a:lnTo>
                  <a:pt x="478969" y="115056"/>
                </a:lnTo>
                <a:lnTo>
                  <a:pt x="473739" y="99642"/>
                </a:lnTo>
                <a:close/>
              </a:path>
              <a:path w="480695" h="466725">
                <a:moveTo>
                  <a:pt x="472491" y="185659"/>
                </a:moveTo>
                <a:lnTo>
                  <a:pt x="276066" y="185659"/>
                </a:lnTo>
                <a:lnTo>
                  <a:pt x="283737" y="185672"/>
                </a:lnTo>
                <a:lnTo>
                  <a:pt x="287077" y="188237"/>
                </a:lnTo>
                <a:lnTo>
                  <a:pt x="297275" y="225651"/>
                </a:lnTo>
                <a:lnTo>
                  <a:pt x="307092" y="192885"/>
                </a:lnTo>
                <a:lnTo>
                  <a:pt x="311842" y="190332"/>
                </a:lnTo>
                <a:lnTo>
                  <a:pt x="471232" y="190332"/>
                </a:lnTo>
                <a:lnTo>
                  <a:pt x="472491" y="185659"/>
                </a:lnTo>
                <a:close/>
              </a:path>
              <a:path w="480695" h="466725">
                <a:moveTo>
                  <a:pt x="161749" y="0"/>
                </a:moveTo>
                <a:lnTo>
                  <a:pt x="118613" y="196"/>
                </a:lnTo>
                <a:lnTo>
                  <a:pt x="77154" y="13525"/>
                </a:lnTo>
                <a:lnTo>
                  <a:pt x="40596" y="39990"/>
                </a:lnTo>
                <a:lnTo>
                  <a:pt x="14864" y="75174"/>
                </a:lnTo>
                <a:lnTo>
                  <a:pt x="1332" y="115056"/>
                </a:lnTo>
                <a:lnTo>
                  <a:pt x="0" y="156658"/>
                </a:lnTo>
                <a:lnTo>
                  <a:pt x="10865" y="197000"/>
                </a:lnTo>
                <a:lnTo>
                  <a:pt x="174924" y="197000"/>
                </a:lnTo>
                <a:lnTo>
                  <a:pt x="177578" y="198422"/>
                </a:lnTo>
                <a:lnTo>
                  <a:pt x="191319" y="219034"/>
                </a:lnTo>
                <a:lnTo>
                  <a:pt x="221761" y="102372"/>
                </a:lnTo>
                <a:lnTo>
                  <a:pt x="226397" y="99642"/>
                </a:lnTo>
                <a:lnTo>
                  <a:pt x="473739" y="99642"/>
                </a:lnTo>
                <a:lnTo>
                  <a:pt x="465438" y="75174"/>
                </a:lnTo>
                <a:lnTo>
                  <a:pt x="439706" y="39990"/>
                </a:lnTo>
                <a:lnTo>
                  <a:pt x="438337" y="38999"/>
                </a:lnTo>
                <a:lnTo>
                  <a:pt x="240151" y="38999"/>
                </a:lnTo>
                <a:lnTo>
                  <a:pt x="203336" y="12935"/>
                </a:lnTo>
                <a:lnTo>
                  <a:pt x="161749" y="0"/>
                </a:lnTo>
                <a:close/>
              </a:path>
              <a:path w="480695" h="466725">
                <a:moveTo>
                  <a:pt x="471232" y="190332"/>
                </a:moveTo>
                <a:lnTo>
                  <a:pt x="311842" y="190332"/>
                </a:lnTo>
                <a:lnTo>
                  <a:pt x="318586" y="192352"/>
                </a:lnTo>
                <a:lnTo>
                  <a:pt x="320466" y="193927"/>
                </a:lnTo>
                <a:lnTo>
                  <a:pt x="331591" y="216202"/>
                </a:lnTo>
                <a:lnTo>
                  <a:pt x="342183" y="198562"/>
                </a:lnTo>
                <a:lnTo>
                  <a:pt x="344951" y="197000"/>
                </a:lnTo>
                <a:lnTo>
                  <a:pt x="469437" y="197000"/>
                </a:lnTo>
                <a:lnTo>
                  <a:pt x="471232" y="190332"/>
                </a:lnTo>
                <a:close/>
              </a:path>
              <a:path w="480695" h="466725">
                <a:moveTo>
                  <a:pt x="318498" y="0"/>
                </a:moveTo>
                <a:lnTo>
                  <a:pt x="276916" y="12935"/>
                </a:lnTo>
                <a:lnTo>
                  <a:pt x="240151" y="38999"/>
                </a:lnTo>
                <a:lnTo>
                  <a:pt x="438337" y="38999"/>
                </a:lnTo>
                <a:lnTo>
                  <a:pt x="403135" y="13525"/>
                </a:lnTo>
                <a:lnTo>
                  <a:pt x="361652" y="196"/>
                </a:lnTo>
                <a:lnTo>
                  <a:pt x="318498" y="0"/>
                </a:lnTo>
                <a:close/>
              </a:path>
            </a:pathLst>
          </a:custGeom>
          <a:solidFill>
            <a:schemeClr val="bg1">
              <a:lumMod val="75000"/>
            </a:schemeClr>
          </a:solidFill>
        </p:spPr>
        <p:txBody>
          <a:bodyPr wrap="square" lIns="0" tIns="0" rIns="0" bIns="0" rtlCol="0"/>
          <a:lstStyle/>
          <a:p>
            <a:pPr algn="ctr" defTabSz="913029">
              <a:defRPr/>
            </a:pPr>
            <a:endParaRPr lang="en-US" sz="1200" kern="0">
              <a:solidFill>
                <a:prstClr val="black"/>
              </a:solidFill>
            </a:endParaRPr>
          </a:p>
        </p:txBody>
      </p:sp>
      <p:sp>
        <p:nvSpPr>
          <p:cNvPr id="32" name="Rectangle 31">
            <a:extLst>
              <a:ext uri="{FF2B5EF4-FFF2-40B4-BE49-F238E27FC236}">
                <a16:creationId xmlns:a16="http://schemas.microsoft.com/office/drawing/2014/main" id="{976AE4AE-980B-2E4C-AFC5-BBF9439BEBE4}"/>
              </a:ext>
            </a:extLst>
          </p:cNvPr>
          <p:cNvSpPr/>
          <p:nvPr/>
        </p:nvSpPr>
        <p:spPr>
          <a:xfrm>
            <a:off x="152260" y="3557283"/>
            <a:ext cx="705482" cy="110800"/>
          </a:xfrm>
          <a:prstGeom prst="rect">
            <a:avLst/>
          </a:prstGeom>
        </p:spPr>
        <p:txBody>
          <a:bodyPr wrap="square" lIns="0" tIns="0" rIns="0" bIns="0">
            <a:spAutoFit/>
          </a:bodyPr>
          <a:lstStyle/>
          <a:p>
            <a:pPr algn="ctr" defTabSz="685474">
              <a:lnSpc>
                <a:spcPct val="90000"/>
              </a:lnSpc>
              <a:defRPr/>
            </a:pPr>
            <a:r>
              <a:rPr lang="en-US" sz="800" b="1" kern="0" dirty="0">
                <a:solidFill>
                  <a:schemeClr val="bg1"/>
                </a:solidFill>
              </a:rPr>
              <a:t>Technology </a:t>
            </a:r>
          </a:p>
        </p:txBody>
      </p:sp>
      <p:pic>
        <p:nvPicPr>
          <p:cNvPr id="33" name="Picture 32">
            <a:extLst>
              <a:ext uri="{FF2B5EF4-FFF2-40B4-BE49-F238E27FC236}">
                <a16:creationId xmlns:a16="http://schemas.microsoft.com/office/drawing/2014/main" id="{3D29DC83-D5CE-394D-BB2C-4C8D9476FFB6}"/>
              </a:ext>
            </a:extLst>
          </p:cNvPr>
          <p:cNvPicPr>
            <a:picLocks noChangeAspect="1"/>
          </p:cNvPicPr>
          <p:nvPr/>
        </p:nvPicPr>
        <p:blipFill>
          <a:blip r:embed="rId6" cstate="print">
            <a:lum bright="70000" contrast="-70000"/>
            <a:extLst>
              <a:ext uri="{28A0092B-C50C-407E-A947-70E740481C1C}">
                <a14:useLocalDpi xmlns:a14="http://schemas.microsoft.com/office/drawing/2010/main"/>
              </a:ext>
            </a:extLst>
          </a:blip>
          <a:stretch>
            <a:fillRect/>
          </a:stretch>
        </p:blipFill>
        <p:spPr>
          <a:xfrm>
            <a:off x="255550" y="3091189"/>
            <a:ext cx="512177" cy="512177"/>
          </a:xfrm>
          <a:prstGeom prst="rect">
            <a:avLst/>
          </a:prstGeom>
        </p:spPr>
      </p:pic>
      <p:sp>
        <p:nvSpPr>
          <p:cNvPr id="34" name="Rectangle 33">
            <a:extLst>
              <a:ext uri="{FF2B5EF4-FFF2-40B4-BE49-F238E27FC236}">
                <a16:creationId xmlns:a16="http://schemas.microsoft.com/office/drawing/2014/main" id="{1E200374-8941-2848-8313-09CEC853C67B}"/>
              </a:ext>
            </a:extLst>
          </p:cNvPr>
          <p:cNvSpPr/>
          <p:nvPr/>
        </p:nvSpPr>
        <p:spPr>
          <a:xfrm>
            <a:off x="886509" y="3557283"/>
            <a:ext cx="714245" cy="110766"/>
          </a:xfrm>
          <a:prstGeom prst="rect">
            <a:avLst/>
          </a:prstGeom>
        </p:spPr>
        <p:txBody>
          <a:bodyPr wrap="square" lIns="0" tIns="0" rIns="0" bIns="0">
            <a:spAutoFit/>
          </a:bodyPr>
          <a:lstStyle/>
          <a:p>
            <a:pPr algn="ctr" defTabSz="685474">
              <a:lnSpc>
                <a:spcPct val="90000"/>
              </a:lnSpc>
              <a:defRPr/>
            </a:pPr>
            <a:r>
              <a:rPr lang="en-US" sz="800" b="1" kern="0" dirty="0">
                <a:solidFill>
                  <a:schemeClr val="bg1"/>
                </a:solidFill>
              </a:rPr>
              <a:t>Consulting</a:t>
            </a:r>
          </a:p>
        </p:txBody>
      </p:sp>
      <p:pic>
        <p:nvPicPr>
          <p:cNvPr id="35" name="Picture 34">
            <a:extLst>
              <a:ext uri="{FF2B5EF4-FFF2-40B4-BE49-F238E27FC236}">
                <a16:creationId xmlns:a16="http://schemas.microsoft.com/office/drawing/2014/main" id="{822F68BC-083F-F945-B6C3-1C060A2EB429}"/>
              </a:ext>
            </a:extLst>
          </p:cNvPr>
          <p:cNvPicPr>
            <a:picLocks noChangeAspect="1"/>
          </p:cNvPicPr>
          <p:nvPr/>
        </p:nvPicPr>
        <p:blipFill>
          <a:blip r:embed="rId7" cstate="print">
            <a:lum bright="70000" contrast="-70000"/>
            <a:extLst>
              <a:ext uri="{28A0092B-C50C-407E-A947-70E740481C1C}">
                <a14:useLocalDpi xmlns:a14="http://schemas.microsoft.com/office/drawing/2010/main"/>
              </a:ext>
            </a:extLst>
          </a:blip>
          <a:stretch>
            <a:fillRect/>
          </a:stretch>
        </p:blipFill>
        <p:spPr>
          <a:xfrm>
            <a:off x="960728" y="3078951"/>
            <a:ext cx="510822" cy="510822"/>
          </a:xfrm>
          <a:prstGeom prst="rect">
            <a:avLst/>
          </a:prstGeom>
        </p:spPr>
      </p:pic>
      <p:sp>
        <p:nvSpPr>
          <p:cNvPr id="36" name="Rectangle 35">
            <a:extLst>
              <a:ext uri="{FF2B5EF4-FFF2-40B4-BE49-F238E27FC236}">
                <a16:creationId xmlns:a16="http://schemas.microsoft.com/office/drawing/2014/main" id="{6BD01311-14BB-B049-BB29-B0DBBFF03202}"/>
              </a:ext>
            </a:extLst>
          </p:cNvPr>
          <p:cNvSpPr/>
          <p:nvPr/>
        </p:nvSpPr>
        <p:spPr>
          <a:xfrm>
            <a:off x="1561356" y="3572977"/>
            <a:ext cx="736800" cy="332399"/>
          </a:xfrm>
          <a:prstGeom prst="rect">
            <a:avLst/>
          </a:prstGeom>
        </p:spPr>
        <p:txBody>
          <a:bodyPr wrap="square" lIns="0" tIns="0" rIns="0" bIns="0">
            <a:spAutoFit/>
          </a:bodyPr>
          <a:lstStyle/>
          <a:p>
            <a:pPr algn="ctr" defTabSz="685474">
              <a:lnSpc>
                <a:spcPct val="90000"/>
              </a:lnSpc>
              <a:defRPr/>
            </a:pPr>
            <a:r>
              <a:rPr lang="en-US" sz="800" b="1" kern="0" dirty="0">
                <a:solidFill>
                  <a:schemeClr val="bg1"/>
                </a:solidFill>
              </a:rPr>
              <a:t>Management</a:t>
            </a:r>
          </a:p>
          <a:p>
            <a:pPr algn="ctr" defTabSz="685474">
              <a:lnSpc>
                <a:spcPct val="90000"/>
              </a:lnSpc>
              <a:defRPr/>
            </a:pPr>
            <a:r>
              <a:rPr lang="en-US" sz="800" b="1" kern="0" dirty="0">
                <a:solidFill>
                  <a:schemeClr val="bg1"/>
                </a:solidFill>
              </a:rPr>
              <a:t>&amp; Support</a:t>
            </a:r>
          </a:p>
          <a:p>
            <a:pPr algn="ctr" defTabSz="685474">
              <a:lnSpc>
                <a:spcPct val="90000"/>
              </a:lnSpc>
              <a:defRPr/>
            </a:pPr>
            <a:endParaRPr lang="en-US" sz="800" kern="0" dirty="0">
              <a:solidFill>
                <a:schemeClr val="bg1"/>
              </a:solidFill>
            </a:endParaRPr>
          </a:p>
        </p:txBody>
      </p:sp>
      <p:pic>
        <p:nvPicPr>
          <p:cNvPr id="37" name="Picture 36">
            <a:extLst>
              <a:ext uri="{FF2B5EF4-FFF2-40B4-BE49-F238E27FC236}">
                <a16:creationId xmlns:a16="http://schemas.microsoft.com/office/drawing/2014/main" id="{7F8435BB-CE7D-E540-AF12-8887935B07CB}"/>
              </a:ext>
            </a:extLst>
          </p:cNvPr>
          <p:cNvPicPr>
            <a:picLocks noChangeAspect="1"/>
          </p:cNvPicPr>
          <p:nvPr/>
        </p:nvPicPr>
        <p:blipFill>
          <a:blip r:embed="rId8" cstate="print">
            <a:lum bright="70000" contrast="-70000"/>
            <a:extLst>
              <a:ext uri="{28A0092B-C50C-407E-A947-70E740481C1C}">
                <a14:useLocalDpi xmlns:a14="http://schemas.microsoft.com/office/drawing/2010/main"/>
              </a:ext>
            </a:extLst>
          </a:blip>
          <a:stretch>
            <a:fillRect/>
          </a:stretch>
        </p:blipFill>
        <p:spPr>
          <a:xfrm>
            <a:off x="1674346" y="3078949"/>
            <a:ext cx="510823" cy="510823"/>
          </a:xfrm>
          <a:prstGeom prst="rect">
            <a:avLst/>
          </a:prstGeom>
        </p:spPr>
      </p:pic>
      <p:sp>
        <p:nvSpPr>
          <p:cNvPr id="42" name="ZoneTexte 22">
            <a:extLst>
              <a:ext uri="{FF2B5EF4-FFF2-40B4-BE49-F238E27FC236}">
                <a16:creationId xmlns:a16="http://schemas.microsoft.com/office/drawing/2014/main" id="{189995ED-F5B8-3242-B365-457947D20383}"/>
              </a:ext>
            </a:extLst>
          </p:cNvPr>
          <p:cNvSpPr txBox="1"/>
          <p:nvPr/>
        </p:nvSpPr>
        <p:spPr>
          <a:xfrm>
            <a:off x="134063" y="2816965"/>
            <a:ext cx="2699389" cy="307777"/>
          </a:xfrm>
          <a:prstGeom prst="rect">
            <a:avLst/>
          </a:prstGeom>
          <a:noFill/>
        </p:spPr>
        <p:txBody>
          <a:bodyPr wrap="square" rtlCol="0">
            <a:spAutoFit/>
          </a:bodyPr>
          <a:lstStyle/>
          <a:p>
            <a:r>
              <a:rPr lang="en-US" sz="1400" b="1" dirty="0">
                <a:solidFill>
                  <a:schemeClr val="bg1"/>
                </a:solidFill>
              </a:rPr>
              <a:t>Tailor-made services</a:t>
            </a:r>
          </a:p>
        </p:txBody>
      </p:sp>
      <p:sp>
        <p:nvSpPr>
          <p:cNvPr id="2" name="Rectangle 1">
            <a:extLst>
              <a:ext uri="{FF2B5EF4-FFF2-40B4-BE49-F238E27FC236}">
                <a16:creationId xmlns:a16="http://schemas.microsoft.com/office/drawing/2014/main" id="{8F6E54AB-6D8E-9941-B41E-14671D7D2410}"/>
              </a:ext>
            </a:extLst>
          </p:cNvPr>
          <p:cNvSpPr/>
          <p:nvPr/>
        </p:nvSpPr>
        <p:spPr>
          <a:xfrm>
            <a:off x="134757" y="258796"/>
            <a:ext cx="2968653" cy="1015663"/>
          </a:xfrm>
          <a:prstGeom prst="rect">
            <a:avLst/>
          </a:prstGeom>
        </p:spPr>
        <p:txBody>
          <a:bodyPr wrap="square">
            <a:spAutoFit/>
          </a:bodyPr>
          <a:lstStyle/>
          <a:p>
            <a:r>
              <a:rPr lang="en-US" sz="2000" spc="-20" dirty="0">
                <a:solidFill>
                  <a:schemeClr val="bg1"/>
                </a:solidFill>
              </a:rPr>
              <a:t>We support you throughout the entire threat lifecycle.</a:t>
            </a:r>
            <a:endParaRPr lang="en-US" sz="2000" dirty="0">
              <a:solidFill>
                <a:schemeClr val="bg1"/>
              </a:solidFill>
            </a:endParaRPr>
          </a:p>
        </p:txBody>
      </p:sp>
      <p:pic>
        <p:nvPicPr>
          <p:cNvPr id="41" name="Grafik 40" descr="Ein Bild, das Text, ClipArt enthält.&#10;&#10;Automatisch generierte Beschreibung">
            <a:extLst>
              <a:ext uri="{FF2B5EF4-FFF2-40B4-BE49-F238E27FC236}">
                <a16:creationId xmlns:a16="http://schemas.microsoft.com/office/drawing/2014/main" id="{CD1A4879-4E01-4B1B-9126-A3CD641A8DDB}"/>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t="6290" b="33151"/>
          <a:stretch/>
        </p:blipFill>
        <p:spPr>
          <a:xfrm>
            <a:off x="207413" y="4343522"/>
            <a:ext cx="2737573" cy="525539"/>
          </a:xfrm>
          <a:prstGeom prst="rect">
            <a:avLst/>
          </a:prstGeom>
        </p:spPr>
      </p:pic>
      <p:pic>
        <p:nvPicPr>
          <p:cNvPr id="4" name="Grafik 3" descr="Sparschwein">
            <a:extLst>
              <a:ext uri="{FF2B5EF4-FFF2-40B4-BE49-F238E27FC236}">
                <a16:creationId xmlns:a16="http://schemas.microsoft.com/office/drawing/2014/main" id="{F8749F5C-9E13-490B-9E31-8D3B1F94A7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745391" y="2255079"/>
            <a:ext cx="446264" cy="446264"/>
          </a:xfrm>
          <a:prstGeom prst="rect">
            <a:avLst/>
          </a:prstGeom>
        </p:spPr>
      </p:pic>
    </p:spTree>
    <p:extLst>
      <p:ext uri="{BB962C8B-B14F-4D97-AF65-F5344CB8AC3E}">
        <p14:creationId xmlns:p14="http://schemas.microsoft.com/office/powerpoint/2010/main" val="467387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400F421-F4EF-47D5-B593-0F5A62E45036}"/>
              </a:ext>
            </a:extLst>
          </p:cNvPr>
          <p:cNvGrpSpPr/>
          <p:nvPr/>
        </p:nvGrpSpPr>
        <p:grpSpPr>
          <a:xfrm>
            <a:off x="983882" y="3325648"/>
            <a:ext cx="7266729" cy="1772564"/>
            <a:chOff x="1810226" y="4992456"/>
            <a:chExt cx="9536620" cy="1461400"/>
          </a:xfrm>
        </p:grpSpPr>
        <p:sp>
          <p:nvSpPr>
            <p:cNvPr id="10" name="TextBox 9">
              <a:extLst>
                <a:ext uri="{FF2B5EF4-FFF2-40B4-BE49-F238E27FC236}">
                  <a16:creationId xmlns:a16="http://schemas.microsoft.com/office/drawing/2014/main" id="{6133A525-46F3-402F-8147-B0F7DF897CD2}"/>
                </a:ext>
              </a:extLst>
            </p:cNvPr>
            <p:cNvSpPr txBox="1"/>
            <p:nvPr/>
          </p:nvSpPr>
          <p:spPr>
            <a:xfrm>
              <a:off x="1810226" y="5007866"/>
              <a:ext cx="1846827" cy="1445990"/>
            </a:xfrm>
            <a:prstGeom prst="rect">
              <a:avLst/>
            </a:prstGeom>
            <a:noFill/>
          </p:spPr>
          <p:txBody>
            <a:bodyPr wrap="square" lIns="26992" tIns="26992" rIns="26992" bIns="26992" rtlCol="0" anchor="t">
              <a:noAutofit/>
            </a:bodyPr>
            <a:lstStyle/>
            <a:p>
              <a:pPr marL="135690" indent="-135690">
                <a:spcAft>
                  <a:spcPts val="150"/>
                </a:spcAft>
                <a:buClr>
                  <a:srgbClr val="9F85BC"/>
                </a:buClr>
                <a:buFont typeface="Wingdings" pitchFamily="2" charset="2"/>
                <a:buChar char="§"/>
              </a:pPr>
              <a:r>
                <a:rPr lang="en-US" sz="900" dirty="0">
                  <a:solidFill>
                    <a:schemeClr val="bg1"/>
                  </a:solidFill>
                  <a:latin typeface="Helvetica 55 Roman" panose="020B0604020202020204" pitchFamily="34" charset="0"/>
                  <a:cs typeface="Helvetica"/>
                </a:rPr>
                <a:t>Threat Advisory Service</a:t>
              </a:r>
              <a:endParaRPr lang="en-US" sz="900" dirty="0">
                <a:solidFill>
                  <a:schemeClr val="bg1"/>
                </a:solidFill>
                <a:latin typeface="Helvetica 55 Roman" panose="020B0604020202020204" pitchFamily="34" charset="0"/>
              </a:endParaRPr>
            </a:p>
            <a:p>
              <a:pPr marL="135690" indent="-135690">
                <a:spcAft>
                  <a:spcPts val="150"/>
                </a:spcAft>
                <a:buClr>
                  <a:srgbClr val="9F85BC"/>
                </a:buClr>
                <a:buFont typeface="Wingdings" pitchFamily="2" charset="2"/>
                <a:buChar char="§"/>
              </a:pPr>
              <a:r>
                <a:rPr lang="en-US" sz="900" dirty="0">
                  <a:solidFill>
                    <a:schemeClr val="bg1"/>
                  </a:solidFill>
                  <a:latin typeface="Helvetica 55 Roman" panose="020B0604020202020204" pitchFamily="34" charset="0"/>
                  <a:cs typeface="Helvetica"/>
                </a:rPr>
                <a:t>Managed Threat Detection - Intelligence</a:t>
              </a:r>
            </a:p>
            <a:p>
              <a:pPr marL="336608" lvl="1" indent="-103315">
                <a:spcAft>
                  <a:spcPts val="150"/>
                </a:spcAft>
                <a:buClr>
                  <a:srgbClr val="9F85BC"/>
                </a:buClr>
                <a:buFont typeface="Wingdings" pitchFamily="2" charset="2"/>
                <a:buChar char="§"/>
              </a:pPr>
              <a:r>
                <a:rPr lang="en-US" sz="825" dirty="0">
                  <a:solidFill>
                    <a:schemeClr val="bg1"/>
                  </a:solidFill>
                  <a:latin typeface="Helvetica 55 Roman" panose="020B0604020202020204" pitchFamily="34" charset="0"/>
                  <a:cs typeface="Helvetica"/>
                </a:rPr>
                <a:t>Data Leakage Detection</a:t>
              </a:r>
            </a:p>
            <a:p>
              <a:pPr marL="336608" lvl="1" indent="-103315">
                <a:spcAft>
                  <a:spcPts val="150"/>
                </a:spcAft>
                <a:buClr>
                  <a:srgbClr val="9F85BC"/>
                </a:buClr>
                <a:buFont typeface="Wingdings" pitchFamily="2" charset="2"/>
                <a:buChar char="§"/>
              </a:pPr>
              <a:r>
                <a:rPr lang="en-US" sz="825" dirty="0">
                  <a:solidFill>
                    <a:schemeClr val="bg1"/>
                  </a:solidFill>
                  <a:latin typeface="Helvetica 55 Roman" panose="020B0604020202020204" pitchFamily="34" charset="0"/>
                  <a:cs typeface="Helvetica"/>
                </a:rPr>
                <a:t>Brand Protection</a:t>
              </a:r>
            </a:p>
            <a:p>
              <a:pPr marL="336608" lvl="1" indent="-103315">
                <a:spcAft>
                  <a:spcPts val="150"/>
                </a:spcAft>
                <a:buClr>
                  <a:srgbClr val="9F85BC"/>
                </a:buClr>
                <a:buFont typeface="Wingdings" pitchFamily="2" charset="2"/>
                <a:buChar char="§"/>
              </a:pPr>
              <a:r>
                <a:rPr lang="en-US" sz="825" dirty="0">
                  <a:solidFill>
                    <a:schemeClr val="bg1"/>
                  </a:solidFill>
                  <a:latin typeface="Helvetica 55 Roman" panose="020B0604020202020204" pitchFamily="34" charset="0"/>
                  <a:cs typeface="Helvetica"/>
                </a:rPr>
                <a:t>Attack Surface Reduction</a:t>
              </a:r>
            </a:p>
            <a:p>
              <a:pPr marL="135690" indent="-135690">
                <a:spcAft>
                  <a:spcPts val="150"/>
                </a:spcAft>
                <a:buClr>
                  <a:srgbClr val="9F85BC"/>
                </a:buClr>
                <a:buFont typeface="Wingdings" pitchFamily="2" charset="2"/>
                <a:buChar char="§"/>
                <a:defRPr/>
              </a:pPr>
              <a:r>
                <a:rPr lang="en-US" sz="900" dirty="0">
                  <a:solidFill>
                    <a:schemeClr val="bg1"/>
                  </a:solidFill>
                  <a:latin typeface="Helvetica 55 Roman" panose="020B0604020202020204" pitchFamily="34" charset="0"/>
                </a:rPr>
                <a:t>Cyberwatch</a:t>
              </a:r>
            </a:p>
          </p:txBody>
        </p:sp>
        <p:sp>
          <p:nvSpPr>
            <p:cNvPr id="11" name="TextBox 10">
              <a:extLst>
                <a:ext uri="{FF2B5EF4-FFF2-40B4-BE49-F238E27FC236}">
                  <a16:creationId xmlns:a16="http://schemas.microsoft.com/office/drawing/2014/main" id="{B4385355-7F2F-4EBE-9DF9-4C5AC0F00C25}"/>
                </a:ext>
              </a:extLst>
            </p:cNvPr>
            <p:cNvSpPr txBox="1"/>
            <p:nvPr/>
          </p:nvSpPr>
          <p:spPr>
            <a:xfrm>
              <a:off x="3732674" y="4998543"/>
              <a:ext cx="1846827" cy="1454462"/>
            </a:xfrm>
            <a:prstGeom prst="rect">
              <a:avLst/>
            </a:prstGeom>
            <a:noFill/>
          </p:spPr>
          <p:txBody>
            <a:bodyPr wrap="square" lIns="26992" tIns="26992" rIns="26992" bIns="26992" rtlCol="0" anchor="t">
              <a:noAutofit/>
            </a:bodyPr>
            <a:lstStyle/>
            <a:p>
              <a:pPr marL="128549" indent="-128549">
                <a:spcAft>
                  <a:spcPts val="150"/>
                </a:spcAft>
                <a:buClr>
                  <a:srgbClr val="FFC000"/>
                </a:buClr>
                <a:buFont typeface="Wingdings" pitchFamily="2" charset="2"/>
                <a:buChar char="§"/>
              </a:pPr>
              <a:r>
                <a:rPr lang="en-US" sz="900" dirty="0">
                  <a:solidFill>
                    <a:schemeClr val="bg1"/>
                  </a:solidFill>
                  <a:latin typeface="Helvetica 55 Roman" panose="020B0604020202020204" pitchFamily="34" charset="0"/>
                </a:rPr>
                <a:t>Assessment Services</a:t>
              </a:r>
            </a:p>
            <a:p>
              <a:pPr marL="128549" indent="-128549">
                <a:spcAft>
                  <a:spcPts val="150"/>
                </a:spcAft>
                <a:buClr>
                  <a:srgbClr val="FFC000"/>
                </a:buClr>
                <a:buFont typeface="Wingdings" pitchFamily="2" charset="2"/>
                <a:buChar char="§"/>
              </a:pPr>
              <a:r>
                <a:rPr lang="en-US" sz="900" dirty="0">
                  <a:solidFill>
                    <a:schemeClr val="bg1"/>
                  </a:solidFill>
                  <a:latin typeface="Helvetica 55 Roman" panose="020B0604020202020204" pitchFamily="34" charset="0"/>
                  <a:cs typeface="Helvetica"/>
                </a:rPr>
                <a:t>Advisory Services</a:t>
              </a:r>
            </a:p>
            <a:p>
              <a:pPr marL="128549" indent="-128549">
                <a:spcAft>
                  <a:spcPts val="150"/>
                </a:spcAft>
                <a:buClr>
                  <a:srgbClr val="FFC000"/>
                </a:buClr>
                <a:buFont typeface="Wingdings" pitchFamily="2" charset="2"/>
                <a:buChar char="§"/>
              </a:pPr>
              <a:r>
                <a:rPr lang="en-US" sz="900" dirty="0">
                  <a:solidFill>
                    <a:schemeClr val="bg1"/>
                  </a:solidFill>
                  <a:latin typeface="Helvetica 55 Roman" panose="020B0604020202020204" pitchFamily="34" charset="0"/>
                </a:rPr>
                <a:t>Security Awareness Training</a:t>
              </a:r>
            </a:p>
            <a:p>
              <a:pPr marL="128549" indent="-128549">
                <a:spcAft>
                  <a:spcPts val="150"/>
                </a:spcAft>
                <a:buClr>
                  <a:srgbClr val="FFC000"/>
                </a:buClr>
                <a:buFont typeface="Wingdings" pitchFamily="2" charset="2"/>
                <a:buChar char="§"/>
              </a:pPr>
              <a:r>
                <a:rPr lang="en-US" sz="900" dirty="0">
                  <a:solidFill>
                    <a:schemeClr val="bg1"/>
                  </a:solidFill>
                  <a:latin typeface="Helvetica 55 Roman" panose="020B0604020202020204" pitchFamily="34" charset="0"/>
                </a:rPr>
                <a:t>Penetration testing</a:t>
              </a:r>
            </a:p>
            <a:p>
              <a:pPr marL="128549" indent="-128549">
                <a:spcAft>
                  <a:spcPts val="150"/>
                </a:spcAft>
                <a:buClr>
                  <a:srgbClr val="FFC000"/>
                </a:buClr>
                <a:buFont typeface="Wingdings" pitchFamily="2" charset="2"/>
                <a:buChar char="§"/>
              </a:pPr>
              <a:r>
                <a:rPr lang="en-US" sz="900" dirty="0">
                  <a:solidFill>
                    <a:schemeClr val="bg1"/>
                  </a:solidFill>
                  <a:latin typeface="Helvetica 55 Roman" panose="020B0604020202020204" pitchFamily="34" charset="0"/>
                  <a:cs typeface="Helvetica"/>
                </a:rPr>
                <a:t>Red and purple teaming</a:t>
              </a:r>
            </a:p>
            <a:p>
              <a:pPr marL="128549" indent="-128549">
                <a:spcAft>
                  <a:spcPts val="150"/>
                </a:spcAft>
                <a:buClr>
                  <a:srgbClr val="FFC000"/>
                </a:buClr>
                <a:buFont typeface="Wingdings" pitchFamily="2" charset="2"/>
                <a:buChar char="§"/>
              </a:pPr>
              <a:r>
                <a:rPr lang="en-US" sz="900" dirty="0">
                  <a:solidFill>
                    <a:schemeClr val="bg1"/>
                  </a:solidFill>
                  <a:latin typeface="Helvetica 55 Roman" panose="020B0604020202020204" pitchFamily="34" charset="0"/>
                </a:rPr>
                <a:t>DevSecOps</a:t>
              </a:r>
            </a:p>
            <a:p>
              <a:pPr marL="128549" indent="-128549">
                <a:spcAft>
                  <a:spcPts val="150"/>
                </a:spcAft>
                <a:buClr>
                  <a:srgbClr val="FFC000"/>
                </a:buClr>
                <a:buFont typeface="Wingdings" pitchFamily="2" charset="2"/>
                <a:buChar char="§"/>
              </a:pPr>
              <a:endParaRPr lang="en-US" sz="900" dirty="0">
                <a:solidFill>
                  <a:schemeClr val="bg1"/>
                </a:solidFill>
                <a:latin typeface="Helvetica" pitchFamily="2" charset="0"/>
              </a:endParaRPr>
            </a:p>
          </p:txBody>
        </p:sp>
        <p:sp>
          <p:nvSpPr>
            <p:cNvPr id="12" name="TextBox 11">
              <a:extLst>
                <a:ext uri="{FF2B5EF4-FFF2-40B4-BE49-F238E27FC236}">
                  <a16:creationId xmlns:a16="http://schemas.microsoft.com/office/drawing/2014/main" id="{D2EA24AF-C0F0-410B-9F10-5B94EABA1FE5}"/>
                </a:ext>
              </a:extLst>
            </p:cNvPr>
            <p:cNvSpPr txBox="1"/>
            <p:nvPr/>
          </p:nvSpPr>
          <p:spPr>
            <a:xfrm>
              <a:off x="5655123" y="5007867"/>
              <a:ext cx="1846827" cy="1440459"/>
            </a:xfrm>
            <a:prstGeom prst="rect">
              <a:avLst/>
            </a:prstGeom>
            <a:noFill/>
          </p:spPr>
          <p:txBody>
            <a:bodyPr wrap="square" lIns="26992" tIns="26992" rIns="26992" bIns="26992" rtlCol="0" anchor="t">
              <a:noAutofit/>
            </a:bodyPr>
            <a:lstStyle/>
            <a:p>
              <a:pPr marL="128549" indent="-128549">
                <a:spcAft>
                  <a:spcPts val="150"/>
                </a:spcAft>
                <a:buClr>
                  <a:srgbClr val="4BB4E6"/>
                </a:buClr>
                <a:buFont typeface="Wingdings" pitchFamily="2" charset="2"/>
                <a:buChar char="§"/>
              </a:pPr>
              <a:r>
                <a:rPr lang="en-GB" sz="900" dirty="0">
                  <a:solidFill>
                    <a:schemeClr val="bg1"/>
                  </a:solidFill>
                  <a:latin typeface="Helvetica 55 Roman" panose="020B0604020202020204" pitchFamily="34" charset="0"/>
                </a:rPr>
                <a:t>Data-centric Security</a:t>
              </a:r>
            </a:p>
            <a:p>
              <a:pPr marL="128549" indent="-128549">
                <a:spcAft>
                  <a:spcPts val="150"/>
                </a:spcAft>
                <a:buClr>
                  <a:srgbClr val="4BB4E6"/>
                </a:buClr>
                <a:buFont typeface="Wingdings" pitchFamily="2" charset="2"/>
                <a:buChar char="§"/>
              </a:pPr>
              <a:r>
                <a:rPr lang="en-GB" sz="900" dirty="0">
                  <a:solidFill>
                    <a:schemeClr val="bg1"/>
                  </a:solidFill>
                  <a:latin typeface="Helvetica 55 Roman" panose="020B0604020202020204" pitchFamily="34" charset="0"/>
                </a:rPr>
                <a:t>Infrastructure Security</a:t>
              </a:r>
            </a:p>
            <a:p>
              <a:pPr marL="128549" indent="-128549">
                <a:spcAft>
                  <a:spcPts val="150"/>
                </a:spcAft>
                <a:buClr>
                  <a:srgbClr val="4BB4E6"/>
                </a:buClr>
                <a:buFont typeface="Wingdings" pitchFamily="2" charset="2"/>
                <a:buChar char="§"/>
              </a:pPr>
              <a:r>
                <a:rPr lang="en-GB" sz="900" dirty="0">
                  <a:solidFill>
                    <a:schemeClr val="bg1"/>
                  </a:solidFill>
                  <a:latin typeface="Helvetica 55 Roman" panose="020B0604020202020204" pitchFamily="34" charset="0"/>
                </a:rPr>
                <a:t>Network Security</a:t>
              </a:r>
            </a:p>
            <a:p>
              <a:pPr marL="128549" indent="-128549">
                <a:spcAft>
                  <a:spcPts val="150"/>
                </a:spcAft>
                <a:buClr>
                  <a:srgbClr val="4BB4E6"/>
                </a:buClr>
                <a:buFont typeface="Wingdings" pitchFamily="2" charset="2"/>
                <a:buChar char="§"/>
              </a:pPr>
              <a:r>
                <a:rPr lang="en-GB" sz="900" dirty="0">
                  <a:solidFill>
                    <a:schemeClr val="bg1"/>
                  </a:solidFill>
                  <a:latin typeface="Helvetica 55 Roman" panose="020B0604020202020204" pitchFamily="34" charset="0"/>
                </a:rPr>
                <a:t>Security Intelligence</a:t>
              </a:r>
            </a:p>
            <a:p>
              <a:pPr marL="128549" indent="-128549">
                <a:spcAft>
                  <a:spcPts val="150"/>
                </a:spcAft>
                <a:buClr>
                  <a:srgbClr val="4BB4E6"/>
                </a:buClr>
                <a:buFont typeface="Wingdings" pitchFamily="2" charset="2"/>
                <a:buChar char="§"/>
              </a:pPr>
              <a:r>
                <a:rPr lang="en-GB" sz="900" dirty="0">
                  <a:solidFill>
                    <a:schemeClr val="bg1"/>
                  </a:solidFill>
                  <a:latin typeface="Helvetica 55 Roman" panose="020B0604020202020204" pitchFamily="34" charset="0"/>
                </a:rPr>
                <a:t>Endpoint Security</a:t>
              </a:r>
            </a:p>
            <a:p>
              <a:pPr marL="128549" indent="-128549">
                <a:spcAft>
                  <a:spcPts val="150"/>
                </a:spcAft>
                <a:buClr>
                  <a:srgbClr val="4BB4E6"/>
                </a:buClr>
                <a:buFont typeface="Wingdings" pitchFamily="2" charset="2"/>
                <a:buChar char="§"/>
              </a:pPr>
              <a:r>
                <a:rPr lang="en-GB" sz="900" dirty="0">
                  <a:solidFill>
                    <a:schemeClr val="bg1"/>
                  </a:solidFill>
                  <a:latin typeface="Helvetica 55 Roman" panose="020B0604020202020204" pitchFamily="34" charset="0"/>
                </a:rPr>
                <a:t>Identity &amp; Access Management</a:t>
              </a:r>
            </a:p>
            <a:p>
              <a:pPr marL="128549" indent="-128549">
                <a:spcAft>
                  <a:spcPts val="150"/>
                </a:spcAft>
                <a:buClr>
                  <a:srgbClr val="4BB4E6"/>
                </a:buClr>
                <a:buFont typeface="Wingdings" pitchFamily="2" charset="2"/>
                <a:buChar char="§"/>
              </a:pPr>
              <a:r>
                <a:rPr lang="en-GB" sz="900" dirty="0">
                  <a:solidFill>
                    <a:schemeClr val="bg1"/>
                  </a:solidFill>
                  <a:latin typeface="Helvetica 55 Roman" panose="020B0604020202020204" pitchFamily="34" charset="0"/>
                  <a:cs typeface="Helvetica"/>
                </a:rPr>
                <a:t>Managed Vulnerability Scanning</a:t>
              </a:r>
              <a:endParaRPr lang="en-GB" sz="1013" dirty="0">
                <a:solidFill>
                  <a:schemeClr val="bg1"/>
                </a:solidFill>
                <a:latin typeface="Helvetica 55 Roman" panose="020B0604020202020204" pitchFamily="34" charset="0"/>
              </a:endParaRPr>
            </a:p>
          </p:txBody>
        </p:sp>
        <p:sp>
          <p:nvSpPr>
            <p:cNvPr id="13" name="TextBox 12">
              <a:extLst>
                <a:ext uri="{FF2B5EF4-FFF2-40B4-BE49-F238E27FC236}">
                  <a16:creationId xmlns:a16="http://schemas.microsoft.com/office/drawing/2014/main" id="{31C7526C-0400-4EC7-B008-C873D52A6168}"/>
                </a:ext>
              </a:extLst>
            </p:cNvPr>
            <p:cNvSpPr txBox="1"/>
            <p:nvPr/>
          </p:nvSpPr>
          <p:spPr>
            <a:xfrm>
              <a:off x="7577571" y="4992456"/>
              <a:ext cx="1846827" cy="1454461"/>
            </a:xfrm>
            <a:prstGeom prst="rect">
              <a:avLst/>
            </a:prstGeom>
            <a:noFill/>
          </p:spPr>
          <p:txBody>
            <a:bodyPr wrap="square" lIns="26992" tIns="26992" rIns="26992" bIns="26992" rtlCol="0" anchor="t">
              <a:noAutofit/>
            </a:bodyPr>
            <a:lstStyle/>
            <a:p>
              <a:pPr marL="128549" indent="-128549">
                <a:spcAft>
                  <a:spcPts val="150"/>
                </a:spcAft>
                <a:buClr>
                  <a:srgbClr val="50BE87"/>
                </a:buClr>
                <a:buFont typeface="Wingdings" pitchFamily="2" charset="2"/>
                <a:buChar char="§"/>
              </a:pPr>
              <a:r>
                <a:rPr lang="en-US" sz="900" dirty="0">
                  <a:solidFill>
                    <a:schemeClr val="bg1"/>
                  </a:solidFill>
                  <a:latin typeface="Helvetica 55 Roman" panose="020B0604020202020204" pitchFamily="34" charset="0"/>
                </a:rPr>
                <a:t>Managed Threat Detection</a:t>
              </a:r>
            </a:p>
            <a:p>
              <a:pPr marL="333275" lvl="1" indent="-129501">
                <a:spcAft>
                  <a:spcPts val="150"/>
                </a:spcAft>
                <a:buClr>
                  <a:srgbClr val="50BE87"/>
                </a:buClr>
                <a:buFont typeface="Wingdings" pitchFamily="2" charset="2"/>
                <a:buChar char="§"/>
              </a:pPr>
              <a:r>
                <a:rPr lang="en-US" sz="825" dirty="0">
                  <a:solidFill>
                    <a:schemeClr val="bg1"/>
                  </a:solidFill>
                  <a:latin typeface="Helvetica 55 Roman" panose="020B0604020202020204" pitchFamily="34" charset="0"/>
                </a:rPr>
                <a:t>Log based (SIEM)</a:t>
              </a:r>
              <a:endParaRPr lang="en-US" sz="825" dirty="0">
                <a:solidFill>
                  <a:schemeClr val="bg1"/>
                </a:solidFill>
                <a:latin typeface="Helvetica 55 Roman" panose="020B0604020202020204" pitchFamily="34" charset="0"/>
                <a:cs typeface="Helvetica" pitchFamily="2" charset="0"/>
              </a:endParaRPr>
            </a:p>
            <a:p>
              <a:pPr marL="333275" lvl="1" indent="-129501">
                <a:spcAft>
                  <a:spcPts val="150"/>
                </a:spcAft>
                <a:buClr>
                  <a:srgbClr val="50BE87"/>
                </a:buClr>
                <a:buFont typeface="Wingdings" pitchFamily="2" charset="2"/>
                <a:buChar char="§"/>
              </a:pPr>
              <a:r>
                <a:rPr lang="en-US" sz="825" dirty="0">
                  <a:solidFill>
                    <a:schemeClr val="bg1"/>
                  </a:solidFill>
                  <a:latin typeface="Helvetica 55 Roman" panose="020B0604020202020204" pitchFamily="34" charset="0"/>
                </a:rPr>
                <a:t>Network based</a:t>
              </a:r>
              <a:endParaRPr lang="en-US" sz="825" dirty="0">
                <a:solidFill>
                  <a:schemeClr val="bg1"/>
                </a:solidFill>
                <a:latin typeface="Helvetica 55 Roman" panose="020B0604020202020204" pitchFamily="34" charset="0"/>
                <a:cs typeface="Helvetica" pitchFamily="2" charset="0"/>
              </a:endParaRPr>
            </a:p>
            <a:p>
              <a:pPr marL="333275" lvl="1" indent="-129501">
                <a:spcAft>
                  <a:spcPts val="150"/>
                </a:spcAft>
                <a:buClr>
                  <a:srgbClr val="50BE87"/>
                </a:buClr>
                <a:buFont typeface="Wingdings" pitchFamily="2" charset="2"/>
                <a:buChar char="§"/>
              </a:pPr>
              <a:r>
                <a:rPr lang="en-US" sz="825" dirty="0">
                  <a:solidFill>
                    <a:schemeClr val="bg1"/>
                  </a:solidFill>
                  <a:latin typeface="Helvetica 55 Roman" panose="020B0604020202020204" pitchFamily="34" charset="0"/>
                  <a:cs typeface="Helvetica"/>
                </a:rPr>
                <a:t>Endpoint based</a:t>
              </a:r>
            </a:p>
            <a:p>
              <a:pPr>
                <a:spcAft>
                  <a:spcPts val="150"/>
                </a:spcAft>
                <a:buClr>
                  <a:schemeClr val="accent4"/>
                </a:buClr>
              </a:pPr>
              <a:endParaRPr lang="en-US" sz="900" dirty="0">
                <a:solidFill>
                  <a:schemeClr val="bg1"/>
                </a:solidFill>
                <a:latin typeface="Helvetica" pitchFamily="2" charset="0"/>
                <a:cs typeface="Helvetica"/>
              </a:endParaRPr>
            </a:p>
          </p:txBody>
        </p:sp>
        <p:sp>
          <p:nvSpPr>
            <p:cNvPr id="14" name="TextBox 13">
              <a:extLst>
                <a:ext uri="{FF2B5EF4-FFF2-40B4-BE49-F238E27FC236}">
                  <a16:creationId xmlns:a16="http://schemas.microsoft.com/office/drawing/2014/main" id="{CE913BEA-47E5-4B09-90C4-DC2EFB999372}"/>
                </a:ext>
              </a:extLst>
            </p:cNvPr>
            <p:cNvSpPr txBox="1"/>
            <p:nvPr/>
          </p:nvSpPr>
          <p:spPr>
            <a:xfrm>
              <a:off x="9500019" y="4998543"/>
              <a:ext cx="1846827" cy="1448932"/>
            </a:xfrm>
            <a:prstGeom prst="rect">
              <a:avLst/>
            </a:prstGeom>
            <a:solidFill>
              <a:schemeClr val="tx1"/>
            </a:solidFill>
          </p:spPr>
          <p:txBody>
            <a:bodyPr wrap="square" lIns="26992" tIns="26992" rIns="26992" bIns="26992" rtlCol="0" anchor="t">
              <a:noAutofit/>
            </a:bodyPr>
            <a:lstStyle/>
            <a:p>
              <a:pPr marL="128549" indent="-128549">
                <a:spcAft>
                  <a:spcPts val="150"/>
                </a:spcAft>
                <a:buClr>
                  <a:srgbClr val="FFB4E6"/>
                </a:buClr>
                <a:buFont typeface="Wingdings" pitchFamily="2" charset="2"/>
                <a:buChar char="§"/>
              </a:pPr>
              <a:r>
                <a:rPr lang="en-GB" sz="900" dirty="0">
                  <a:solidFill>
                    <a:schemeClr val="bg1"/>
                  </a:solidFill>
                  <a:latin typeface="Helvetica 55 Roman" panose="020B0604020202020204" pitchFamily="34" charset="0"/>
                </a:rPr>
                <a:t>Incident response</a:t>
              </a:r>
            </a:p>
            <a:p>
              <a:pPr marL="333275" lvl="1" indent="-129501">
                <a:spcAft>
                  <a:spcPts val="150"/>
                </a:spcAft>
                <a:buClr>
                  <a:srgbClr val="FFB4E6"/>
                </a:buClr>
                <a:buFont typeface="Wingdings" pitchFamily="2" charset="2"/>
                <a:buChar char="§"/>
              </a:pPr>
              <a:r>
                <a:rPr lang="en-GB" sz="825" dirty="0">
                  <a:solidFill>
                    <a:schemeClr val="bg1"/>
                  </a:solidFill>
                  <a:latin typeface="Helvetica 55 Roman" panose="020B0604020202020204" pitchFamily="34" charset="0"/>
                  <a:cs typeface="Helvetica"/>
                </a:rPr>
                <a:t>Retainer</a:t>
              </a:r>
            </a:p>
            <a:p>
              <a:pPr marL="333275" lvl="1" indent="-129740">
                <a:spcAft>
                  <a:spcPts val="150"/>
                </a:spcAft>
                <a:buClr>
                  <a:srgbClr val="FFB4E6"/>
                </a:buClr>
                <a:buFont typeface="Wingdings" pitchFamily="2" charset="2"/>
                <a:buChar char="§"/>
              </a:pPr>
              <a:r>
                <a:rPr lang="en-GB" sz="825" dirty="0">
                  <a:solidFill>
                    <a:schemeClr val="bg1"/>
                  </a:solidFill>
                  <a:latin typeface="Helvetica 55 Roman" panose="020B0604020202020204" pitchFamily="34" charset="0"/>
                </a:rPr>
                <a:t>Emergency Response</a:t>
              </a:r>
            </a:p>
            <a:p>
              <a:pPr marL="333275" lvl="1" indent="-129501">
                <a:spcAft>
                  <a:spcPts val="150"/>
                </a:spcAft>
                <a:buClr>
                  <a:srgbClr val="FFB4E6"/>
                </a:buClr>
                <a:buFont typeface="Wingdings" pitchFamily="2" charset="2"/>
                <a:buChar char="§"/>
              </a:pPr>
              <a:r>
                <a:rPr lang="en-GB" sz="825" dirty="0">
                  <a:solidFill>
                    <a:schemeClr val="bg1"/>
                  </a:solidFill>
                  <a:latin typeface="Helvetica 55 Roman" panose="020B0604020202020204" pitchFamily="34" charset="0"/>
                  <a:cs typeface="Helvetica"/>
                </a:rPr>
                <a:t>Incident Response Consulting</a:t>
              </a:r>
            </a:p>
            <a:p>
              <a:pPr marL="128549" indent="-128549">
                <a:spcAft>
                  <a:spcPts val="150"/>
                </a:spcAft>
                <a:buClr>
                  <a:srgbClr val="FFB4E6"/>
                </a:buClr>
                <a:buFont typeface="Wingdings" pitchFamily="2" charset="2"/>
                <a:buChar char="§"/>
              </a:pPr>
              <a:r>
                <a:rPr lang="en-GB" sz="900" dirty="0">
                  <a:solidFill>
                    <a:schemeClr val="bg1"/>
                  </a:solidFill>
                  <a:latin typeface="Helvetica 55 Roman" panose="020B0604020202020204" pitchFamily="34" charset="0"/>
                </a:rPr>
                <a:t>Digital forensics</a:t>
              </a:r>
            </a:p>
            <a:p>
              <a:pPr marL="128549" indent="-128549">
                <a:spcAft>
                  <a:spcPts val="150"/>
                </a:spcAft>
                <a:buClr>
                  <a:srgbClr val="FFB4E6"/>
                </a:buClr>
                <a:buFont typeface="Wingdings" pitchFamily="2" charset="2"/>
                <a:buChar char="§"/>
              </a:pPr>
              <a:r>
                <a:rPr lang="en-GB" sz="900" dirty="0">
                  <a:solidFill>
                    <a:schemeClr val="bg1"/>
                  </a:solidFill>
                  <a:latin typeface="Helvetica 55 Roman" panose="020B0604020202020204" pitchFamily="34" charset="0"/>
                </a:rPr>
                <a:t>Malware Analysis</a:t>
              </a:r>
            </a:p>
            <a:p>
              <a:pPr marL="128549" indent="-128549">
                <a:spcAft>
                  <a:spcPts val="150"/>
                </a:spcAft>
                <a:buClr>
                  <a:srgbClr val="FFB4E6"/>
                </a:buClr>
                <a:buFont typeface="Wingdings" pitchFamily="2" charset="2"/>
                <a:buChar char="§"/>
              </a:pPr>
              <a:r>
                <a:rPr lang="en-GB" sz="900" dirty="0">
                  <a:solidFill>
                    <a:schemeClr val="bg1"/>
                  </a:solidFill>
                  <a:latin typeface="Helvetica 55 Roman" panose="020B0604020202020204" pitchFamily="34" charset="0"/>
                  <a:cs typeface="Helvetica"/>
                </a:rPr>
                <a:t>Endpoint Quarantine</a:t>
              </a:r>
            </a:p>
            <a:p>
              <a:pPr marL="128549" indent="-128549">
                <a:spcAft>
                  <a:spcPts val="150"/>
                </a:spcAft>
                <a:buClr>
                  <a:schemeClr val="accent5">
                    <a:lumMod val="90000"/>
                  </a:schemeClr>
                </a:buClr>
                <a:buFont typeface="Wingdings" pitchFamily="2" charset="2"/>
                <a:buChar char="§"/>
              </a:pPr>
              <a:endParaRPr lang="en-GB" sz="900" dirty="0">
                <a:solidFill>
                  <a:schemeClr val="bg1"/>
                </a:solidFill>
                <a:latin typeface="Helvetica" pitchFamily="2" charset="0"/>
                <a:cs typeface="Helvetica"/>
              </a:endParaRPr>
            </a:p>
          </p:txBody>
        </p:sp>
      </p:grpSp>
      <p:sp>
        <p:nvSpPr>
          <p:cNvPr id="15" name="Title 4">
            <a:extLst>
              <a:ext uri="{FF2B5EF4-FFF2-40B4-BE49-F238E27FC236}">
                <a16:creationId xmlns:a16="http://schemas.microsoft.com/office/drawing/2014/main" id="{7AAAE50B-06D9-43A0-A481-81CBBD60129A}"/>
              </a:ext>
            </a:extLst>
          </p:cNvPr>
          <p:cNvSpPr txBox="1">
            <a:spLocks/>
          </p:cNvSpPr>
          <p:nvPr/>
        </p:nvSpPr>
        <p:spPr bwMode="auto">
          <a:xfrm>
            <a:off x="294327" y="349662"/>
            <a:ext cx="8468286" cy="89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defTabSz="685800" rtl="0" eaLnBrk="1" latinLnBrk="0" hangingPunct="1">
              <a:lnSpc>
                <a:spcPct val="90000"/>
              </a:lnSpc>
              <a:spcBef>
                <a:spcPct val="0"/>
              </a:spcBef>
              <a:buNone/>
              <a:defRPr lang="fr-FR" altLang="en-US" sz="2800" b="1" i="0" kern="1200" noProof="0">
                <a:solidFill>
                  <a:srgbClr val="FF7900"/>
                </a:solidFill>
                <a:latin typeface="Arial" panose="020B0604020202020204" pitchFamily="34" charset="0"/>
                <a:ea typeface="Arial Unicode MS" panose="020B0604020202020204" pitchFamily="34" charset="-128"/>
                <a:cs typeface="Arial" panose="020B0604020202020204" pitchFamily="34" charset="0"/>
              </a:defRPr>
            </a:lvl1pPr>
          </a:lstStyle>
          <a:p>
            <a:r>
              <a:rPr lang="en-US" sz="3199" dirty="0">
                <a:solidFill>
                  <a:schemeClr val="bg1"/>
                </a:solidFill>
                <a:latin typeface="+mj-lt"/>
                <a:ea typeface="Arial Unicode MS"/>
                <a:cs typeface="Arial"/>
              </a:rPr>
              <a:t>A holistic portfolio and experience to enable your business.</a:t>
            </a:r>
          </a:p>
        </p:txBody>
      </p:sp>
      <p:pic>
        <p:nvPicPr>
          <p:cNvPr id="6" name="Grafik 5" descr="Ein Bild, das Text, ClipArt enthält.&#10;&#10;Automatisch generierte Beschreibung">
            <a:extLst>
              <a:ext uri="{FF2B5EF4-FFF2-40B4-BE49-F238E27FC236}">
                <a16:creationId xmlns:a16="http://schemas.microsoft.com/office/drawing/2014/main" id="{28EA6FDF-7DF3-4DEB-8C56-577DB845E6F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6290" b="4010"/>
          <a:stretch/>
        </p:blipFill>
        <p:spPr>
          <a:xfrm>
            <a:off x="994471" y="1336828"/>
            <a:ext cx="6994258" cy="1988820"/>
          </a:xfrm>
          <a:prstGeom prst="rect">
            <a:avLst/>
          </a:prstGeom>
        </p:spPr>
      </p:pic>
    </p:spTree>
    <p:extLst>
      <p:ext uri="{BB962C8B-B14F-4D97-AF65-F5344CB8AC3E}">
        <p14:creationId xmlns:p14="http://schemas.microsoft.com/office/powerpoint/2010/main" val="1052918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rafik 4">
            <a:extLst>
              <a:ext uri="{FF2B5EF4-FFF2-40B4-BE49-F238E27FC236}">
                <a16:creationId xmlns:a16="http://schemas.microsoft.com/office/drawing/2014/main" id="{D857FCD6-1225-4A70-AA95-C8C84051BCA7}"/>
              </a:ext>
            </a:extLst>
          </p:cNvPr>
          <p:cNvSpPr/>
          <p:nvPr/>
        </p:nvSpPr>
        <p:spPr>
          <a:xfrm>
            <a:off x="850423" y="1042186"/>
            <a:ext cx="2650478" cy="3869077"/>
          </a:xfrm>
          <a:custGeom>
            <a:avLst/>
            <a:gdLst>
              <a:gd name="connsiteX0" fmla="*/ 0 w 6001406"/>
              <a:gd name="connsiteY0" fmla="*/ 240323 h 5324721"/>
              <a:gd name="connsiteX1" fmla="*/ 1845153 w 6001406"/>
              <a:gd name="connsiteY1" fmla="*/ 1938237 h 5324721"/>
              <a:gd name="connsiteX2" fmla="*/ 3410737 w 6001406"/>
              <a:gd name="connsiteY2" fmla="*/ 1900961 h 5324721"/>
              <a:gd name="connsiteX3" fmla="*/ 4871949 w 6001406"/>
              <a:gd name="connsiteY3" fmla="*/ 242187 h 5324721"/>
              <a:gd name="connsiteX4" fmla="*/ 5777751 w 6001406"/>
              <a:gd name="connsiteY4" fmla="*/ 826 h 5324721"/>
              <a:gd name="connsiteX5" fmla="*/ 6001406 w 6001406"/>
              <a:gd name="connsiteY5" fmla="*/ 512437 h 5324721"/>
              <a:gd name="connsiteX6" fmla="*/ 5777751 w 6001406"/>
              <a:gd name="connsiteY6" fmla="*/ 1011933 h 5324721"/>
              <a:gd name="connsiteX7" fmla="*/ 4848652 w 6001406"/>
              <a:gd name="connsiteY7" fmla="*/ 1114441 h 5324721"/>
              <a:gd name="connsiteX8" fmla="*/ 3970806 w 6001406"/>
              <a:gd name="connsiteY8" fmla="*/ 1945692 h 5324721"/>
              <a:gd name="connsiteX9" fmla="*/ 4865426 w 6001406"/>
              <a:gd name="connsiteY9" fmla="*/ 1205767 h 5324721"/>
              <a:gd name="connsiteX10" fmla="*/ 5776820 w 6001406"/>
              <a:gd name="connsiteY10" fmla="*/ 1103258 h 5324721"/>
              <a:gd name="connsiteX11" fmla="*/ 6000475 w 6001406"/>
              <a:gd name="connsiteY11" fmla="*/ 1583184 h 5324721"/>
              <a:gd name="connsiteX12" fmla="*/ 5776820 w 6001406"/>
              <a:gd name="connsiteY12" fmla="*/ 2097591 h 5324721"/>
              <a:gd name="connsiteX13" fmla="*/ 4872881 w 6001406"/>
              <a:gd name="connsiteY13" fmla="*/ 2144186 h 5324721"/>
              <a:gd name="connsiteX14" fmla="*/ 3969874 w 6001406"/>
              <a:gd name="connsiteY14" fmla="*/ 2432141 h 5324721"/>
              <a:gd name="connsiteX15" fmla="*/ 4860766 w 6001406"/>
              <a:gd name="connsiteY15" fmla="*/ 2209418 h 5324721"/>
              <a:gd name="connsiteX16" fmla="*/ 5775887 w 6001406"/>
              <a:gd name="connsiteY16" fmla="*/ 2165619 h 5324721"/>
              <a:gd name="connsiteX17" fmla="*/ 5999542 w 6001406"/>
              <a:gd name="connsiteY17" fmla="*/ 2673502 h 5324721"/>
              <a:gd name="connsiteX18" fmla="*/ 5770296 w 6001406"/>
              <a:gd name="connsiteY18" fmla="*/ 3176725 h 5324721"/>
              <a:gd name="connsiteX19" fmla="*/ 4868222 w 6001406"/>
              <a:gd name="connsiteY19" fmla="*/ 3145973 h 5324721"/>
              <a:gd name="connsiteX20" fmla="*/ 3969874 w 6001406"/>
              <a:gd name="connsiteY20" fmla="*/ 2999665 h 5324721"/>
              <a:gd name="connsiteX21" fmla="*/ 4857039 w 6001406"/>
              <a:gd name="connsiteY21" fmla="*/ 3195363 h 5324721"/>
              <a:gd name="connsiteX22" fmla="*/ 5764705 w 6001406"/>
              <a:gd name="connsiteY22" fmla="*/ 3255937 h 5324721"/>
              <a:gd name="connsiteX23" fmla="*/ 5999542 w 6001406"/>
              <a:gd name="connsiteY23" fmla="*/ 3756364 h 5324721"/>
              <a:gd name="connsiteX24" fmla="*/ 5777751 w 6001406"/>
              <a:gd name="connsiteY24" fmla="*/ 4240018 h 5324721"/>
              <a:gd name="connsiteX25" fmla="*/ 4866358 w 6001406"/>
              <a:gd name="connsiteY25" fmla="*/ 4182240 h 5324721"/>
              <a:gd name="connsiteX26" fmla="*/ 3971738 w 6001406"/>
              <a:gd name="connsiteY26" fmla="*/ 3559734 h 5324721"/>
              <a:gd name="connsiteX27" fmla="*/ 4866358 w 6001406"/>
              <a:gd name="connsiteY27" fmla="*/ 4296864 h 5324721"/>
              <a:gd name="connsiteX28" fmla="*/ 5777751 w 6001406"/>
              <a:gd name="connsiteY28" fmla="*/ 4337867 h 5324721"/>
              <a:gd name="connsiteX29" fmla="*/ 6001406 w 6001406"/>
              <a:gd name="connsiteY29" fmla="*/ 4766539 h 5324721"/>
              <a:gd name="connsiteX30" fmla="*/ 5765637 w 6001406"/>
              <a:gd name="connsiteY30" fmla="*/ 5314493 h 5324721"/>
              <a:gd name="connsiteX31" fmla="*/ 4866358 w 6001406"/>
              <a:gd name="connsiteY31" fmla="*/ 5184960 h 5324721"/>
              <a:gd name="connsiteX32" fmla="*/ 3401418 w 6001406"/>
              <a:gd name="connsiteY32" fmla="*/ 3624967 h 5324721"/>
              <a:gd name="connsiteX33" fmla="*/ 1863791 w 6001406"/>
              <a:gd name="connsiteY33" fmla="*/ 3513140 h 5324721"/>
              <a:gd name="connsiteX34" fmla="*/ 0 w 6001406"/>
              <a:gd name="connsiteY34" fmla="*/ 5221304 h 5324721"/>
              <a:gd name="connsiteX35" fmla="*/ 0 w 6001406"/>
              <a:gd name="connsiteY35" fmla="*/ 1539385 h 5324721"/>
              <a:gd name="connsiteX36" fmla="*/ 1340997 w 6001406"/>
              <a:gd name="connsiteY36" fmla="*/ 2267196 h 5324721"/>
              <a:gd name="connsiteX37" fmla="*/ 0 w 6001406"/>
              <a:gd name="connsiteY37" fmla="*/ 1504905 h 5324721"/>
              <a:gd name="connsiteX38" fmla="*/ 0 w 6001406"/>
              <a:gd name="connsiteY38" fmla="*/ 240323 h 5324721"/>
              <a:gd name="connsiteX0" fmla="*/ 0 w 6001406"/>
              <a:gd name="connsiteY0" fmla="*/ 240323 h 5324721"/>
              <a:gd name="connsiteX1" fmla="*/ 1845153 w 6001406"/>
              <a:gd name="connsiteY1" fmla="*/ 1938237 h 5324721"/>
              <a:gd name="connsiteX2" fmla="*/ 3410737 w 6001406"/>
              <a:gd name="connsiteY2" fmla="*/ 1900961 h 5324721"/>
              <a:gd name="connsiteX3" fmla="*/ 4871949 w 6001406"/>
              <a:gd name="connsiteY3" fmla="*/ 242187 h 5324721"/>
              <a:gd name="connsiteX4" fmla="*/ 5777751 w 6001406"/>
              <a:gd name="connsiteY4" fmla="*/ 826 h 5324721"/>
              <a:gd name="connsiteX5" fmla="*/ 6001406 w 6001406"/>
              <a:gd name="connsiteY5" fmla="*/ 512437 h 5324721"/>
              <a:gd name="connsiteX6" fmla="*/ 5777751 w 6001406"/>
              <a:gd name="connsiteY6" fmla="*/ 1011933 h 5324721"/>
              <a:gd name="connsiteX7" fmla="*/ 4848652 w 6001406"/>
              <a:gd name="connsiteY7" fmla="*/ 1114441 h 5324721"/>
              <a:gd name="connsiteX8" fmla="*/ 3970806 w 6001406"/>
              <a:gd name="connsiteY8" fmla="*/ 1945692 h 5324721"/>
              <a:gd name="connsiteX9" fmla="*/ 4865426 w 6001406"/>
              <a:gd name="connsiteY9" fmla="*/ 1205767 h 5324721"/>
              <a:gd name="connsiteX10" fmla="*/ 5776820 w 6001406"/>
              <a:gd name="connsiteY10" fmla="*/ 1103258 h 5324721"/>
              <a:gd name="connsiteX11" fmla="*/ 6000475 w 6001406"/>
              <a:gd name="connsiteY11" fmla="*/ 1583184 h 5324721"/>
              <a:gd name="connsiteX12" fmla="*/ 5776820 w 6001406"/>
              <a:gd name="connsiteY12" fmla="*/ 2097591 h 5324721"/>
              <a:gd name="connsiteX13" fmla="*/ 4872881 w 6001406"/>
              <a:gd name="connsiteY13" fmla="*/ 2144186 h 5324721"/>
              <a:gd name="connsiteX14" fmla="*/ 3969874 w 6001406"/>
              <a:gd name="connsiteY14" fmla="*/ 2432141 h 5324721"/>
              <a:gd name="connsiteX15" fmla="*/ 4860766 w 6001406"/>
              <a:gd name="connsiteY15" fmla="*/ 2209418 h 5324721"/>
              <a:gd name="connsiteX16" fmla="*/ 5775887 w 6001406"/>
              <a:gd name="connsiteY16" fmla="*/ 2165619 h 5324721"/>
              <a:gd name="connsiteX17" fmla="*/ 5999542 w 6001406"/>
              <a:gd name="connsiteY17" fmla="*/ 2673502 h 5324721"/>
              <a:gd name="connsiteX18" fmla="*/ 5770296 w 6001406"/>
              <a:gd name="connsiteY18" fmla="*/ 3176725 h 5324721"/>
              <a:gd name="connsiteX19" fmla="*/ 4868222 w 6001406"/>
              <a:gd name="connsiteY19" fmla="*/ 3145973 h 5324721"/>
              <a:gd name="connsiteX20" fmla="*/ 3969874 w 6001406"/>
              <a:gd name="connsiteY20" fmla="*/ 2999665 h 5324721"/>
              <a:gd name="connsiteX21" fmla="*/ 4857039 w 6001406"/>
              <a:gd name="connsiteY21" fmla="*/ 3195363 h 5324721"/>
              <a:gd name="connsiteX22" fmla="*/ 5764705 w 6001406"/>
              <a:gd name="connsiteY22" fmla="*/ 3255937 h 5324721"/>
              <a:gd name="connsiteX23" fmla="*/ 5999542 w 6001406"/>
              <a:gd name="connsiteY23" fmla="*/ 3756364 h 5324721"/>
              <a:gd name="connsiteX24" fmla="*/ 5777751 w 6001406"/>
              <a:gd name="connsiteY24" fmla="*/ 4240018 h 5324721"/>
              <a:gd name="connsiteX25" fmla="*/ 4866358 w 6001406"/>
              <a:gd name="connsiteY25" fmla="*/ 4182240 h 5324721"/>
              <a:gd name="connsiteX26" fmla="*/ 3971738 w 6001406"/>
              <a:gd name="connsiteY26" fmla="*/ 3559734 h 5324721"/>
              <a:gd name="connsiteX27" fmla="*/ 4866358 w 6001406"/>
              <a:gd name="connsiteY27" fmla="*/ 4296864 h 5324721"/>
              <a:gd name="connsiteX28" fmla="*/ 5777751 w 6001406"/>
              <a:gd name="connsiteY28" fmla="*/ 4337867 h 5324721"/>
              <a:gd name="connsiteX29" fmla="*/ 6001406 w 6001406"/>
              <a:gd name="connsiteY29" fmla="*/ 4766539 h 5324721"/>
              <a:gd name="connsiteX30" fmla="*/ 5765637 w 6001406"/>
              <a:gd name="connsiteY30" fmla="*/ 5314493 h 5324721"/>
              <a:gd name="connsiteX31" fmla="*/ 4866358 w 6001406"/>
              <a:gd name="connsiteY31" fmla="*/ 5184960 h 5324721"/>
              <a:gd name="connsiteX32" fmla="*/ 3401418 w 6001406"/>
              <a:gd name="connsiteY32" fmla="*/ 3624967 h 5324721"/>
              <a:gd name="connsiteX33" fmla="*/ 1863791 w 6001406"/>
              <a:gd name="connsiteY33" fmla="*/ 3513140 h 5324721"/>
              <a:gd name="connsiteX34" fmla="*/ 0 w 6001406"/>
              <a:gd name="connsiteY34" fmla="*/ 5221304 h 5324721"/>
              <a:gd name="connsiteX35" fmla="*/ 0 w 6001406"/>
              <a:gd name="connsiteY35" fmla="*/ 1859816 h 5324721"/>
              <a:gd name="connsiteX36" fmla="*/ 1340997 w 6001406"/>
              <a:gd name="connsiteY36" fmla="*/ 2267196 h 5324721"/>
              <a:gd name="connsiteX37" fmla="*/ 0 w 6001406"/>
              <a:gd name="connsiteY37" fmla="*/ 1504905 h 5324721"/>
              <a:gd name="connsiteX38" fmla="*/ 0 w 6001406"/>
              <a:gd name="connsiteY38" fmla="*/ 240323 h 5324721"/>
              <a:gd name="connsiteX0" fmla="*/ 0 w 6001406"/>
              <a:gd name="connsiteY0" fmla="*/ 240323 h 5324721"/>
              <a:gd name="connsiteX1" fmla="*/ 1845153 w 6001406"/>
              <a:gd name="connsiteY1" fmla="*/ 1938237 h 5324721"/>
              <a:gd name="connsiteX2" fmla="*/ 3410737 w 6001406"/>
              <a:gd name="connsiteY2" fmla="*/ 1900961 h 5324721"/>
              <a:gd name="connsiteX3" fmla="*/ 4871949 w 6001406"/>
              <a:gd name="connsiteY3" fmla="*/ 242187 h 5324721"/>
              <a:gd name="connsiteX4" fmla="*/ 5777751 w 6001406"/>
              <a:gd name="connsiteY4" fmla="*/ 826 h 5324721"/>
              <a:gd name="connsiteX5" fmla="*/ 6001406 w 6001406"/>
              <a:gd name="connsiteY5" fmla="*/ 512437 h 5324721"/>
              <a:gd name="connsiteX6" fmla="*/ 5777751 w 6001406"/>
              <a:gd name="connsiteY6" fmla="*/ 1011933 h 5324721"/>
              <a:gd name="connsiteX7" fmla="*/ 4848652 w 6001406"/>
              <a:gd name="connsiteY7" fmla="*/ 1114441 h 5324721"/>
              <a:gd name="connsiteX8" fmla="*/ 3970806 w 6001406"/>
              <a:gd name="connsiteY8" fmla="*/ 1945692 h 5324721"/>
              <a:gd name="connsiteX9" fmla="*/ 4865426 w 6001406"/>
              <a:gd name="connsiteY9" fmla="*/ 1205767 h 5324721"/>
              <a:gd name="connsiteX10" fmla="*/ 5776820 w 6001406"/>
              <a:gd name="connsiteY10" fmla="*/ 1103258 h 5324721"/>
              <a:gd name="connsiteX11" fmla="*/ 6000475 w 6001406"/>
              <a:gd name="connsiteY11" fmla="*/ 1583184 h 5324721"/>
              <a:gd name="connsiteX12" fmla="*/ 5776820 w 6001406"/>
              <a:gd name="connsiteY12" fmla="*/ 2097591 h 5324721"/>
              <a:gd name="connsiteX13" fmla="*/ 4872881 w 6001406"/>
              <a:gd name="connsiteY13" fmla="*/ 2144186 h 5324721"/>
              <a:gd name="connsiteX14" fmla="*/ 3969874 w 6001406"/>
              <a:gd name="connsiteY14" fmla="*/ 2432141 h 5324721"/>
              <a:gd name="connsiteX15" fmla="*/ 4860766 w 6001406"/>
              <a:gd name="connsiteY15" fmla="*/ 2209418 h 5324721"/>
              <a:gd name="connsiteX16" fmla="*/ 5775887 w 6001406"/>
              <a:gd name="connsiteY16" fmla="*/ 2165619 h 5324721"/>
              <a:gd name="connsiteX17" fmla="*/ 5999542 w 6001406"/>
              <a:gd name="connsiteY17" fmla="*/ 2673502 h 5324721"/>
              <a:gd name="connsiteX18" fmla="*/ 5770296 w 6001406"/>
              <a:gd name="connsiteY18" fmla="*/ 3176725 h 5324721"/>
              <a:gd name="connsiteX19" fmla="*/ 4868222 w 6001406"/>
              <a:gd name="connsiteY19" fmla="*/ 3145973 h 5324721"/>
              <a:gd name="connsiteX20" fmla="*/ 3969874 w 6001406"/>
              <a:gd name="connsiteY20" fmla="*/ 2999665 h 5324721"/>
              <a:gd name="connsiteX21" fmla="*/ 4857039 w 6001406"/>
              <a:gd name="connsiteY21" fmla="*/ 3195363 h 5324721"/>
              <a:gd name="connsiteX22" fmla="*/ 5764705 w 6001406"/>
              <a:gd name="connsiteY22" fmla="*/ 3255937 h 5324721"/>
              <a:gd name="connsiteX23" fmla="*/ 5999542 w 6001406"/>
              <a:gd name="connsiteY23" fmla="*/ 3756364 h 5324721"/>
              <a:gd name="connsiteX24" fmla="*/ 5777751 w 6001406"/>
              <a:gd name="connsiteY24" fmla="*/ 4240018 h 5324721"/>
              <a:gd name="connsiteX25" fmla="*/ 4866358 w 6001406"/>
              <a:gd name="connsiteY25" fmla="*/ 4182240 h 5324721"/>
              <a:gd name="connsiteX26" fmla="*/ 3971738 w 6001406"/>
              <a:gd name="connsiteY26" fmla="*/ 3559734 h 5324721"/>
              <a:gd name="connsiteX27" fmla="*/ 4866358 w 6001406"/>
              <a:gd name="connsiteY27" fmla="*/ 4296864 h 5324721"/>
              <a:gd name="connsiteX28" fmla="*/ 5777751 w 6001406"/>
              <a:gd name="connsiteY28" fmla="*/ 4337867 h 5324721"/>
              <a:gd name="connsiteX29" fmla="*/ 6001406 w 6001406"/>
              <a:gd name="connsiteY29" fmla="*/ 4766539 h 5324721"/>
              <a:gd name="connsiteX30" fmla="*/ 5765637 w 6001406"/>
              <a:gd name="connsiteY30" fmla="*/ 5314493 h 5324721"/>
              <a:gd name="connsiteX31" fmla="*/ 4866358 w 6001406"/>
              <a:gd name="connsiteY31" fmla="*/ 5184960 h 5324721"/>
              <a:gd name="connsiteX32" fmla="*/ 3401418 w 6001406"/>
              <a:gd name="connsiteY32" fmla="*/ 3624967 h 5324721"/>
              <a:gd name="connsiteX33" fmla="*/ 1863791 w 6001406"/>
              <a:gd name="connsiteY33" fmla="*/ 3513140 h 5324721"/>
              <a:gd name="connsiteX34" fmla="*/ 0 w 6001406"/>
              <a:gd name="connsiteY34" fmla="*/ 5221304 h 5324721"/>
              <a:gd name="connsiteX35" fmla="*/ 0 w 6001406"/>
              <a:gd name="connsiteY35" fmla="*/ 1859816 h 5324721"/>
              <a:gd name="connsiteX36" fmla="*/ 1340997 w 6001406"/>
              <a:gd name="connsiteY36" fmla="*/ 2267196 h 5324721"/>
              <a:gd name="connsiteX37" fmla="*/ 7815 w 6001406"/>
              <a:gd name="connsiteY37" fmla="*/ 1731552 h 5324721"/>
              <a:gd name="connsiteX38" fmla="*/ 0 w 6001406"/>
              <a:gd name="connsiteY38" fmla="*/ 240323 h 5324721"/>
              <a:gd name="connsiteX0" fmla="*/ 7816 w 6009222"/>
              <a:gd name="connsiteY0" fmla="*/ 240323 h 5324721"/>
              <a:gd name="connsiteX1" fmla="*/ 1852969 w 6009222"/>
              <a:gd name="connsiteY1" fmla="*/ 1938237 h 5324721"/>
              <a:gd name="connsiteX2" fmla="*/ 3418553 w 6009222"/>
              <a:gd name="connsiteY2" fmla="*/ 1900961 h 5324721"/>
              <a:gd name="connsiteX3" fmla="*/ 4879765 w 6009222"/>
              <a:gd name="connsiteY3" fmla="*/ 242187 h 5324721"/>
              <a:gd name="connsiteX4" fmla="*/ 5785567 w 6009222"/>
              <a:gd name="connsiteY4" fmla="*/ 826 h 5324721"/>
              <a:gd name="connsiteX5" fmla="*/ 6009222 w 6009222"/>
              <a:gd name="connsiteY5" fmla="*/ 512437 h 5324721"/>
              <a:gd name="connsiteX6" fmla="*/ 5785567 w 6009222"/>
              <a:gd name="connsiteY6" fmla="*/ 1011933 h 5324721"/>
              <a:gd name="connsiteX7" fmla="*/ 4856468 w 6009222"/>
              <a:gd name="connsiteY7" fmla="*/ 1114441 h 5324721"/>
              <a:gd name="connsiteX8" fmla="*/ 3978622 w 6009222"/>
              <a:gd name="connsiteY8" fmla="*/ 1945692 h 5324721"/>
              <a:gd name="connsiteX9" fmla="*/ 4873242 w 6009222"/>
              <a:gd name="connsiteY9" fmla="*/ 1205767 h 5324721"/>
              <a:gd name="connsiteX10" fmla="*/ 5784636 w 6009222"/>
              <a:gd name="connsiteY10" fmla="*/ 1103258 h 5324721"/>
              <a:gd name="connsiteX11" fmla="*/ 6008291 w 6009222"/>
              <a:gd name="connsiteY11" fmla="*/ 1583184 h 5324721"/>
              <a:gd name="connsiteX12" fmla="*/ 5784636 w 6009222"/>
              <a:gd name="connsiteY12" fmla="*/ 2097591 h 5324721"/>
              <a:gd name="connsiteX13" fmla="*/ 4880697 w 6009222"/>
              <a:gd name="connsiteY13" fmla="*/ 2144186 h 5324721"/>
              <a:gd name="connsiteX14" fmla="*/ 3977690 w 6009222"/>
              <a:gd name="connsiteY14" fmla="*/ 2432141 h 5324721"/>
              <a:gd name="connsiteX15" fmla="*/ 4868582 w 6009222"/>
              <a:gd name="connsiteY15" fmla="*/ 2209418 h 5324721"/>
              <a:gd name="connsiteX16" fmla="*/ 5783703 w 6009222"/>
              <a:gd name="connsiteY16" fmla="*/ 2165619 h 5324721"/>
              <a:gd name="connsiteX17" fmla="*/ 6007358 w 6009222"/>
              <a:gd name="connsiteY17" fmla="*/ 2673502 h 5324721"/>
              <a:gd name="connsiteX18" fmla="*/ 5778112 w 6009222"/>
              <a:gd name="connsiteY18" fmla="*/ 3176725 h 5324721"/>
              <a:gd name="connsiteX19" fmla="*/ 4876038 w 6009222"/>
              <a:gd name="connsiteY19" fmla="*/ 3145973 h 5324721"/>
              <a:gd name="connsiteX20" fmla="*/ 3977690 w 6009222"/>
              <a:gd name="connsiteY20" fmla="*/ 2999665 h 5324721"/>
              <a:gd name="connsiteX21" fmla="*/ 4864855 w 6009222"/>
              <a:gd name="connsiteY21" fmla="*/ 3195363 h 5324721"/>
              <a:gd name="connsiteX22" fmla="*/ 5772521 w 6009222"/>
              <a:gd name="connsiteY22" fmla="*/ 3255937 h 5324721"/>
              <a:gd name="connsiteX23" fmla="*/ 6007358 w 6009222"/>
              <a:gd name="connsiteY23" fmla="*/ 3756364 h 5324721"/>
              <a:gd name="connsiteX24" fmla="*/ 5785567 w 6009222"/>
              <a:gd name="connsiteY24" fmla="*/ 4240018 h 5324721"/>
              <a:gd name="connsiteX25" fmla="*/ 4874174 w 6009222"/>
              <a:gd name="connsiteY25" fmla="*/ 4182240 h 5324721"/>
              <a:gd name="connsiteX26" fmla="*/ 3979554 w 6009222"/>
              <a:gd name="connsiteY26" fmla="*/ 3559734 h 5324721"/>
              <a:gd name="connsiteX27" fmla="*/ 4874174 w 6009222"/>
              <a:gd name="connsiteY27" fmla="*/ 4296864 h 5324721"/>
              <a:gd name="connsiteX28" fmla="*/ 5785567 w 6009222"/>
              <a:gd name="connsiteY28" fmla="*/ 4337867 h 5324721"/>
              <a:gd name="connsiteX29" fmla="*/ 6009222 w 6009222"/>
              <a:gd name="connsiteY29" fmla="*/ 4766539 h 5324721"/>
              <a:gd name="connsiteX30" fmla="*/ 5773453 w 6009222"/>
              <a:gd name="connsiteY30" fmla="*/ 5314493 h 5324721"/>
              <a:gd name="connsiteX31" fmla="*/ 4874174 w 6009222"/>
              <a:gd name="connsiteY31" fmla="*/ 5184960 h 5324721"/>
              <a:gd name="connsiteX32" fmla="*/ 3409234 w 6009222"/>
              <a:gd name="connsiteY32" fmla="*/ 3624967 h 5324721"/>
              <a:gd name="connsiteX33" fmla="*/ 1871607 w 6009222"/>
              <a:gd name="connsiteY33" fmla="*/ 3513140 h 5324721"/>
              <a:gd name="connsiteX34" fmla="*/ 7816 w 6009222"/>
              <a:gd name="connsiteY34" fmla="*/ 5221304 h 5324721"/>
              <a:gd name="connsiteX35" fmla="*/ 7816 w 6009222"/>
              <a:gd name="connsiteY35" fmla="*/ 1859816 h 5324721"/>
              <a:gd name="connsiteX36" fmla="*/ 1348813 w 6009222"/>
              <a:gd name="connsiteY36" fmla="*/ 2267196 h 5324721"/>
              <a:gd name="connsiteX37" fmla="*/ 0 w 6009222"/>
              <a:gd name="connsiteY37" fmla="*/ 1731552 h 5324721"/>
              <a:gd name="connsiteX38" fmla="*/ 7816 w 6009222"/>
              <a:gd name="connsiteY38" fmla="*/ 240323 h 5324721"/>
              <a:gd name="connsiteX0" fmla="*/ 3909 w 6009222"/>
              <a:gd name="connsiteY0" fmla="*/ 236415 h 5324721"/>
              <a:gd name="connsiteX1" fmla="*/ 1852969 w 6009222"/>
              <a:gd name="connsiteY1" fmla="*/ 1938237 h 5324721"/>
              <a:gd name="connsiteX2" fmla="*/ 3418553 w 6009222"/>
              <a:gd name="connsiteY2" fmla="*/ 1900961 h 5324721"/>
              <a:gd name="connsiteX3" fmla="*/ 4879765 w 6009222"/>
              <a:gd name="connsiteY3" fmla="*/ 242187 h 5324721"/>
              <a:gd name="connsiteX4" fmla="*/ 5785567 w 6009222"/>
              <a:gd name="connsiteY4" fmla="*/ 826 h 5324721"/>
              <a:gd name="connsiteX5" fmla="*/ 6009222 w 6009222"/>
              <a:gd name="connsiteY5" fmla="*/ 512437 h 5324721"/>
              <a:gd name="connsiteX6" fmla="*/ 5785567 w 6009222"/>
              <a:gd name="connsiteY6" fmla="*/ 1011933 h 5324721"/>
              <a:gd name="connsiteX7" fmla="*/ 4856468 w 6009222"/>
              <a:gd name="connsiteY7" fmla="*/ 1114441 h 5324721"/>
              <a:gd name="connsiteX8" fmla="*/ 3978622 w 6009222"/>
              <a:gd name="connsiteY8" fmla="*/ 1945692 h 5324721"/>
              <a:gd name="connsiteX9" fmla="*/ 4873242 w 6009222"/>
              <a:gd name="connsiteY9" fmla="*/ 1205767 h 5324721"/>
              <a:gd name="connsiteX10" fmla="*/ 5784636 w 6009222"/>
              <a:gd name="connsiteY10" fmla="*/ 1103258 h 5324721"/>
              <a:gd name="connsiteX11" fmla="*/ 6008291 w 6009222"/>
              <a:gd name="connsiteY11" fmla="*/ 1583184 h 5324721"/>
              <a:gd name="connsiteX12" fmla="*/ 5784636 w 6009222"/>
              <a:gd name="connsiteY12" fmla="*/ 2097591 h 5324721"/>
              <a:gd name="connsiteX13" fmla="*/ 4880697 w 6009222"/>
              <a:gd name="connsiteY13" fmla="*/ 2144186 h 5324721"/>
              <a:gd name="connsiteX14" fmla="*/ 3977690 w 6009222"/>
              <a:gd name="connsiteY14" fmla="*/ 2432141 h 5324721"/>
              <a:gd name="connsiteX15" fmla="*/ 4868582 w 6009222"/>
              <a:gd name="connsiteY15" fmla="*/ 2209418 h 5324721"/>
              <a:gd name="connsiteX16" fmla="*/ 5783703 w 6009222"/>
              <a:gd name="connsiteY16" fmla="*/ 2165619 h 5324721"/>
              <a:gd name="connsiteX17" fmla="*/ 6007358 w 6009222"/>
              <a:gd name="connsiteY17" fmla="*/ 2673502 h 5324721"/>
              <a:gd name="connsiteX18" fmla="*/ 5778112 w 6009222"/>
              <a:gd name="connsiteY18" fmla="*/ 3176725 h 5324721"/>
              <a:gd name="connsiteX19" fmla="*/ 4876038 w 6009222"/>
              <a:gd name="connsiteY19" fmla="*/ 3145973 h 5324721"/>
              <a:gd name="connsiteX20" fmla="*/ 3977690 w 6009222"/>
              <a:gd name="connsiteY20" fmla="*/ 2999665 h 5324721"/>
              <a:gd name="connsiteX21" fmla="*/ 4864855 w 6009222"/>
              <a:gd name="connsiteY21" fmla="*/ 3195363 h 5324721"/>
              <a:gd name="connsiteX22" fmla="*/ 5772521 w 6009222"/>
              <a:gd name="connsiteY22" fmla="*/ 3255937 h 5324721"/>
              <a:gd name="connsiteX23" fmla="*/ 6007358 w 6009222"/>
              <a:gd name="connsiteY23" fmla="*/ 3756364 h 5324721"/>
              <a:gd name="connsiteX24" fmla="*/ 5785567 w 6009222"/>
              <a:gd name="connsiteY24" fmla="*/ 4240018 h 5324721"/>
              <a:gd name="connsiteX25" fmla="*/ 4874174 w 6009222"/>
              <a:gd name="connsiteY25" fmla="*/ 4182240 h 5324721"/>
              <a:gd name="connsiteX26" fmla="*/ 3979554 w 6009222"/>
              <a:gd name="connsiteY26" fmla="*/ 3559734 h 5324721"/>
              <a:gd name="connsiteX27" fmla="*/ 4874174 w 6009222"/>
              <a:gd name="connsiteY27" fmla="*/ 4296864 h 5324721"/>
              <a:gd name="connsiteX28" fmla="*/ 5785567 w 6009222"/>
              <a:gd name="connsiteY28" fmla="*/ 4337867 h 5324721"/>
              <a:gd name="connsiteX29" fmla="*/ 6009222 w 6009222"/>
              <a:gd name="connsiteY29" fmla="*/ 4766539 h 5324721"/>
              <a:gd name="connsiteX30" fmla="*/ 5773453 w 6009222"/>
              <a:gd name="connsiteY30" fmla="*/ 5314493 h 5324721"/>
              <a:gd name="connsiteX31" fmla="*/ 4874174 w 6009222"/>
              <a:gd name="connsiteY31" fmla="*/ 5184960 h 5324721"/>
              <a:gd name="connsiteX32" fmla="*/ 3409234 w 6009222"/>
              <a:gd name="connsiteY32" fmla="*/ 3624967 h 5324721"/>
              <a:gd name="connsiteX33" fmla="*/ 1871607 w 6009222"/>
              <a:gd name="connsiteY33" fmla="*/ 3513140 h 5324721"/>
              <a:gd name="connsiteX34" fmla="*/ 7816 w 6009222"/>
              <a:gd name="connsiteY34" fmla="*/ 5221304 h 5324721"/>
              <a:gd name="connsiteX35" fmla="*/ 7816 w 6009222"/>
              <a:gd name="connsiteY35" fmla="*/ 1859816 h 5324721"/>
              <a:gd name="connsiteX36" fmla="*/ 1348813 w 6009222"/>
              <a:gd name="connsiteY36" fmla="*/ 2267196 h 5324721"/>
              <a:gd name="connsiteX37" fmla="*/ 0 w 6009222"/>
              <a:gd name="connsiteY37" fmla="*/ 1731552 h 5324721"/>
              <a:gd name="connsiteX38" fmla="*/ 3909 w 6009222"/>
              <a:gd name="connsiteY38" fmla="*/ 236415 h 5324721"/>
              <a:gd name="connsiteX0" fmla="*/ 3909 w 6009222"/>
              <a:gd name="connsiteY0" fmla="*/ 236415 h 5324721"/>
              <a:gd name="connsiteX1" fmla="*/ 1849061 w 6009222"/>
              <a:gd name="connsiteY1" fmla="*/ 1887437 h 5324721"/>
              <a:gd name="connsiteX2" fmla="*/ 3418553 w 6009222"/>
              <a:gd name="connsiteY2" fmla="*/ 1900961 h 5324721"/>
              <a:gd name="connsiteX3" fmla="*/ 4879765 w 6009222"/>
              <a:gd name="connsiteY3" fmla="*/ 242187 h 5324721"/>
              <a:gd name="connsiteX4" fmla="*/ 5785567 w 6009222"/>
              <a:gd name="connsiteY4" fmla="*/ 826 h 5324721"/>
              <a:gd name="connsiteX5" fmla="*/ 6009222 w 6009222"/>
              <a:gd name="connsiteY5" fmla="*/ 512437 h 5324721"/>
              <a:gd name="connsiteX6" fmla="*/ 5785567 w 6009222"/>
              <a:gd name="connsiteY6" fmla="*/ 1011933 h 5324721"/>
              <a:gd name="connsiteX7" fmla="*/ 4856468 w 6009222"/>
              <a:gd name="connsiteY7" fmla="*/ 1114441 h 5324721"/>
              <a:gd name="connsiteX8" fmla="*/ 3978622 w 6009222"/>
              <a:gd name="connsiteY8" fmla="*/ 1945692 h 5324721"/>
              <a:gd name="connsiteX9" fmla="*/ 4873242 w 6009222"/>
              <a:gd name="connsiteY9" fmla="*/ 1205767 h 5324721"/>
              <a:gd name="connsiteX10" fmla="*/ 5784636 w 6009222"/>
              <a:gd name="connsiteY10" fmla="*/ 1103258 h 5324721"/>
              <a:gd name="connsiteX11" fmla="*/ 6008291 w 6009222"/>
              <a:gd name="connsiteY11" fmla="*/ 1583184 h 5324721"/>
              <a:gd name="connsiteX12" fmla="*/ 5784636 w 6009222"/>
              <a:gd name="connsiteY12" fmla="*/ 2097591 h 5324721"/>
              <a:gd name="connsiteX13" fmla="*/ 4880697 w 6009222"/>
              <a:gd name="connsiteY13" fmla="*/ 2144186 h 5324721"/>
              <a:gd name="connsiteX14" fmla="*/ 3977690 w 6009222"/>
              <a:gd name="connsiteY14" fmla="*/ 2432141 h 5324721"/>
              <a:gd name="connsiteX15" fmla="*/ 4868582 w 6009222"/>
              <a:gd name="connsiteY15" fmla="*/ 2209418 h 5324721"/>
              <a:gd name="connsiteX16" fmla="*/ 5783703 w 6009222"/>
              <a:gd name="connsiteY16" fmla="*/ 2165619 h 5324721"/>
              <a:gd name="connsiteX17" fmla="*/ 6007358 w 6009222"/>
              <a:gd name="connsiteY17" fmla="*/ 2673502 h 5324721"/>
              <a:gd name="connsiteX18" fmla="*/ 5778112 w 6009222"/>
              <a:gd name="connsiteY18" fmla="*/ 3176725 h 5324721"/>
              <a:gd name="connsiteX19" fmla="*/ 4876038 w 6009222"/>
              <a:gd name="connsiteY19" fmla="*/ 3145973 h 5324721"/>
              <a:gd name="connsiteX20" fmla="*/ 3977690 w 6009222"/>
              <a:gd name="connsiteY20" fmla="*/ 2999665 h 5324721"/>
              <a:gd name="connsiteX21" fmla="*/ 4864855 w 6009222"/>
              <a:gd name="connsiteY21" fmla="*/ 3195363 h 5324721"/>
              <a:gd name="connsiteX22" fmla="*/ 5772521 w 6009222"/>
              <a:gd name="connsiteY22" fmla="*/ 3255937 h 5324721"/>
              <a:gd name="connsiteX23" fmla="*/ 6007358 w 6009222"/>
              <a:gd name="connsiteY23" fmla="*/ 3756364 h 5324721"/>
              <a:gd name="connsiteX24" fmla="*/ 5785567 w 6009222"/>
              <a:gd name="connsiteY24" fmla="*/ 4240018 h 5324721"/>
              <a:gd name="connsiteX25" fmla="*/ 4874174 w 6009222"/>
              <a:gd name="connsiteY25" fmla="*/ 4182240 h 5324721"/>
              <a:gd name="connsiteX26" fmla="*/ 3979554 w 6009222"/>
              <a:gd name="connsiteY26" fmla="*/ 3559734 h 5324721"/>
              <a:gd name="connsiteX27" fmla="*/ 4874174 w 6009222"/>
              <a:gd name="connsiteY27" fmla="*/ 4296864 h 5324721"/>
              <a:gd name="connsiteX28" fmla="*/ 5785567 w 6009222"/>
              <a:gd name="connsiteY28" fmla="*/ 4337867 h 5324721"/>
              <a:gd name="connsiteX29" fmla="*/ 6009222 w 6009222"/>
              <a:gd name="connsiteY29" fmla="*/ 4766539 h 5324721"/>
              <a:gd name="connsiteX30" fmla="*/ 5773453 w 6009222"/>
              <a:gd name="connsiteY30" fmla="*/ 5314493 h 5324721"/>
              <a:gd name="connsiteX31" fmla="*/ 4874174 w 6009222"/>
              <a:gd name="connsiteY31" fmla="*/ 5184960 h 5324721"/>
              <a:gd name="connsiteX32" fmla="*/ 3409234 w 6009222"/>
              <a:gd name="connsiteY32" fmla="*/ 3624967 h 5324721"/>
              <a:gd name="connsiteX33" fmla="*/ 1871607 w 6009222"/>
              <a:gd name="connsiteY33" fmla="*/ 3513140 h 5324721"/>
              <a:gd name="connsiteX34" fmla="*/ 7816 w 6009222"/>
              <a:gd name="connsiteY34" fmla="*/ 5221304 h 5324721"/>
              <a:gd name="connsiteX35" fmla="*/ 7816 w 6009222"/>
              <a:gd name="connsiteY35" fmla="*/ 1859816 h 5324721"/>
              <a:gd name="connsiteX36" fmla="*/ 1348813 w 6009222"/>
              <a:gd name="connsiteY36" fmla="*/ 2267196 h 5324721"/>
              <a:gd name="connsiteX37" fmla="*/ 0 w 6009222"/>
              <a:gd name="connsiteY37" fmla="*/ 1731552 h 5324721"/>
              <a:gd name="connsiteX38" fmla="*/ 3909 w 6009222"/>
              <a:gd name="connsiteY38" fmla="*/ 236415 h 5324721"/>
              <a:gd name="connsiteX0" fmla="*/ 3909 w 6009222"/>
              <a:gd name="connsiteY0" fmla="*/ 239746 h 5328052"/>
              <a:gd name="connsiteX1" fmla="*/ 1849061 w 6009222"/>
              <a:gd name="connsiteY1" fmla="*/ 1890768 h 5328052"/>
              <a:gd name="connsiteX2" fmla="*/ 3387292 w 6009222"/>
              <a:gd name="connsiteY2" fmla="*/ 1787062 h 5328052"/>
              <a:gd name="connsiteX3" fmla="*/ 4879765 w 6009222"/>
              <a:gd name="connsiteY3" fmla="*/ 245518 h 5328052"/>
              <a:gd name="connsiteX4" fmla="*/ 5785567 w 6009222"/>
              <a:gd name="connsiteY4" fmla="*/ 4157 h 5328052"/>
              <a:gd name="connsiteX5" fmla="*/ 6009222 w 6009222"/>
              <a:gd name="connsiteY5" fmla="*/ 515768 h 5328052"/>
              <a:gd name="connsiteX6" fmla="*/ 5785567 w 6009222"/>
              <a:gd name="connsiteY6" fmla="*/ 1015264 h 5328052"/>
              <a:gd name="connsiteX7" fmla="*/ 4856468 w 6009222"/>
              <a:gd name="connsiteY7" fmla="*/ 1117772 h 5328052"/>
              <a:gd name="connsiteX8" fmla="*/ 3978622 w 6009222"/>
              <a:gd name="connsiteY8" fmla="*/ 1949023 h 5328052"/>
              <a:gd name="connsiteX9" fmla="*/ 4873242 w 6009222"/>
              <a:gd name="connsiteY9" fmla="*/ 1209098 h 5328052"/>
              <a:gd name="connsiteX10" fmla="*/ 5784636 w 6009222"/>
              <a:gd name="connsiteY10" fmla="*/ 1106589 h 5328052"/>
              <a:gd name="connsiteX11" fmla="*/ 6008291 w 6009222"/>
              <a:gd name="connsiteY11" fmla="*/ 1586515 h 5328052"/>
              <a:gd name="connsiteX12" fmla="*/ 5784636 w 6009222"/>
              <a:gd name="connsiteY12" fmla="*/ 2100922 h 5328052"/>
              <a:gd name="connsiteX13" fmla="*/ 4880697 w 6009222"/>
              <a:gd name="connsiteY13" fmla="*/ 2147517 h 5328052"/>
              <a:gd name="connsiteX14" fmla="*/ 3977690 w 6009222"/>
              <a:gd name="connsiteY14" fmla="*/ 2435472 h 5328052"/>
              <a:gd name="connsiteX15" fmla="*/ 4868582 w 6009222"/>
              <a:gd name="connsiteY15" fmla="*/ 2212749 h 5328052"/>
              <a:gd name="connsiteX16" fmla="*/ 5783703 w 6009222"/>
              <a:gd name="connsiteY16" fmla="*/ 2168950 h 5328052"/>
              <a:gd name="connsiteX17" fmla="*/ 6007358 w 6009222"/>
              <a:gd name="connsiteY17" fmla="*/ 2676833 h 5328052"/>
              <a:gd name="connsiteX18" fmla="*/ 5778112 w 6009222"/>
              <a:gd name="connsiteY18" fmla="*/ 3180056 h 5328052"/>
              <a:gd name="connsiteX19" fmla="*/ 4876038 w 6009222"/>
              <a:gd name="connsiteY19" fmla="*/ 3149304 h 5328052"/>
              <a:gd name="connsiteX20" fmla="*/ 3977690 w 6009222"/>
              <a:gd name="connsiteY20" fmla="*/ 3002996 h 5328052"/>
              <a:gd name="connsiteX21" fmla="*/ 4864855 w 6009222"/>
              <a:gd name="connsiteY21" fmla="*/ 3198694 h 5328052"/>
              <a:gd name="connsiteX22" fmla="*/ 5772521 w 6009222"/>
              <a:gd name="connsiteY22" fmla="*/ 3259268 h 5328052"/>
              <a:gd name="connsiteX23" fmla="*/ 6007358 w 6009222"/>
              <a:gd name="connsiteY23" fmla="*/ 3759695 h 5328052"/>
              <a:gd name="connsiteX24" fmla="*/ 5785567 w 6009222"/>
              <a:gd name="connsiteY24" fmla="*/ 4243349 h 5328052"/>
              <a:gd name="connsiteX25" fmla="*/ 4874174 w 6009222"/>
              <a:gd name="connsiteY25" fmla="*/ 4185571 h 5328052"/>
              <a:gd name="connsiteX26" fmla="*/ 3979554 w 6009222"/>
              <a:gd name="connsiteY26" fmla="*/ 3563065 h 5328052"/>
              <a:gd name="connsiteX27" fmla="*/ 4874174 w 6009222"/>
              <a:gd name="connsiteY27" fmla="*/ 4300195 h 5328052"/>
              <a:gd name="connsiteX28" fmla="*/ 5785567 w 6009222"/>
              <a:gd name="connsiteY28" fmla="*/ 4341198 h 5328052"/>
              <a:gd name="connsiteX29" fmla="*/ 6009222 w 6009222"/>
              <a:gd name="connsiteY29" fmla="*/ 4769870 h 5328052"/>
              <a:gd name="connsiteX30" fmla="*/ 5773453 w 6009222"/>
              <a:gd name="connsiteY30" fmla="*/ 5317824 h 5328052"/>
              <a:gd name="connsiteX31" fmla="*/ 4874174 w 6009222"/>
              <a:gd name="connsiteY31" fmla="*/ 5188291 h 5328052"/>
              <a:gd name="connsiteX32" fmla="*/ 3409234 w 6009222"/>
              <a:gd name="connsiteY32" fmla="*/ 3628298 h 5328052"/>
              <a:gd name="connsiteX33" fmla="*/ 1871607 w 6009222"/>
              <a:gd name="connsiteY33" fmla="*/ 3516471 h 5328052"/>
              <a:gd name="connsiteX34" fmla="*/ 7816 w 6009222"/>
              <a:gd name="connsiteY34" fmla="*/ 5224635 h 5328052"/>
              <a:gd name="connsiteX35" fmla="*/ 7816 w 6009222"/>
              <a:gd name="connsiteY35" fmla="*/ 1863147 h 5328052"/>
              <a:gd name="connsiteX36" fmla="*/ 1348813 w 6009222"/>
              <a:gd name="connsiteY36" fmla="*/ 2270527 h 5328052"/>
              <a:gd name="connsiteX37" fmla="*/ 0 w 6009222"/>
              <a:gd name="connsiteY37" fmla="*/ 1734883 h 5328052"/>
              <a:gd name="connsiteX38" fmla="*/ 3909 w 6009222"/>
              <a:gd name="connsiteY38" fmla="*/ 239746 h 5328052"/>
              <a:gd name="connsiteX0" fmla="*/ 3909 w 6009222"/>
              <a:gd name="connsiteY0" fmla="*/ 239746 h 5328052"/>
              <a:gd name="connsiteX1" fmla="*/ 1849061 w 6009222"/>
              <a:gd name="connsiteY1" fmla="*/ 1890768 h 5328052"/>
              <a:gd name="connsiteX2" fmla="*/ 3387292 w 6009222"/>
              <a:gd name="connsiteY2" fmla="*/ 1787062 h 5328052"/>
              <a:gd name="connsiteX3" fmla="*/ 4879765 w 6009222"/>
              <a:gd name="connsiteY3" fmla="*/ 245518 h 5328052"/>
              <a:gd name="connsiteX4" fmla="*/ 5785567 w 6009222"/>
              <a:gd name="connsiteY4" fmla="*/ 4157 h 5328052"/>
              <a:gd name="connsiteX5" fmla="*/ 6009222 w 6009222"/>
              <a:gd name="connsiteY5" fmla="*/ 515768 h 5328052"/>
              <a:gd name="connsiteX6" fmla="*/ 5785567 w 6009222"/>
              <a:gd name="connsiteY6" fmla="*/ 1015264 h 5328052"/>
              <a:gd name="connsiteX7" fmla="*/ 4856468 w 6009222"/>
              <a:gd name="connsiteY7" fmla="*/ 1117772 h 5328052"/>
              <a:gd name="connsiteX8" fmla="*/ 3978622 w 6009222"/>
              <a:gd name="connsiteY8" fmla="*/ 1949023 h 5328052"/>
              <a:gd name="connsiteX9" fmla="*/ 4873242 w 6009222"/>
              <a:gd name="connsiteY9" fmla="*/ 1209098 h 5328052"/>
              <a:gd name="connsiteX10" fmla="*/ 5784636 w 6009222"/>
              <a:gd name="connsiteY10" fmla="*/ 1106589 h 5328052"/>
              <a:gd name="connsiteX11" fmla="*/ 6008291 w 6009222"/>
              <a:gd name="connsiteY11" fmla="*/ 1586515 h 5328052"/>
              <a:gd name="connsiteX12" fmla="*/ 5784636 w 6009222"/>
              <a:gd name="connsiteY12" fmla="*/ 2100922 h 5328052"/>
              <a:gd name="connsiteX13" fmla="*/ 4880697 w 6009222"/>
              <a:gd name="connsiteY13" fmla="*/ 2147517 h 5328052"/>
              <a:gd name="connsiteX14" fmla="*/ 3977690 w 6009222"/>
              <a:gd name="connsiteY14" fmla="*/ 2435472 h 5328052"/>
              <a:gd name="connsiteX15" fmla="*/ 4868582 w 6009222"/>
              <a:gd name="connsiteY15" fmla="*/ 2212749 h 5328052"/>
              <a:gd name="connsiteX16" fmla="*/ 5783703 w 6009222"/>
              <a:gd name="connsiteY16" fmla="*/ 2168950 h 5328052"/>
              <a:gd name="connsiteX17" fmla="*/ 6007358 w 6009222"/>
              <a:gd name="connsiteY17" fmla="*/ 2676833 h 5328052"/>
              <a:gd name="connsiteX18" fmla="*/ 5778112 w 6009222"/>
              <a:gd name="connsiteY18" fmla="*/ 3180056 h 5328052"/>
              <a:gd name="connsiteX19" fmla="*/ 4876038 w 6009222"/>
              <a:gd name="connsiteY19" fmla="*/ 3149304 h 5328052"/>
              <a:gd name="connsiteX20" fmla="*/ 3977690 w 6009222"/>
              <a:gd name="connsiteY20" fmla="*/ 3002996 h 5328052"/>
              <a:gd name="connsiteX21" fmla="*/ 4864855 w 6009222"/>
              <a:gd name="connsiteY21" fmla="*/ 3198694 h 5328052"/>
              <a:gd name="connsiteX22" fmla="*/ 5772521 w 6009222"/>
              <a:gd name="connsiteY22" fmla="*/ 3259268 h 5328052"/>
              <a:gd name="connsiteX23" fmla="*/ 6007358 w 6009222"/>
              <a:gd name="connsiteY23" fmla="*/ 3759695 h 5328052"/>
              <a:gd name="connsiteX24" fmla="*/ 5785567 w 6009222"/>
              <a:gd name="connsiteY24" fmla="*/ 4243349 h 5328052"/>
              <a:gd name="connsiteX25" fmla="*/ 4874174 w 6009222"/>
              <a:gd name="connsiteY25" fmla="*/ 4185571 h 5328052"/>
              <a:gd name="connsiteX26" fmla="*/ 3979554 w 6009222"/>
              <a:gd name="connsiteY26" fmla="*/ 3563065 h 5328052"/>
              <a:gd name="connsiteX27" fmla="*/ 4874174 w 6009222"/>
              <a:gd name="connsiteY27" fmla="*/ 4300195 h 5328052"/>
              <a:gd name="connsiteX28" fmla="*/ 5785567 w 6009222"/>
              <a:gd name="connsiteY28" fmla="*/ 4341198 h 5328052"/>
              <a:gd name="connsiteX29" fmla="*/ 6009222 w 6009222"/>
              <a:gd name="connsiteY29" fmla="*/ 4769870 h 5328052"/>
              <a:gd name="connsiteX30" fmla="*/ 5773453 w 6009222"/>
              <a:gd name="connsiteY30" fmla="*/ 5317824 h 5328052"/>
              <a:gd name="connsiteX31" fmla="*/ 4874174 w 6009222"/>
              <a:gd name="connsiteY31" fmla="*/ 5188291 h 5328052"/>
              <a:gd name="connsiteX32" fmla="*/ 3409234 w 6009222"/>
              <a:gd name="connsiteY32" fmla="*/ 3628298 h 5328052"/>
              <a:gd name="connsiteX33" fmla="*/ 1871607 w 6009222"/>
              <a:gd name="connsiteY33" fmla="*/ 3516471 h 5328052"/>
              <a:gd name="connsiteX34" fmla="*/ 7816 w 6009222"/>
              <a:gd name="connsiteY34" fmla="*/ 5209005 h 5328052"/>
              <a:gd name="connsiteX35" fmla="*/ 7816 w 6009222"/>
              <a:gd name="connsiteY35" fmla="*/ 1863147 h 5328052"/>
              <a:gd name="connsiteX36" fmla="*/ 1348813 w 6009222"/>
              <a:gd name="connsiteY36" fmla="*/ 2270527 h 5328052"/>
              <a:gd name="connsiteX37" fmla="*/ 0 w 6009222"/>
              <a:gd name="connsiteY37" fmla="*/ 1734883 h 5328052"/>
              <a:gd name="connsiteX38" fmla="*/ 3909 w 6009222"/>
              <a:gd name="connsiteY38" fmla="*/ 239746 h 5328052"/>
              <a:gd name="connsiteX0" fmla="*/ 3909 w 6009222"/>
              <a:gd name="connsiteY0" fmla="*/ 239746 h 5351329"/>
              <a:gd name="connsiteX1" fmla="*/ 1849061 w 6009222"/>
              <a:gd name="connsiteY1" fmla="*/ 1890768 h 5351329"/>
              <a:gd name="connsiteX2" fmla="*/ 3387292 w 6009222"/>
              <a:gd name="connsiteY2" fmla="*/ 1787062 h 5351329"/>
              <a:gd name="connsiteX3" fmla="*/ 4879765 w 6009222"/>
              <a:gd name="connsiteY3" fmla="*/ 245518 h 5351329"/>
              <a:gd name="connsiteX4" fmla="*/ 5785567 w 6009222"/>
              <a:gd name="connsiteY4" fmla="*/ 4157 h 5351329"/>
              <a:gd name="connsiteX5" fmla="*/ 6009222 w 6009222"/>
              <a:gd name="connsiteY5" fmla="*/ 515768 h 5351329"/>
              <a:gd name="connsiteX6" fmla="*/ 5785567 w 6009222"/>
              <a:gd name="connsiteY6" fmla="*/ 1015264 h 5351329"/>
              <a:gd name="connsiteX7" fmla="*/ 4856468 w 6009222"/>
              <a:gd name="connsiteY7" fmla="*/ 1117772 h 5351329"/>
              <a:gd name="connsiteX8" fmla="*/ 3978622 w 6009222"/>
              <a:gd name="connsiteY8" fmla="*/ 1949023 h 5351329"/>
              <a:gd name="connsiteX9" fmla="*/ 4873242 w 6009222"/>
              <a:gd name="connsiteY9" fmla="*/ 1209098 h 5351329"/>
              <a:gd name="connsiteX10" fmla="*/ 5784636 w 6009222"/>
              <a:gd name="connsiteY10" fmla="*/ 1106589 h 5351329"/>
              <a:gd name="connsiteX11" fmla="*/ 6008291 w 6009222"/>
              <a:gd name="connsiteY11" fmla="*/ 1586515 h 5351329"/>
              <a:gd name="connsiteX12" fmla="*/ 5784636 w 6009222"/>
              <a:gd name="connsiteY12" fmla="*/ 2100922 h 5351329"/>
              <a:gd name="connsiteX13" fmla="*/ 4880697 w 6009222"/>
              <a:gd name="connsiteY13" fmla="*/ 2147517 h 5351329"/>
              <a:gd name="connsiteX14" fmla="*/ 3977690 w 6009222"/>
              <a:gd name="connsiteY14" fmla="*/ 2435472 h 5351329"/>
              <a:gd name="connsiteX15" fmla="*/ 4868582 w 6009222"/>
              <a:gd name="connsiteY15" fmla="*/ 2212749 h 5351329"/>
              <a:gd name="connsiteX16" fmla="*/ 5783703 w 6009222"/>
              <a:gd name="connsiteY16" fmla="*/ 2168950 h 5351329"/>
              <a:gd name="connsiteX17" fmla="*/ 6007358 w 6009222"/>
              <a:gd name="connsiteY17" fmla="*/ 2676833 h 5351329"/>
              <a:gd name="connsiteX18" fmla="*/ 5778112 w 6009222"/>
              <a:gd name="connsiteY18" fmla="*/ 3180056 h 5351329"/>
              <a:gd name="connsiteX19" fmla="*/ 4876038 w 6009222"/>
              <a:gd name="connsiteY19" fmla="*/ 3149304 h 5351329"/>
              <a:gd name="connsiteX20" fmla="*/ 3977690 w 6009222"/>
              <a:gd name="connsiteY20" fmla="*/ 3002996 h 5351329"/>
              <a:gd name="connsiteX21" fmla="*/ 4864855 w 6009222"/>
              <a:gd name="connsiteY21" fmla="*/ 3198694 h 5351329"/>
              <a:gd name="connsiteX22" fmla="*/ 5772521 w 6009222"/>
              <a:gd name="connsiteY22" fmla="*/ 3259268 h 5351329"/>
              <a:gd name="connsiteX23" fmla="*/ 6007358 w 6009222"/>
              <a:gd name="connsiteY23" fmla="*/ 3759695 h 5351329"/>
              <a:gd name="connsiteX24" fmla="*/ 5785567 w 6009222"/>
              <a:gd name="connsiteY24" fmla="*/ 4243349 h 5351329"/>
              <a:gd name="connsiteX25" fmla="*/ 4874174 w 6009222"/>
              <a:gd name="connsiteY25" fmla="*/ 4185571 h 5351329"/>
              <a:gd name="connsiteX26" fmla="*/ 3979554 w 6009222"/>
              <a:gd name="connsiteY26" fmla="*/ 3563065 h 5351329"/>
              <a:gd name="connsiteX27" fmla="*/ 4874174 w 6009222"/>
              <a:gd name="connsiteY27" fmla="*/ 4300195 h 5351329"/>
              <a:gd name="connsiteX28" fmla="*/ 5785567 w 6009222"/>
              <a:gd name="connsiteY28" fmla="*/ 4341198 h 5351329"/>
              <a:gd name="connsiteX29" fmla="*/ 6009222 w 6009222"/>
              <a:gd name="connsiteY29" fmla="*/ 4769870 h 5351329"/>
              <a:gd name="connsiteX30" fmla="*/ 5773453 w 6009222"/>
              <a:gd name="connsiteY30" fmla="*/ 5317824 h 5351329"/>
              <a:gd name="connsiteX31" fmla="*/ 4874174 w 6009222"/>
              <a:gd name="connsiteY31" fmla="*/ 5188291 h 5351329"/>
              <a:gd name="connsiteX32" fmla="*/ 3374064 w 6009222"/>
              <a:gd name="connsiteY32" fmla="*/ 3745528 h 5351329"/>
              <a:gd name="connsiteX33" fmla="*/ 1871607 w 6009222"/>
              <a:gd name="connsiteY33" fmla="*/ 3516471 h 5351329"/>
              <a:gd name="connsiteX34" fmla="*/ 7816 w 6009222"/>
              <a:gd name="connsiteY34" fmla="*/ 5209005 h 5351329"/>
              <a:gd name="connsiteX35" fmla="*/ 7816 w 6009222"/>
              <a:gd name="connsiteY35" fmla="*/ 1863147 h 5351329"/>
              <a:gd name="connsiteX36" fmla="*/ 1348813 w 6009222"/>
              <a:gd name="connsiteY36" fmla="*/ 2270527 h 5351329"/>
              <a:gd name="connsiteX37" fmla="*/ 0 w 6009222"/>
              <a:gd name="connsiteY37" fmla="*/ 1734883 h 5351329"/>
              <a:gd name="connsiteX38" fmla="*/ 3909 w 6009222"/>
              <a:gd name="connsiteY38" fmla="*/ 239746 h 5351329"/>
              <a:gd name="connsiteX0" fmla="*/ 3909 w 6009222"/>
              <a:gd name="connsiteY0" fmla="*/ 239746 h 5351329"/>
              <a:gd name="connsiteX1" fmla="*/ 1849061 w 6009222"/>
              <a:gd name="connsiteY1" fmla="*/ 1890768 h 5351329"/>
              <a:gd name="connsiteX2" fmla="*/ 3387292 w 6009222"/>
              <a:gd name="connsiteY2" fmla="*/ 1787062 h 5351329"/>
              <a:gd name="connsiteX3" fmla="*/ 4879765 w 6009222"/>
              <a:gd name="connsiteY3" fmla="*/ 245518 h 5351329"/>
              <a:gd name="connsiteX4" fmla="*/ 5785567 w 6009222"/>
              <a:gd name="connsiteY4" fmla="*/ 4157 h 5351329"/>
              <a:gd name="connsiteX5" fmla="*/ 6009222 w 6009222"/>
              <a:gd name="connsiteY5" fmla="*/ 515768 h 5351329"/>
              <a:gd name="connsiteX6" fmla="*/ 5785567 w 6009222"/>
              <a:gd name="connsiteY6" fmla="*/ 1015264 h 5351329"/>
              <a:gd name="connsiteX7" fmla="*/ 4856468 w 6009222"/>
              <a:gd name="connsiteY7" fmla="*/ 1117772 h 5351329"/>
              <a:gd name="connsiteX8" fmla="*/ 3978622 w 6009222"/>
              <a:gd name="connsiteY8" fmla="*/ 1949023 h 5351329"/>
              <a:gd name="connsiteX9" fmla="*/ 4873242 w 6009222"/>
              <a:gd name="connsiteY9" fmla="*/ 1209098 h 5351329"/>
              <a:gd name="connsiteX10" fmla="*/ 5784636 w 6009222"/>
              <a:gd name="connsiteY10" fmla="*/ 1106589 h 5351329"/>
              <a:gd name="connsiteX11" fmla="*/ 6008291 w 6009222"/>
              <a:gd name="connsiteY11" fmla="*/ 1586515 h 5351329"/>
              <a:gd name="connsiteX12" fmla="*/ 5784636 w 6009222"/>
              <a:gd name="connsiteY12" fmla="*/ 2100922 h 5351329"/>
              <a:gd name="connsiteX13" fmla="*/ 4880697 w 6009222"/>
              <a:gd name="connsiteY13" fmla="*/ 2147517 h 5351329"/>
              <a:gd name="connsiteX14" fmla="*/ 3977690 w 6009222"/>
              <a:gd name="connsiteY14" fmla="*/ 2435472 h 5351329"/>
              <a:gd name="connsiteX15" fmla="*/ 4868582 w 6009222"/>
              <a:gd name="connsiteY15" fmla="*/ 2212749 h 5351329"/>
              <a:gd name="connsiteX16" fmla="*/ 5783703 w 6009222"/>
              <a:gd name="connsiteY16" fmla="*/ 2168950 h 5351329"/>
              <a:gd name="connsiteX17" fmla="*/ 6007358 w 6009222"/>
              <a:gd name="connsiteY17" fmla="*/ 2676833 h 5351329"/>
              <a:gd name="connsiteX18" fmla="*/ 5778112 w 6009222"/>
              <a:gd name="connsiteY18" fmla="*/ 3180056 h 5351329"/>
              <a:gd name="connsiteX19" fmla="*/ 4876038 w 6009222"/>
              <a:gd name="connsiteY19" fmla="*/ 3149304 h 5351329"/>
              <a:gd name="connsiteX20" fmla="*/ 3977690 w 6009222"/>
              <a:gd name="connsiteY20" fmla="*/ 3002996 h 5351329"/>
              <a:gd name="connsiteX21" fmla="*/ 4864855 w 6009222"/>
              <a:gd name="connsiteY21" fmla="*/ 3198694 h 5351329"/>
              <a:gd name="connsiteX22" fmla="*/ 5772521 w 6009222"/>
              <a:gd name="connsiteY22" fmla="*/ 3259268 h 5351329"/>
              <a:gd name="connsiteX23" fmla="*/ 6007358 w 6009222"/>
              <a:gd name="connsiteY23" fmla="*/ 3759695 h 5351329"/>
              <a:gd name="connsiteX24" fmla="*/ 5785567 w 6009222"/>
              <a:gd name="connsiteY24" fmla="*/ 4243349 h 5351329"/>
              <a:gd name="connsiteX25" fmla="*/ 4874174 w 6009222"/>
              <a:gd name="connsiteY25" fmla="*/ 4185571 h 5351329"/>
              <a:gd name="connsiteX26" fmla="*/ 3979554 w 6009222"/>
              <a:gd name="connsiteY26" fmla="*/ 3563065 h 5351329"/>
              <a:gd name="connsiteX27" fmla="*/ 4874174 w 6009222"/>
              <a:gd name="connsiteY27" fmla="*/ 4300195 h 5351329"/>
              <a:gd name="connsiteX28" fmla="*/ 5785567 w 6009222"/>
              <a:gd name="connsiteY28" fmla="*/ 4341198 h 5351329"/>
              <a:gd name="connsiteX29" fmla="*/ 6009222 w 6009222"/>
              <a:gd name="connsiteY29" fmla="*/ 4769870 h 5351329"/>
              <a:gd name="connsiteX30" fmla="*/ 5773453 w 6009222"/>
              <a:gd name="connsiteY30" fmla="*/ 5317824 h 5351329"/>
              <a:gd name="connsiteX31" fmla="*/ 4874174 w 6009222"/>
              <a:gd name="connsiteY31" fmla="*/ 5188291 h 5351329"/>
              <a:gd name="connsiteX32" fmla="*/ 3374064 w 6009222"/>
              <a:gd name="connsiteY32" fmla="*/ 3745528 h 5351329"/>
              <a:gd name="connsiteX33" fmla="*/ 1941945 w 6009222"/>
              <a:gd name="connsiteY33" fmla="*/ 3653241 h 5351329"/>
              <a:gd name="connsiteX34" fmla="*/ 7816 w 6009222"/>
              <a:gd name="connsiteY34" fmla="*/ 5209005 h 5351329"/>
              <a:gd name="connsiteX35" fmla="*/ 7816 w 6009222"/>
              <a:gd name="connsiteY35" fmla="*/ 1863147 h 5351329"/>
              <a:gd name="connsiteX36" fmla="*/ 1348813 w 6009222"/>
              <a:gd name="connsiteY36" fmla="*/ 2270527 h 5351329"/>
              <a:gd name="connsiteX37" fmla="*/ 0 w 6009222"/>
              <a:gd name="connsiteY37" fmla="*/ 1734883 h 5351329"/>
              <a:gd name="connsiteX38" fmla="*/ 3909 w 6009222"/>
              <a:gd name="connsiteY38" fmla="*/ 239746 h 5351329"/>
              <a:gd name="connsiteX0" fmla="*/ 3909 w 6009222"/>
              <a:gd name="connsiteY0" fmla="*/ 239746 h 5351329"/>
              <a:gd name="connsiteX1" fmla="*/ 1868600 w 6009222"/>
              <a:gd name="connsiteY1" fmla="*/ 1832153 h 5351329"/>
              <a:gd name="connsiteX2" fmla="*/ 3387292 w 6009222"/>
              <a:gd name="connsiteY2" fmla="*/ 1787062 h 5351329"/>
              <a:gd name="connsiteX3" fmla="*/ 4879765 w 6009222"/>
              <a:gd name="connsiteY3" fmla="*/ 245518 h 5351329"/>
              <a:gd name="connsiteX4" fmla="*/ 5785567 w 6009222"/>
              <a:gd name="connsiteY4" fmla="*/ 4157 h 5351329"/>
              <a:gd name="connsiteX5" fmla="*/ 6009222 w 6009222"/>
              <a:gd name="connsiteY5" fmla="*/ 515768 h 5351329"/>
              <a:gd name="connsiteX6" fmla="*/ 5785567 w 6009222"/>
              <a:gd name="connsiteY6" fmla="*/ 1015264 h 5351329"/>
              <a:gd name="connsiteX7" fmla="*/ 4856468 w 6009222"/>
              <a:gd name="connsiteY7" fmla="*/ 1117772 h 5351329"/>
              <a:gd name="connsiteX8" fmla="*/ 3978622 w 6009222"/>
              <a:gd name="connsiteY8" fmla="*/ 1949023 h 5351329"/>
              <a:gd name="connsiteX9" fmla="*/ 4873242 w 6009222"/>
              <a:gd name="connsiteY9" fmla="*/ 1209098 h 5351329"/>
              <a:gd name="connsiteX10" fmla="*/ 5784636 w 6009222"/>
              <a:gd name="connsiteY10" fmla="*/ 1106589 h 5351329"/>
              <a:gd name="connsiteX11" fmla="*/ 6008291 w 6009222"/>
              <a:gd name="connsiteY11" fmla="*/ 1586515 h 5351329"/>
              <a:gd name="connsiteX12" fmla="*/ 5784636 w 6009222"/>
              <a:gd name="connsiteY12" fmla="*/ 2100922 h 5351329"/>
              <a:gd name="connsiteX13" fmla="*/ 4880697 w 6009222"/>
              <a:gd name="connsiteY13" fmla="*/ 2147517 h 5351329"/>
              <a:gd name="connsiteX14" fmla="*/ 3977690 w 6009222"/>
              <a:gd name="connsiteY14" fmla="*/ 2435472 h 5351329"/>
              <a:gd name="connsiteX15" fmla="*/ 4868582 w 6009222"/>
              <a:gd name="connsiteY15" fmla="*/ 2212749 h 5351329"/>
              <a:gd name="connsiteX16" fmla="*/ 5783703 w 6009222"/>
              <a:gd name="connsiteY16" fmla="*/ 2168950 h 5351329"/>
              <a:gd name="connsiteX17" fmla="*/ 6007358 w 6009222"/>
              <a:gd name="connsiteY17" fmla="*/ 2676833 h 5351329"/>
              <a:gd name="connsiteX18" fmla="*/ 5778112 w 6009222"/>
              <a:gd name="connsiteY18" fmla="*/ 3180056 h 5351329"/>
              <a:gd name="connsiteX19" fmla="*/ 4876038 w 6009222"/>
              <a:gd name="connsiteY19" fmla="*/ 3149304 h 5351329"/>
              <a:gd name="connsiteX20" fmla="*/ 3977690 w 6009222"/>
              <a:gd name="connsiteY20" fmla="*/ 3002996 h 5351329"/>
              <a:gd name="connsiteX21" fmla="*/ 4864855 w 6009222"/>
              <a:gd name="connsiteY21" fmla="*/ 3198694 h 5351329"/>
              <a:gd name="connsiteX22" fmla="*/ 5772521 w 6009222"/>
              <a:gd name="connsiteY22" fmla="*/ 3259268 h 5351329"/>
              <a:gd name="connsiteX23" fmla="*/ 6007358 w 6009222"/>
              <a:gd name="connsiteY23" fmla="*/ 3759695 h 5351329"/>
              <a:gd name="connsiteX24" fmla="*/ 5785567 w 6009222"/>
              <a:gd name="connsiteY24" fmla="*/ 4243349 h 5351329"/>
              <a:gd name="connsiteX25" fmla="*/ 4874174 w 6009222"/>
              <a:gd name="connsiteY25" fmla="*/ 4185571 h 5351329"/>
              <a:gd name="connsiteX26" fmla="*/ 3979554 w 6009222"/>
              <a:gd name="connsiteY26" fmla="*/ 3563065 h 5351329"/>
              <a:gd name="connsiteX27" fmla="*/ 4874174 w 6009222"/>
              <a:gd name="connsiteY27" fmla="*/ 4300195 h 5351329"/>
              <a:gd name="connsiteX28" fmla="*/ 5785567 w 6009222"/>
              <a:gd name="connsiteY28" fmla="*/ 4341198 h 5351329"/>
              <a:gd name="connsiteX29" fmla="*/ 6009222 w 6009222"/>
              <a:gd name="connsiteY29" fmla="*/ 4769870 h 5351329"/>
              <a:gd name="connsiteX30" fmla="*/ 5773453 w 6009222"/>
              <a:gd name="connsiteY30" fmla="*/ 5317824 h 5351329"/>
              <a:gd name="connsiteX31" fmla="*/ 4874174 w 6009222"/>
              <a:gd name="connsiteY31" fmla="*/ 5188291 h 5351329"/>
              <a:gd name="connsiteX32" fmla="*/ 3374064 w 6009222"/>
              <a:gd name="connsiteY32" fmla="*/ 3745528 h 5351329"/>
              <a:gd name="connsiteX33" fmla="*/ 1941945 w 6009222"/>
              <a:gd name="connsiteY33" fmla="*/ 3653241 h 5351329"/>
              <a:gd name="connsiteX34" fmla="*/ 7816 w 6009222"/>
              <a:gd name="connsiteY34" fmla="*/ 5209005 h 5351329"/>
              <a:gd name="connsiteX35" fmla="*/ 7816 w 6009222"/>
              <a:gd name="connsiteY35" fmla="*/ 1863147 h 5351329"/>
              <a:gd name="connsiteX36" fmla="*/ 1348813 w 6009222"/>
              <a:gd name="connsiteY36" fmla="*/ 2270527 h 5351329"/>
              <a:gd name="connsiteX37" fmla="*/ 0 w 6009222"/>
              <a:gd name="connsiteY37" fmla="*/ 1734883 h 5351329"/>
              <a:gd name="connsiteX38" fmla="*/ 3909 w 6009222"/>
              <a:gd name="connsiteY38" fmla="*/ 239746 h 5351329"/>
              <a:gd name="connsiteX0" fmla="*/ 3909 w 6009222"/>
              <a:gd name="connsiteY0" fmla="*/ 239746 h 5351329"/>
              <a:gd name="connsiteX1" fmla="*/ 1868600 w 6009222"/>
              <a:gd name="connsiteY1" fmla="*/ 1832153 h 5351329"/>
              <a:gd name="connsiteX2" fmla="*/ 3387292 w 6009222"/>
              <a:gd name="connsiteY2" fmla="*/ 1787062 h 5351329"/>
              <a:gd name="connsiteX3" fmla="*/ 4879765 w 6009222"/>
              <a:gd name="connsiteY3" fmla="*/ 245518 h 5351329"/>
              <a:gd name="connsiteX4" fmla="*/ 5785567 w 6009222"/>
              <a:gd name="connsiteY4" fmla="*/ 4157 h 5351329"/>
              <a:gd name="connsiteX5" fmla="*/ 6009222 w 6009222"/>
              <a:gd name="connsiteY5" fmla="*/ 515768 h 5351329"/>
              <a:gd name="connsiteX6" fmla="*/ 5785567 w 6009222"/>
              <a:gd name="connsiteY6" fmla="*/ 1015264 h 5351329"/>
              <a:gd name="connsiteX7" fmla="*/ 4856468 w 6009222"/>
              <a:gd name="connsiteY7" fmla="*/ 1117772 h 5351329"/>
              <a:gd name="connsiteX8" fmla="*/ 3978622 w 6009222"/>
              <a:gd name="connsiteY8" fmla="*/ 1949023 h 5351329"/>
              <a:gd name="connsiteX9" fmla="*/ 4873242 w 6009222"/>
              <a:gd name="connsiteY9" fmla="*/ 1209098 h 5351329"/>
              <a:gd name="connsiteX10" fmla="*/ 5784636 w 6009222"/>
              <a:gd name="connsiteY10" fmla="*/ 1106589 h 5351329"/>
              <a:gd name="connsiteX11" fmla="*/ 6008291 w 6009222"/>
              <a:gd name="connsiteY11" fmla="*/ 1586515 h 5351329"/>
              <a:gd name="connsiteX12" fmla="*/ 5784636 w 6009222"/>
              <a:gd name="connsiteY12" fmla="*/ 2100922 h 5351329"/>
              <a:gd name="connsiteX13" fmla="*/ 4880697 w 6009222"/>
              <a:gd name="connsiteY13" fmla="*/ 2147517 h 5351329"/>
              <a:gd name="connsiteX14" fmla="*/ 3977690 w 6009222"/>
              <a:gd name="connsiteY14" fmla="*/ 2435472 h 5351329"/>
              <a:gd name="connsiteX15" fmla="*/ 4868582 w 6009222"/>
              <a:gd name="connsiteY15" fmla="*/ 2212749 h 5351329"/>
              <a:gd name="connsiteX16" fmla="*/ 5783703 w 6009222"/>
              <a:gd name="connsiteY16" fmla="*/ 2168950 h 5351329"/>
              <a:gd name="connsiteX17" fmla="*/ 6007358 w 6009222"/>
              <a:gd name="connsiteY17" fmla="*/ 2676833 h 5351329"/>
              <a:gd name="connsiteX18" fmla="*/ 5778112 w 6009222"/>
              <a:gd name="connsiteY18" fmla="*/ 3180056 h 5351329"/>
              <a:gd name="connsiteX19" fmla="*/ 4876038 w 6009222"/>
              <a:gd name="connsiteY19" fmla="*/ 3149304 h 5351329"/>
              <a:gd name="connsiteX20" fmla="*/ 3977690 w 6009222"/>
              <a:gd name="connsiteY20" fmla="*/ 3002996 h 5351329"/>
              <a:gd name="connsiteX21" fmla="*/ 4864855 w 6009222"/>
              <a:gd name="connsiteY21" fmla="*/ 3198694 h 5351329"/>
              <a:gd name="connsiteX22" fmla="*/ 5772521 w 6009222"/>
              <a:gd name="connsiteY22" fmla="*/ 3259268 h 5351329"/>
              <a:gd name="connsiteX23" fmla="*/ 6007358 w 6009222"/>
              <a:gd name="connsiteY23" fmla="*/ 3759695 h 5351329"/>
              <a:gd name="connsiteX24" fmla="*/ 5785567 w 6009222"/>
              <a:gd name="connsiteY24" fmla="*/ 4243349 h 5351329"/>
              <a:gd name="connsiteX25" fmla="*/ 4874174 w 6009222"/>
              <a:gd name="connsiteY25" fmla="*/ 4185571 h 5351329"/>
              <a:gd name="connsiteX26" fmla="*/ 3979554 w 6009222"/>
              <a:gd name="connsiteY26" fmla="*/ 3563065 h 5351329"/>
              <a:gd name="connsiteX27" fmla="*/ 4874174 w 6009222"/>
              <a:gd name="connsiteY27" fmla="*/ 4300195 h 5351329"/>
              <a:gd name="connsiteX28" fmla="*/ 5785567 w 6009222"/>
              <a:gd name="connsiteY28" fmla="*/ 4341198 h 5351329"/>
              <a:gd name="connsiteX29" fmla="*/ 6009222 w 6009222"/>
              <a:gd name="connsiteY29" fmla="*/ 4769870 h 5351329"/>
              <a:gd name="connsiteX30" fmla="*/ 5773453 w 6009222"/>
              <a:gd name="connsiteY30" fmla="*/ 5317824 h 5351329"/>
              <a:gd name="connsiteX31" fmla="*/ 4874174 w 6009222"/>
              <a:gd name="connsiteY31" fmla="*/ 5188291 h 5351329"/>
              <a:gd name="connsiteX32" fmla="*/ 3374064 w 6009222"/>
              <a:gd name="connsiteY32" fmla="*/ 3745528 h 5351329"/>
              <a:gd name="connsiteX33" fmla="*/ 1949761 w 6009222"/>
              <a:gd name="connsiteY33" fmla="*/ 3661056 h 5351329"/>
              <a:gd name="connsiteX34" fmla="*/ 7816 w 6009222"/>
              <a:gd name="connsiteY34" fmla="*/ 5209005 h 5351329"/>
              <a:gd name="connsiteX35" fmla="*/ 7816 w 6009222"/>
              <a:gd name="connsiteY35" fmla="*/ 1863147 h 5351329"/>
              <a:gd name="connsiteX36" fmla="*/ 1348813 w 6009222"/>
              <a:gd name="connsiteY36" fmla="*/ 2270527 h 5351329"/>
              <a:gd name="connsiteX37" fmla="*/ 0 w 6009222"/>
              <a:gd name="connsiteY37" fmla="*/ 1734883 h 5351329"/>
              <a:gd name="connsiteX38" fmla="*/ 3909 w 6009222"/>
              <a:gd name="connsiteY38" fmla="*/ 239746 h 5351329"/>
              <a:gd name="connsiteX0" fmla="*/ 3909 w 6009222"/>
              <a:gd name="connsiteY0" fmla="*/ 239746 h 5351329"/>
              <a:gd name="connsiteX1" fmla="*/ 1868600 w 6009222"/>
              <a:gd name="connsiteY1" fmla="*/ 1832153 h 5351329"/>
              <a:gd name="connsiteX2" fmla="*/ 3387292 w 6009222"/>
              <a:gd name="connsiteY2" fmla="*/ 1787062 h 5351329"/>
              <a:gd name="connsiteX3" fmla="*/ 4879765 w 6009222"/>
              <a:gd name="connsiteY3" fmla="*/ 245518 h 5351329"/>
              <a:gd name="connsiteX4" fmla="*/ 5785567 w 6009222"/>
              <a:gd name="connsiteY4" fmla="*/ 4157 h 5351329"/>
              <a:gd name="connsiteX5" fmla="*/ 6009222 w 6009222"/>
              <a:gd name="connsiteY5" fmla="*/ 515768 h 5351329"/>
              <a:gd name="connsiteX6" fmla="*/ 5785567 w 6009222"/>
              <a:gd name="connsiteY6" fmla="*/ 1015264 h 5351329"/>
              <a:gd name="connsiteX7" fmla="*/ 4856468 w 6009222"/>
              <a:gd name="connsiteY7" fmla="*/ 1117772 h 5351329"/>
              <a:gd name="connsiteX8" fmla="*/ 3978622 w 6009222"/>
              <a:gd name="connsiteY8" fmla="*/ 1949023 h 5351329"/>
              <a:gd name="connsiteX9" fmla="*/ 4873242 w 6009222"/>
              <a:gd name="connsiteY9" fmla="*/ 1209098 h 5351329"/>
              <a:gd name="connsiteX10" fmla="*/ 5784636 w 6009222"/>
              <a:gd name="connsiteY10" fmla="*/ 1106589 h 5351329"/>
              <a:gd name="connsiteX11" fmla="*/ 6008291 w 6009222"/>
              <a:gd name="connsiteY11" fmla="*/ 1586515 h 5351329"/>
              <a:gd name="connsiteX12" fmla="*/ 5784636 w 6009222"/>
              <a:gd name="connsiteY12" fmla="*/ 2100922 h 5351329"/>
              <a:gd name="connsiteX13" fmla="*/ 4880697 w 6009222"/>
              <a:gd name="connsiteY13" fmla="*/ 2147517 h 5351329"/>
              <a:gd name="connsiteX14" fmla="*/ 3977690 w 6009222"/>
              <a:gd name="connsiteY14" fmla="*/ 2435472 h 5351329"/>
              <a:gd name="connsiteX15" fmla="*/ 4868582 w 6009222"/>
              <a:gd name="connsiteY15" fmla="*/ 2212749 h 5351329"/>
              <a:gd name="connsiteX16" fmla="*/ 5783703 w 6009222"/>
              <a:gd name="connsiteY16" fmla="*/ 2168950 h 5351329"/>
              <a:gd name="connsiteX17" fmla="*/ 6007358 w 6009222"/>
              <a:gd name="connsiteY17" fmla="*/ 2676833 h 5351329"/>
              <a:gd name="connsiteX18" fmla="*/ 5778112 w 6009222"/>
              <a:gd name="connsiteY18" fmla="*/ 3180056 h 5351329"/>
              <a:gd name="connsiteX19" fmla="*/ 4876038 w 6009222"/>
              <a:gd name="connsiteY19" fmla="*/ 3149304 h 5351329"/>
              <a:gd name="connsiteX20" fmla="*/ 3977690 w 6009222"/>
              <a:gd name="connsiteY20" fmla="*/ 3002996 h 5351329"/>
              <a:gd name="connsiteX21" fmla="*/ 4864855 w 6009222"/>
              <a:gd name="connsiteY21" fmla="*/ 3198694 h 5351329"/>
              <a:gd name="connsiteX22" fmla="*/ 5772521 w 6009222"/>
              <a:gd name="connsiteY22" fmla="*/ 3259268 h 5351329"/>
              <a:gd name="connsiteX23" fmla="*/ 6007358 w 6009222"/>
              <a:gd name="connsiteY23" fmla="*/ 3759695 h 5351329"/>
              <a:gd name="connsiteX24" fmla="*/ 5785567 w 6009222"/>
              <a:gd name="connsiteY24" fmla="*/ 4243349 h 5351329"/>
              <a:gd name="connsiteX25" fmla="*/ 4874174 w 6009222"/>
              <a:gd name="connsiteY25" fmla="*/ 4185571 h 5351329"/>
              <a:gd name="connsiteX26" fmla="*/ 3979554 w 6009222"/>
              <a:gd name="connsiteY26" fmla="*/ 3563065 h 5351329"/>
              <a:gd name="connsiteX27" fmla="*/ 4874174 w 6009222"/>
              <a:gd name="connsiteY27" fmla="*/ 4300195 h 5351329"/>
              <a:gd name="connsiteX28" fmla="*/ 5785567 w 6009222"/>
              <a:gd name="connsiteY28" fmla="*/ 4341198 h 5351329"/>
              <a:gd name="connsiteX29" fmla="*/ 6009222 w 6009222"/>
              <a:gd name="connsiteY29" fmla="*/ 4769870 h 5351329"/>
              <a:gd name="connsiteX30" fmla="*/ 5773453 w 6009222"/>
              <a:gd name="connsiteY30" fmla="*/ 5317824 h 5351329"/>
              <a:gd name="connsiteX31" fmla="*/ 4874174 w 6009222"/>
              <a:gd name="connsiteY31" fmla="*/ 5188291 h 5351329"/>
              <a:gd name="connsiteX32" fmla="*/ 3374064 w 6009222"/>
              <a:gd name="connsiteY32" fmla="*/ 3745528 h 5351329"/>
              <a:gd name="connsiteX33" fmla="*/ 1949761 w 6009222"/>
              <a:gd name="connsiteY33" fmla="*/ 3661056 h 5351329"/>
              <a:gd name="connsiteX34" fmla="*/ 7816 w 6009222"/>
              <a:gd name="connsiteY34" fmla="*/ 5209005 h 5351329"/>
              <a:gd name="connsiteX35" fmla="*/ 7816 w 6009222"/>
              <a:gd name="connsiteY35" fmla="*/ 1863147 h 5351329"/>
              <a:gd name="connsiteX36" fmla="*/ 1348813 w 6009222"/>
              <a:gd name="connsiteY36" fmla="*/ 2270527 h 5351329"/>
              <a:gd name="connsiteX37" fmla="*/ 0 w 6009222"/>
              <a:gd name="connsiteY37" fmla="*/ 1744119 h 5351329"/>
              <a:gd name="connsiteX38" fmla="*/ 3909 w 6009222"/>
              <a:gd name="connsiteY38" fmla="*/ 239746 h 5351329"/>
              <a:gd name="connsiteX0" fmla="*/ 0 w 6009222"/>
              <a:gd name="connsiteY0" fmla="*/ 1744119 h 5351329"/>
              <a:gd name="connsiteX1" fmla="*/ 1868600 w 6009222"/>
              <a:gd name="connsiteY1" fmla="*/ 1832153 h 5351329"/>
              <a:gd name="connsiteX2" fmla="*/ 3387292 w 6009222"/>
              <a:gd name="connsiteY2" fmla="*/ 1787062 h 5351329"/>
              <a:gd name="connsiteX3" fmla="*/ 4879765 w 6009222"/>
              <a:gd name="connsiteY3" fmla="*/ 245518 h 5351329"/>
              <a:gd name="connsiteX4" fmla="*/ 5785567 w 6009222"/>
              <a:gd name="connsiteY4" fmla="*/ 4157 h 5351329"/>
              <a:gd name="connsiteX5" fmla="*/ 6009222 w 6009222"/>
              <a:gd name="connsiteY5" fmla="*/ 515768 h 5351329"/>
              <a:gd name="connsiteX6" fmla="*/ 5785567 w 6009222"/>
              <a:gd name="connsiteY6" fmla="*/ 1015264 h 5351329"/>
              <a:gd name="connsiteX7" fmla="*/ 4856468 w 6009222"/>
              <a:gd name="connsiteY7" fmla="*/ 1117772 h 5351329"/>
              <a:gd name="connsiteX8" fmla="*/ 3978622 w 6009222"/>
              <a:gd name="connsiteY8" fmla="*/ 1949023 h 5351329"/>
              <a:gd name="connsiteX9" fmla="*/ 4873242 w 6009222"/>
              <a:gd name="connsiteY9" fmla="*/ 1209098 h 5351329"/>
              <a:gd name="connsiteX10" fmla="*/ 5784636 w 6009222"/>
              <a:gd name="connsiteY10" fmla="*/ 1106589 h 5351329"/>
              <a:gd name="connsiteX11" fmla="*/ 6008291 w 6009222"/>
              <a:gd name="connsiteY11" fmla="*/ 1586515 h 5351329"/>
              <a:gd name="connsiteX12" fmla="*/ 5784636 w 6009222"/>
              <a:gd name="connsiteY12" fmla="*/ 2100922 h 5351329"/>
              <a:gd name="connsiteX13" fmla="*/ 4880697 w 6009222"/>
              <a:gd name="connsiteY13" fmla="*/ 2147517 h 5351329"/>
              <a:gd name="connsiteX14" fmla="*/ 3977690 w 6009222"/>
              <a:gd name="connsiteY14" fmla="*/ 2435472 h 5351329"/>
              <a:gd name="connsiteX15" fmla="*/ 4868582 w 6009222"/>
              <a:gd name="connsiteY15" fmla="*/ 2212749 h 5351329"/>
              <a:gd name="connsiteX16" fmla="*/ 5783703 w 6009222"/>
              <a:gd name="connsiteY16" fmla="*/ 2168950 h 5351329"/>
              <a:gd name="connsiteX17" fmla="*/ 6007358 w 6009222"/>
              <a:gd name="connsiteY17" fmla="*/ 2676833 h 5351329"/>
              <a:gd name="connsiteX18" fmla="*/ 5778112 w 6009222"/>
              <a:gd name="connsiteY18" fmla="*/ 3180056 h 5351329"/>
              <a:gd name="connsiteX19" fmla="*/ 4876038 w 6009222"/>
              <a:gd name="connsiteY19" fmla="*/ 3149304 h 5351329"/>
              <a:gd name="connsiteX20" fmla="*/ 3977690 w 6009222"/>
              <a:gd name="connsiteY20" fmla="*/ 3002996 h 5351329"/>
              <a:gd name="connsiteX21" fmla="*/ 4864855 w 6009222"/>
              <a:gd name="connsiteY21" fmla="*/ 3198694 h 5351329"/>
              <a:gd name="connsiteX22" fmla="*/ 5772521 w 6009222"/>
              <a:gd name="connsiteY22" fmla="*/ 3259268 h 5351329"/>
              <a:gd name="connsiteX23" fmla="*/ 6007358 w 6009222"/>
              <a:gd name="connsiteY23" fmla="*/ 3759695 h 5351329"/>
              <a:gd name="connsiteX24" fmla="*/ 5785567 w 6009222"/>
              <a:gd name="connsiteY24" fmla="*/ 4243349 h 5351329"/>
              <a:gd name="connsiteX25" fmla="*/ 4874174 w 6009222"/>
              <a:gd name="connsiteY25" fmla="*/ 4185571 h 5351329"/>
              <a:gd name="connsiteX26" fmla="*/ 3979554 w 6009222"/>
              <a:gd name="connsiteY26" fmla="*/ 3563065 h 5351329"/>
              <a:gd name="connsiteX27" fmla="*/ 4874174 w 6009222"/>
              <a:gd name="connsiteY27" fmla="*/ 4300195 h 5351329"/>
              <a:gd name="connsiteX28" fmla="*/ 5785567 w 6009222"/>
              <a:gd name="connsiteY28" fmla="*/ 4341198 h 5351329"/>
              <a:gd name="connsiteX29" fmla="*/ 6009222 w 6009222"/>
              <a:gd name="connsiteY29" fmla="*/ 4769870 h 5351329"/>
              <a:gd name="connsiteX30" fmla="*/ 5773453 w 6009222"/>
              <a:gd name="connsiteY30" fmla="*/ 5317824 h 5351329"/>
              <a:gd name="connsiteX31" fmla="*/ 4874174 w 6009222"/>
              <a:gd name="connsiteY31" fmla="*/ 5188291 h 5351329"/>
              <a:gd name="connsiteX32" fmla="*/ 3374064 w 6009222"/>
              <a:gd name="connsiteY32" fmla="*/ 3745528 h 5351329"/>
              <a:gd name="connsiteX33" fmla="*/ 1949761 w 6009222"/>
              <a:gd name="connsiteY33" fmla="*/ 3661056 h 5351329"/>
              <a:gd name="connsiteX34" fmla="*/ 7816 w 6009222"/>
              <a:gd name="connsiteY34" fmla="*/ 5209005 h 5351329"/>
              <a:gd name="connsiteX35" fmla="*/ 7816 w 6009222"/>
              <a:gd name="connsiteY35" fmla="*/ 1863147 h 5351329"/>
              <a:gd name="connsiteX36" fmla="*/ 1348813 w 6009222"/>
              <a:gd name="connsiteY36" fmla="*/ 2270527 h 5351329"/>
              <a:gd name="connsiteX37" fmla="*/ 0 w 6009222"/>
              <a:gd name="connsiteY37" fmla="*/ 1744119 h 5351329"/>
              <a:gd name="connsiteX0" fmla="*/ 1340997 w 6001406"/>
              <a:gd name="connsiteY0" fmla="*/ 2270527 h 5351329"/>
              <a:gd name="connsiteX1" fmla="*/ 1860784 w 6001406"/>
              <a:gd name="connsiteY1" fmla="*/ 1832153 h 5351329"/>
              <a:gd name="connsiteX2" fmla="*/ 3379476 w 6001406"/>
              <a:gd name="connsiteY2" fmla="*/ 1787062 h 5351329"/>
              <a:gd name="connsiteX3" fmla="*/ 4871949 w 6001406"/>
              <a:gd name="connsiteY3" fmla="*/ 245518 h 5351329"/>
              <a:gd name="connsiteX4" fmla="*/ 5777751 w 6001406"/>
              <a:gd name="connsiteY4" fmla="*/ 4157 h 5351329"/>
              <a:gd name="connsiteX5" fmla="*/ 6001406 w 6001406"/>
              <a:gd name="connsiteY5" fmla="*/ 515768 h 5351329"/>
              <a:gd name="connsiteX6" fmla="*/ 5777751 w 6001406"/>
              <a:gd name="connsiteY6" fmla="*/ 1015264 h 5351329"/>
              <a:gd name="connsiteX7" fmla="*/ 4848652 w 6001406"/>
              <a:gd name="connsiteY7" fmla="*/ 1117772 h 5351329"/>
              <a:gd name="connsiteX8" fmla="*/ 3970806 w 6001406"/>
              <a:gd name="connsiteY8" fmla="*/ 1949023 h 5351329"/>
              <a:gd name="connsiteX9" fmla="*/ 4865426 w 6001406"/>
              <a:gd name="connsiteY9" fmla="*/ 1209098 h 5351329"/>
              <a:gd name="connsiteX10" fmla="*/ 5776820 w 6001406"/>
              <a:gd name="connsiteY10" fmla="*/ 1106589 h 5351329"/>
              <a:gd name="connsiteX11" fmla="*/ 6000475 w 6001406"/>
              <a:gd name="connsiteY11" fmla="*/ 1586515 h 5351329"/>
              <a:gd name="connsiteX12" fmla="*/ 5776820 w 6001406"/>
              <a:gd name="connsiteY12" fmla="*/ 2100922 h 5351329"/>
              <a:gd name="connsiteX13" fmla="*/ 4872881 w 6001406"/>
              <a:gd name="connsiteY13" fmla="*/ 2147517 h 5351329"/>
              <a:gd name="connsiteX14" fmla="*/ 3969874 w 6001406"/>
              <a:gd name="connsiteY14" fmla="*/ 2435472 h 5351329"/>
              <a:gd name="connsiteX15" fmla="*/ 4860766 w 6001406"/>
              <a:gd name="connsiteY15" fmla="*/ 2212749 h 5351329"/>
              <a:gd name="connsiteX16" fmla="*/ 5775887 w 6001406"/>
              <a:gd name="connsiteY16" fmla="*/ 2168950 h 5351329"/>
              <a:gd name="connsiteX17" fmla="*/ 5999542 w 6001406"/>
              <a:gd name="connsiteY17" fmla="*/ 2676833 h 5351329"/>
              <a:gd name="connsiteX18" fmla="*/ 5770296 w 6001406"/>
              <a:gd name="connsiteY18" fmla="*/ 3180056 h 5351329"/>
              <a:gd name="connsiteX19" fmla="*/ 4868222 w 6001406"/>
              <a:gd name="connsiteY19" fmla="*/ 3149304 h 5351329"/>
              <a:gd name="connsiteX20" fmla="*/ 3969874 w 6001406"/>
              <a:gd name="connsiteY20" fmla="*/ 3002996 h 5351329"/>
              <a:gd name="connsiteX21" fmla="*/ 4857039 w 6001406"/>
              <a:gd name="connsiteY21" fmla="*/ 3198694 h 5351329"/>
              <a:gd name="connsiteX22" fmla="*/ 5764705 w 6001406"/>
              <a:gd name="connsiteY22" fmla="*/ 3259268 h 5351329"/>
              <a:gd name="connsiteX23" fmla="*/ 5999542 w 6001406"/>
              <a:gd name="connsiteY23" fmla="*/ 3759695 h 5351329"/>
              <a:gd name="connsiteX24" fmla="*/ 5777751 w 6001406"/>
              <a:gd name="connsiteY24" fmla="*/ 4243349 h 5351329"/>
              <a:gd name="connsiteX25" fmla="*/ 4866358 w 6001406"/>
              <a:gd name="connsiteY25" fmla="*/ 4185571 h 5351329"/>
              <a:gd name="connsiteX26" fmla="*/ 3971738 w 6001406"/>
              <a:gd name="connsiteY26" fmla="*/ 3563065 h 5351329"/>
              <a:gd name="connsiteX27" fmla="*/ 4866358 w 6001406"/>
              <a:gd name="connsiteY27" fmla="*/ 4300195 h 5351329"/>
              <a:gd name="connsiteX28" fmla="*/ 5777751 w 6001406"/>
              <a:gd name="connsiteY28" fmla="*/ 4341198 h 5351329"/>
              <a:gd name="connsiteX29" fmla="*/ 6001406 w 6001406"/>
              <a:gd name="connsiteY29" fmla="*/ 4769870 h 5351329"/>
              <a:gd name="connsiteX30" fmla="*/ 5765637 w 6001406"/>
              <a:gd name="connsiteY30" fmla="*/ 5317824 h 5351329"/>
              <a:gd name="connsiteX31" fmla="*/ 4866358 w 6001406"/>
              <a:gd name="connsiteY31" fmla="*/ 5188291 h 5351329"/>
              <a:gd name="connsiteX32" fmla="*/ 3366248 w 6001406"/>
              <a:gd name="connsiteY32" fmla="*/ 3745528 h 5351329"/>
              <a:gd name="connsiteX33" fmla="*/ 1941945 w 6001406"/>
              <a:gd name="connsiteY33" fmla="*/ 3661056 h 5351329"/>
              <a:gd name="connsiteX34" fmla="*/ 0 w 6001406"/>
              <a:gd name="connsiteY34" fmla="*/ 5209005 h 5351329"/>
              <a:gd name="connsiteX35" fmla="*/ 0 w 6001406"/>
              <a:gd name="connsiteY35" fmla="*/ 1863147 h 5351329"/>
              <a:gd name="connsiteX36" fmla="*/ 1340997 w 6001406"/>
              <a:gd name="connsiteY36" fmla="*/ 2270527 h 5351329"/>
              <a:gd name="connsiteX0" fmla="*/ 0 w 6001406"/>
              <a:gd name="connsiteY0" fmla="*/ 1863147 h 5351329"/>
              <a:gd name="connsiteX1" fmla="*/ 1860784 w 6001406"/>
              <a:gd name="connsiteY1" fmla="*/ 1832153 h 5351329"/>
              <a:gd name="connsiteX2" fmla="*/ 3379476 w 6001406"/>
              <a:gd name="connsiteY2" fmla="*/ 1787062 h 5351329"/>
              <a:gd name="connsiteX3" fmla="*/ 4871949 w 6001406"/>
              <a:gd name="connsiteY3" fmla="*/ 245518 h 5351329"/>
              <a:gd name="connsiteX4" fmla="*/ 5777751 w 6001406"/>
              <a:gd name="connsiteY4" fmla="*/ 4157 h 5351329"/>
              <a:gd name="connsiteX5" fmla="*/ 6001406 w 6001406"/>
              <a:gd name="connsiteY5" fmla="*/ 515768 h 5351329"/>
              <a:gd name="connsiteX6" fmla="*/ 5777751 w 6001406"/>
              <a:gd name="connsiteY6" fmla="*/ 1015264 h 5351329"/>
              <a:gd name="connsiteX7" fmla="*/ 4848652 w 6001406"/>
              <a:gd name="connsiteY7" fmla="*/ 1117772 h 5351329"/>
              <a:gd name="connsiteX8" fmla="*/ 3970806 w 6001406"/>
              <a:gd name="connsiteY8" fmla="*/ 1949023 h 5351329"/>
              <a:gd name="connsiteX9" fmla="*/ 4865426 w 6001406"/>
              <a:gd name="connsiteY9" fmla="*/ 1209098 h 5351329"/>
              <a:gd name="connsiteX10" fmla="*/ 5776820 w 6001406"/>
              <a:gd name="connsiteY10" fmla="*/ 1106589 h 5351329"/>
              <a:gd name="connsiteX11" fmla="*/ 6000475 w 6001406"/>
              <a:gd name="connsiteY11" fmla="*/ 1586515 h 5351329"/>
              <a:gd name="connsiteX12" fmla="*/ 5776820 w 6001406"/>
              <a:gd name="connsiteY12" fmla="*/ 2100922 h 5351329"/>
              <a:gd name="connsiteX13" fmla="*/ 4872881 w 6001406"/>
              <a:gd name="connsiteY13" fmla="*/ 2147517 h 5351329"/>
              <a:gd name="connsiteX14" fmla="*/ 3969874 w 6001406"/>
              <a:gd name="connsiteY14" fmla="*/ 2435472 h 5351329"/>
              <a:gd name="connsiteX15" fmla="*/ 4860766 w 6001406"/>
              <a:gd name="connsiteY15" fmla="*/ 2212749 h 5351329"/>
              <a:gd name="connsiteX16" fmla="*/ 5775887 w 6001406"/>
              <a:gd name="connsiteY16" fmla="*/ 2168950 h 5351329"/>
              <a:gd name="connsiteX17" fmla="*/ 5999542 w 6001406"/>
              <a:gd name="connsiteY17" fmla="*/ 2676833 h 5351329"/>
              <a:gd name="connsiteX18" fmla="*/ 5770296 w 6001406"/>
              <a:gd name="connsiteY18" fmla="*/ 3180056 h 5351329"/>
              <a:gd name="connsiteX19" fmla="*/ 4868222 w 6001406"/>
              <a:gd name="connsiteY19" fmla="*/ 3149304 h 5351329"/>
              <a:gd name="connsiteX20" fmla="*/ 3969874 w 6001406"/>
              <a:gd name="connsiteY20" fmla="*/ 3002996 h 5351329"/>
              <a:gd name="connsiteX21" fmla="*/ 4857039 w 6001406"/>
              <a:gd name="connsiteY21" fmla="*/ 3198694 h 5351329"/>
              <a:gd name="connsiteX22" fmla="*/ 5764705 w 6001406"/>
              <a:gd name="connsiteY22" fmla="*/ 3259268 h 5351329"/>
              <a:gd name="connsiteX23" fmla="*/ 5999542 w 6001406"/>
              <a:gd name="connsiteY23" fmla="*/ 3759695 h 5351329"/>
              <a:gd name="connsiteX24" fmla="*/ 5777751 w 6001406"/>
              <a:gd name="connsiteY24" fmla="*/ 4243349 h 5351329"/>
              <a:gd name="connsiteX25" fmla="*/ 4866358 w 6001406"/>
              <a:gd name="connsiteY25" fmla="*/ 4185571 h 5351329"/>
              <a:gd name="connsiteX26" fmla="*/ 3971738 w 6001406"/>
              <a:gd name="connsiteY26" fmla="*/ 3563065 h 5351329"/>
              <a:gd name="connsiteX27" fmla="*/ 4866358 w 6001406"/>
              <a:gd name="connsiteY27" fmla="*/ 4300195 h 5351329"/>
              <a:gd name="connsiteX28" fmla="*/ 5777751 w 6001406"/>
              <a:gd name="connsiteY28" fmla="*/ 4341198 h 5351329"/>
              <a:gd name="connsiteX29" fmla="*/ 6001406 w 6001406"/>
              <a:gd name="connsiteY29" fmla="*/ 4769870 h 5351329"/>
              <a:gd name="connsiteX30" fmla="*/ 5765637 w 6001406"/>
              <a:gd name="connsiteY30" fmla="*/ 5317824 h 5351329"/>
              <a:gd name="connsiteX31" fmla="*/ 4866358 w 6001406"/>
              <a:gd name="connsiteY31" fmla="*/ 5188291 h 5351329"/>
              <a:gd name="connsiteX32" fmla="*/ 3366248 w 6001406"/>
              <a:gd name="connsiteY32" fmla="*/ 3745528 h 5351329"/>
              <a:gd name="connsiteX33" fmla="*/ 1941945 w 6001406"/>
              <a:gd name="connsiteY33" fmla="*/ 3661056 h 5351329"/>
              <a:gd name="connsiteX34" fmla="*/ 0 w 6001406"/>
              <a:gd name="connsiteY34" fmla="*/ 5209005 h 5351329"/>
              <a:gd name="connsiteX35" fmla="*/ 0 w 6001406"/>
              <a:gd name="connsiteY35" fmla="*/ 1863147 h 5351329"/>
              <a:gd name="connsiteX0" fmla="*/ 0 w 6001406"/>
              <a:gd name="connsiteY0" fmla="*/ 1863147 h 5351329"/>
              <a:gd name="connsiteX1" fmla="*/ 3379476 w 6001406"/>
              <a:gd name="connsiteY1" fmla="*/ 1787062 h 5351329"/>
              <a:gd name="connsiteX2" fmla="*/ 4871949 w 6001406"/>
              <a:gd name="connsiteY2" fmla="*/ 245518 h 5351329"/>
              <a:gd name="connsiteX3" fmla="*/ 5777751 w 6001406"/>
              <a:gd name="connsiteY3" fmla="*/ 4157 h 5351329"/>
              <a:gd name="connsiteX4" fmla="*/ 6001406 w 6001406"/>
              <a:gd name="connsiteY4" fmla="*/ 515768 h 5351329"/>
              <a:gd name="connsiteX5" fmla="*/ 5777751 w 6001406"/>
              <a:gd name="connsiteY5" fmla="*/ 1015264 h 5351329"/>
              <a:gd name="connsiteX6" fmla="*/ 4848652 w 6001406"/>
              <a:gd name="connsiteY6" fmla="*/ 1117772 h 5351329"/>
              <a:gd name="connsiteX7" fmla="*/ 3970806 w 6001406"/>
              <a:gd name="connsiteY7" fmla="*/ 1949023 h 5351329"/>
              <a:gd name="connsiteX8" fmla="*/ 4865426 w 6001406"/>
              <a:gd name="connsiteY8" fmla="*/ 1209098 h 5351329"/>
              <a:gd name="connsiteX9" fmla="*/ 5776820 w 6001406"/>
              <a:gd name="connsiteY9" fmla="*/ 1106589 h 5351329"/>
              <a:gd name="connsiteX10" fmla="*/ 6000475 w 6001406"/>
              <a:gd name="connsiteY10" fmla="*/ 1586515 h 5351329"/>
              <a:gd name="connsiteX11" fmla="*/ 5776820 w 6001406"/>
              <a:gd name="connsiteY11" fmla="*/ 2100922 h 5351329"/>
              <a:gd name="connsiteX12" fmla="*/ 4872881 w 6001406"/>
              <a:gd name="connsiteY12" fmla="*/ 2147517 h 5351329"/>
              <a:gd name="connsiteX13" fmla="*/ 3969874 w 6001406"/>
              <a:gd name="connsiteY13" fmla="*/ 2435472 h 5351329"/>
              <a:gd name="connsiteX14" fmla="*/ 4860766 w 6001406"/>
              <a:gd name="connsiteY14" fmla="*/ 2212749 h 5351329"/>
              <a:gd name="connsiteX15" fmla="*/ 5775887 w 6001406"/>
              <a:gd name="connsiteY15" fmla="*/ 2168950 h 5351329"/>
              <a:gd name="connsiteX16" fmla="*/ 5999542 w 6001406"/>
              <a:gd name="connsiteY16" fmla="*/ 2676833 h 5351329"/>
              <a:gd name="connsiteX17" fmla="*/ 5770296 w 6001406"/>
              <a:gd name="connsiteY17" fmla="*/ 3180056 h 5351329"/>
              <a:gd name="connsiteX18" fmla="*/ 4868222 w 6001406"/>
              <a:gd name="connsiteY18" fmla="*/ 3149304 h 5351329"/>
              <a:gd name="connsiteX19" fmla="*/ 3969874 w 6001406"/>
              <a:gd name="connsiteY19" fmla="*/ 3002996 h 5351329"/>
              <a:gd name="connsiteX20" fmla="*/ 4857039 w 6001406"/>
              <a:gd name="connsiteY20" fmla="*/ 3198694 h 5351329"/>
              <a:gd name="connsiteX21" fmla="*/ 5764705 w 6001406"/>
              <a:gd name="connsiteY21" fmla="*/ 3259268 h 5351329"/>
              <a:gd name="connsiteX22" fmla="*/ 5999542 w 6001406"/>
              <a:gd name="connsiteY22" fmla="*/ 3759695 h 5351329"/>
              <a:gd name="connsiteX23" fmla="*/ 5777751 w 6001406"/>
              <a:gd name="connsiteY23" fmla="*/ 4243349 h 5351329"/>
              <a:gd name="connsiteX24" fmla="*/ 4866358 w 6001406"/>
              <a:gd name="connsiteY24" fmla="*/ 4185571 h 5351329"/>
              <a:gd name="connsiteX25" fmla="*/ 3971738 w 6001406"/>
              <a:gd name="connsiteY25" fmla="*/ 3563065 h 5351329"/>
              <a:gd name="connsiteX26" fmla="*/ 4866358 w 6001406"/>
              <a:gd name="connsiteY26" fmla="*/ 4300195 h 5351329"/>
              <a:gd name="connsiteX27" fmla="*/ 5777751 w 6001406"/>
              <a:gd name="connsiteY27" fmla="*/ 4341198 h 5351329"/>
              <a:gd name="connsiteX28" fmla="*/ 6001406 w 6001406"/>
              <a:gd name="connsiteY28" fmla="*/ 4769870 h 5351329"/>
              <a:gd name="connsiteX29" fmla="*/ 5765637 w 6001406"/>
              <a:gd name="connsiteY29" fmla="*/ 5317824 h 5351329"/>
              <a:gd name="connsiteX30" fmla="*/ 4866358 w 6001406"/>
              <a:gd name="connsiteY30" fmla="*/ 5188291 h 5351329"/>
              <a:gd name="connsiteX31" fmla="*/ 3366248 w 6001406"/>
              <a:gd name="connsiteY31" fmla="*/ 3745528 h 5351329"/>
              <a:gd name="connsiteX32" fmla="*/ 1941945 w 6001406"/>
              <a:gd name="connsiteY32" fmla="*/ 3661056 h 5351329"/>
              <a:gd name="connsiteX33" fmla="*/ 0 w 6001406"/>
              <a:gd name="connsiteY33" fmla="*/ 5209005 h 5351329"/>
              <a:gd name="connsiteX34" fmla="*/ 0 w 6001406"/>
              <a:gd name="connsiteY34" fmla="*/ 1863147 h 5351329"/>
              <a:gd name="connsiteX0" fmla="*/ 0 w 6001406"/>
              <a:gd name="connsiteY0" fmla="*/ 1863147 h 5351329"/>
              <a:gd name="connsiteX1" fmla="*/ 3379476 w 6001406"/>
              <a:gd name="connsiteY1" fmla="*/ 1787062 h 5351329"/>
              <a:gd name="connsiteX2" fmla="*/ 4871949 w 6001406"/>
              <a:gd name="connsiteY2" fmla="*/ 245518 h 5351329"/>
              <a:gd name="connsiteX3" fmla="*/ 5777751 w 6001406"/>
              <a:gd name="connsiteY3" fmla="*/ 4157 h 5351329"/>
              <a:gd name="connsiteX4" fmla="*/ 6001406 w 6001406"/>
              <a:gd name="connsiteY4" fmla="*/ 515768 h 5351329"/>
              <a:gd name="connsiteX5" fmla="*/ 5777751 w 6001406"/>
              <a:gd name="connsiteY5" fmla="*/ 1015264 h 5351329"/>
              <a:gd name="connsiteX6" fmla="*/ 4848652 w 6001406"/>
              <a:gd name="connsiteY6" fmla="*/ 1117772 h 5351329"/>
              <a:gd name="connsiteX7" fmla="*/ 3970806 w 6001406"/>
              <a:gd name="connsiteY7" fmla="*/ 1949023 h 5351329"/>
              <a:gd name="connsiteX8" fmla="*/ 4865426 w 6001406"/>
              <a:gd name="connsiteY8" fmla="*/ 1209098 h 5351329"/>
              <a:gd name="connsiteX9" fmla="*/ 5776820 w 6001406"/>
              <a:gd name="connsiteY9" fmla="*/ 1106589 h 5351329"/>
              <a:gd name="connsiteX10" fmla="*/ 6000475 w 6001406"/>
              <a:gd name="connsiteY10" fmla="*/ 1586515 h 5351329"/>
              <a:gd name="connsiteX11" fmla="*/ 5776820 w 6001406"/>
              <a:gd name="connsiteY11" fmla="*/ 2100922 h 5351329"/>
              <a:gd name="connsiteX12" fmla="*/ 4872881 w 6001406"/>
              <a:gd name="connsiteY12" fmla="*/ 2147517 h 5351329"/>
              <a:gd name="connsiteX13" fmla="*/ 3969874 w 6001406"/>
              <a:gd name="connsiteY13" fmla="*/ 2435472 h 5351329"/>
              <a:gd name="connsiteX14" fmla="*/ 4860766 w 6001406"/>
              <a:gd name="connsiteY14" fmla="*/ 2212749 h 5351329"/>
              <a:gd name="connsiteX15" fmla="*/ 5775887 w 6001406"/>
              <a:gd name="connsiteY15" fmla="*/ 2168950 h 5351329"/>
              <a:gd name="connsiteX16" fmla="*/ 5999542 w 6001406"/>
              <a:gd name="connsiteY16" fmla="*/ 2676833 h 5351329"/>
              <a:gd name="connsiteX17" fmla="*/ 5770296 w 6001406"/>
              <a:gd name="connsiteY17" fmla="*/ 3180056 h 5351329"/>
              <a:gd name="connsiteX18" fmla="*/ 4868222 w 6001406"/>
              <a:gd name="connsiteY18" fmla="*/ 3149304 h 5351329"/>
              <a:gd name="connsiteX19" fmla="*/ 3969874 w 6001406"/>
              <a:gd name="connsiteY19" fmla="*/ 3002996 h 5351329"/>
              <a:gd name="connsiteX20" fmla="*/ 4857039 w 6001406"/>
              <a:gd name="connsiteY20" fmla="*/ 3198694 h 5351329"/>
              <a:gd name="connsiteX21" fmla="*/ 5764705 w 6001406"/>
              <a:gd name="connsiteY21" fmla="*/ 3259268 h 5351329"/>
              <a:gd name="connsiteX22" fmla="*/ 5999542 w 6001406"/>
              <a:gd name="connsiteY22" fmla="*/ 3759695 h 5351329"/>
              <a:gd name="connsiteX23" fmla="*/ 5777751 w 6001406"/>
              <a:gd name="connsiteY23" fmla="*/ 4243349 h 5351329"/>
              <a:gd name="connsiteX24" fmla="*/ 4866358 w 6001406"/>
              <a:gd name="connsiteY24" fmla="*/ 4185571 h 5351329"/>
              <a:gd name="connsiteX25" fmla="*/ 3971738 w 6001406"/>
              <a:gd name="connsiteY25" fmla="*/ 3563065 h 5351329"/>
              <a:gd name="connsiteX26" fmla="*/ 4866358 w 6001406"/>
              <a:gd name="connsiteY26" fmla="*/ 4300195 h 5351329"/>
              <a:gd name="connsiteX27" fmla="*/ 5777751 w 6001406"/>
              <a:gd name="connsiteY27" fmla="*/ 4341198 h 5351329"/>
              <a:gd name="connsiteX28" fmla="*/ 6001406 w 6001406"/>
              <a:gd name="connsiteY28" fmla="*/ 4769870 h 5351329"/>
              <a:gd name="connsiteX29" fmla="*/ 5765637 w 6001406"/>
              <a:gd name="connsiteY29" fmla="*/ 5317824 h 5351329"/>
              <a:gd name="connsiteX30" fmla="*/ 4866358 w 6001406"/>
              <a:gd name="connsiteY30" fmla="*/ 5188291 h 5351329"/>
              <a:gd name="connsiteX31" fmla="*/ 3366248 w 6001406"/>
              <a:gd name="connsiteY31" fmla="*/ 3745528 h 5351329"/>
              <a:gd name="connsiteX32" fmla="*/ 0 w 6001406"/>
              <a:gd name="connsiteY32" fmla="*/ 5209005 h 5351329"/>
              <a:gd name="connsiteX33" fmla="*/ 0 w 6001406"/>
              <a:gd name="connsiteY33" fmla="*/ 1863147 h 5351329"/>
              <a:gd name="connsiteX0" fmla="*/ 2495550 w 6001406"/>
              <a:gd name="connsiteY0" fmla="*/ 2015547 h 5351329"/>
              <a:gd name="connsiteX1" fmla="*/ 3379476 w 6001406"/>
              <a:gd name="connsiteY1" fmla="*/ 1787062 h 5351329"/>
              <a:gd name="connsiteX2" fmla="*/ 4871949 w 6001406"/>
              <a:gd name="connsiteY2" fmla="*/ 245518 h 5351329"/>
              <a:gd name="connsiteX3" fmla="*/ 5777751 w 6001406"/>
              <a:gd name="connsiteY3" fmla="*/ 4157 h 5351329"/>
              <a:gd name="connsiteX4" fmla="*/ 6001406 w 6001406"/>
              <a:gd name="connsiteY4" fmla="*/ 515768 h 5351329"/>
              <a:gd name="connsiteX5" fmla="*/ 5777751 w 6001406"/>
              <a:gd name="connsiteY5" fmla="*/ 1015264 h 5351329"/>
              <a:gd name="connsiteX6" fmla="*/ 4848652 w 6001406"/>
              <a:gd name="connsiteY6" fmla="*/ 1117772 h 5351329"/>
              <a:gd name="connsiteX7" fmla="*/ 3970806 w 6001406"/>
              <a:gd name="connsiteY7" fmla="*/ 1949023 h 5351329"/>
              <a:gd name="connsiteX8" fmla="*/ 4865426 w 6001406"/>
              <a:gd name="connsiteY8" fmla="*/ 1209098 h 5351329"/>
              <a:gd name="connsiteX9" fmla="*/ 5776820 w 6001406"/>
              <a:gd name="connsiteY9" fmla="*/ 1106589 h 5351329"/>
              <a:gd name="connsiteX10" fmla="*/ 6000475 w 6001406"/>
              <a:gd name="connsiteY10" fmla="*/ 1586515 h 5351329"/>
              <a:gd name="connsiteX11" fmla="*/ 5776820 w 6001406"/>
              <a:gd name="connsiteY11" fmla="*/ 2100922 h 5351329"/>
              <a:gd name="connsiteX12" fmla="*/ 4872881 w 6001406"/>
              <a:gd name="connsiteY12" fmla="*/ 2147517 h 5351329"/>
              <a:gd name="connsiteX13" fmla="*/ 3969874 w 6001406"/>
              <a:gd name="connsiteY13" fmla="*/ 2435472 h 5351329"/>
              <a:gd name="connsiteX14" fmla="*/ 4860766 w 6001406"/>
              <a:gd name="connsiteY14" fmla="*/ 2212749 h 5351329"/>
              <a:gd name="connsiteX15" fmla="*/ 5775887 w 6001406"/>
              <a:gd name="connsiteY15" fmla="*/ 2168950 h 5351329"/>
              <a:gd name="connsiteX16" fmla="*/ 5999542 w 6001406"/>
              <a:gd name="connsiteY16" fmla="*/ 2676833 h 5351329"/>
              <a:gd name="connsiteX17" fmla="*/ 5770296 w 6001406"/>
              <a:gd name="connsiteY17" fmla="*/ 3180056 h 5351329"/>
              <a:gd name="connsiteX18" fmla="*/ 4868222 w 6001406"/>
              <a:gd name="connsiteY18" fmla="*/ 3149304 h 5351329"/>
              <a:gd name="connsiteX19" fmla="*/ 3969874 w 6001406"/>
              <a:gd name="connsiteY19" fmla="*/ 3002996 h 5351329"/>
              <a:gd name="connsiteX20" fmla="*/ 4857039 w 6001406"/>
              <a:gd name="connsiteY20" fmla="*/ 3198694 h 5351329"/>
              <a:gd name="connsiteX21" fmla="*/ 5764705 w 6001406"/>
              <a:gd name="connsiteY21" fmla="*/ 3259268 h 5351329"/>
              <a:gd name="connsiteX22" fmla="*/ 5999542 w 6001406"/>
              <a:gd name="connsiteY22" fmla="*/ 3759695 h 5351329"/>
              <a:gd name="connsiteX23" fmla="*/ 5777751 w 6001406"/>
              <a:gd name="connsiteY23" fmla="*/ 4243349 h 5351329"/>
              <a:gd name="connsiteX24" fmla="*/ 4866358 w 6001406"/>
              <a:gd name="connsiteY24" fmla="*/ 4185571 h 5351329"/>
              <a:gd name="connsiteX25" fmla="*/ 3971738 w 6001406"/>
              <a:gd name="connsiteY25" fmla="*/ 3563065 h 5351329"/>
              <a:gd name="connsiteX26" fmla="*/ 4866358 w 6001406"/>
              <a:gd name="connsiteY26" fmla="*/ 4300195 h 5351329"/>
              <a:gd name="connsiteX27" fmla="*/ 5777751 w 6001406"/>
              <a:gd name="connsiteY27" fmla="*/ 4341198 h 5351329"/>
              <a:gd name="connsiteX28" fmla="*/ 6001406 w 6001406"/>
              <a:gd name="connsiteY28" fmla="*/ 4769870 h 5351329"/>
              <a:gd name="connsiteX29" fmla="*/ 5765637 w 6001406"/>
              <a:gd name="connsiteY29" fmla="*/ 5317824 h 5351329"/>
              <a:gd name="connsiteX30" fmla="*/ 4866358 w 6001406"/>
              <a:gd name="connsiteY30" fmla="*/ 5188291 h 5351329"/>
              <a:gd name="connsiteX31" fmla="*/ 3366248 w 6001406"/>
              <a:gd name="connsiteY31" fmla="*/ 3745528 h 5351329"/>
              <a:gd name="connsiteX32" fmla="*/ 0 w 6001406"/>
              <a:gd name="connsiteY32" fmla="*/ 5209005 h 5351329"/>
              <a:gd name="connsiteX33" fmla="*/ 2495550 w 6001406"/>
              <a:gd name="connsiteY33" fmla="*/ 2015547 h 5351329"/>
              <a:gd name="connsiteX0" fmla="*/ 0 w 3505856"/>
              <a:gd name="connsiteY0" fmla="*/ 2015547 h 5351329"/>
              <a:gd name="connsiteX1" fmla="*/ 883926 w 3505856"/>
              <a:gd name="connsiteY1" fmla="*/ 1787062 h 5351329"/>
              <a:gd name="connsiteX2" fmla="*/ 2376399 w 3505856"/>
              <a:gd name="connsiteY2" fmla="*/ 245518 h 5351329"/>
              <a:gd name="connsiteX3" fmla="*/ 3282201 w 3505856"/>
              <a:gd name="connsiteY3" fmla="*/ 4157 h 5351329"/>
              <a:gd name="connsiteX4" fmla="*/ 3505856 w 3505856"/>
              <a:gd name="connsiteY4" fmla="*/ 515768 h 5351329"/>
              <a:gd name="connsiteX5" fmla="*/ 3282201 w 3505856"/>
              <a:gd name="connsiteY5" fmla="*/ 1015264 h 5351329"/>
              <a:gd name="connsiteX6" fmla="*/ 2353102 w 3505856"/>
              <a:gd name="connsiteY6" fmla="*/ 1117772 h 5351329"/>
              <a:gd name="connsiteX7" fmla="*/ 1475256 w 3505856"/>
              <a:gd name="connsiteY7" fmla="*/ 1949023 h 5351329"/>
              <a:gd name="connsiteX8" fmla="*/ 2369876 w 3505856"/>
              <a:gd name="connsiteY8" fmla="*/ 1209098 h 5351329"/>
              <a:gd name="connsiteX9" fmla="*/ 3281270 w 3505856"/>
              <a:gd name="connsiteY9" fmla="*/ 1106589 h 5351329"/>
              <a:gd name="connsiteX10" fmla="*/ 3504925 w 3505856"/>
              <a:gd name="connsiteY10" fmla="*/ 1586515 h 5351329"/>
              <a:gd name="connsiteX11" fmla="*/ 3281270 w 3505856"/>
              <a:gd name="connsiteY11" fmla="*/ 2100922 h 5351329"/>
              <a:gd name="connsiteX12" fmla="*/ 2377331 w 3505856"/>
              <a:gd name="connsiteY12" fmla="*/ 2147517 h 5351329"/>
              <a:gd name="connsiteX13" fmla="*/ 1474324 w 3505856"/>
              <a:gd name="connsiteY13" fmla="*/ 2435472 h 5351329"/>
              <a:gd name="connsiteX14" fmla="*/ 2365216 w 3505856"/>
              <a:gd name="connsiteY14" fmla="*/ 2212749 h 5351329"/>
              <a:gd name="connsiteX15" fmla="*/ 3280337 w 3505856"/>
              <a:gd name="connsiteY15" fmla="*/ 2168950 h 5351329"/>
              <a:gd name="connsiteX16" fmla="*/ 3503992 w 3505856"/>
              <a:gd name="connsiteY16" fmla="*/ 2676833 h 5351329"/>
              <a:gd name="connsiteX17" fmla="*/ 3274746 w 3505856"/>
              <a:gd name="connsiteY17" fmla="*/ 3180056 h 5351329"/>
              <a:gd name="connsiteX18" fmla="*/ 2372672 w 3505856"/>
              <a:gd name="connsiteY18" fmla="*/ 3149304 h 5351329"/>
              <a:gd name="connsiteX19" fmla="*/ 1474324 w 3505856"/>
              <a:gd name="connsiteY19" fmla="*/ 3002996 h 5351329"/>
              <a:gd name="connsiteX20" fmla="*/ 2361489 w 3505856"/>
              <a:gd name="connsiteY20" fmla="*/ 3198694 h 5351329"/>
              <a:gd name="connsiteX21" fmla="*/ 3269155 w 3505856"/>
              <a:gd name="connsiteY21" fmla="*/ 3259268 h 5351329"/>
              <a:gd name="connsiteX22" fmla="*/ 3503992 w 3505856"/>
              <a:gd name="connsiteY22" fmla="*/ 3759695 h 5351329"/>
              <a:gd name="connsiteX23" fmla="*/ 3282201 w 3505856"/>
              <a:gd name="connsiteY23" fmla="*/ 4243349 h 5351329"/>
              <a:gd name="connsiteX24" fmla="*/ 2370808 w 3505856"/>
              <a:gd name="connsiteY24" fmla="*/ 4185571 h 5351329"/>
              <a:gd name="connsiteX25" fmla="*/ 1476188 w 3505856"/>
              <a:gd name="connsiteY25" fmla="*/ 3563065 h 5351329"/>
              <a:gd name="connsiteX26" fmla="*/ 2370808 w 3505856"/>
              <a:gd name="connsiteY26" fmla="*/ 4300195 h 5351329"/>
              <a:gd name="connsiteX27" fmla="*/ 3282201 w 3505856"/>
              <a:gd name="connsiteY27" fmla="*/ 4341198 h 5351329"/>
              <a:gd name="connsiteX28" fmla="*/ 3505856 w 3505856"/>
              <a:gd name="connsiteY28" fmla="*/ 4769870 h 5351329"/>
              <a:gd name="connsiteX29" fmla="*/ 3270087 w 3505856"/>
              <a:gd name="connsiteY29" fmla="*/ 5317824 h 5351329"/>
              <a:gd name="connsiteX30" fmla="*/ 2370808 w 3505856"/>
              <a:gd name="connsiteY30" fmla="*/ 5188291 h 5351329"/>
              <a:gd name="connsiteX31" fmla="*/ 870698 w 3505856"/>
              <a:gd name="connsiteY31" fmla="*/ 3745528 h 5351329"/>
              <a:gd name="connsiteX32" fmla="*/ 0 w 3505856"/>
              <a:gd name="connsiteY32" fmla="*/ 3484980 h 5351329"/>
              <a:gd name="connsiteX33" fmla="*/ 0 w 3505856"/>
              <a:gd name="connsiteY33" fmla="*/ 2015547 h 5351329"/>
              <a:gd name="connsiteX0" fmla="*/ 9525 w 3515381"/>
              <a:gd name="connsiteY0" fmla="*/ 2015547 h 5351329"/>
              <a:gd name="connsiteX1" fmla="*/ 893451 w 3515381"/>
              <a:gd name="connsiteY1" fmla="*/ 1787062 h 5351329"/>
              <a:gd name="connsiteX2" fmla="*/ 2385924 w 3515381"/>
              <a:gd name="connsiteY2" fmla="*/ 245518 h 5351329"/>
              <a:gd name="connsiteX3" fmla="*/ 3291726 w 3515381"/>
              <a:gd name="connsiteY3" fmla="*/ 4157 h 5351329"/>
              <a:gd name="connsiteX4" fmla="*/ 3515381 w 3515381"/>
              <a:gd name="connsiteY4" fmla="*/ 515768 h 5351329"/>
              <a:gd name="connsiteX5" fmla="*/ 3291726 w 3515381"/>
              <a:gd name="connsiteY5" fmla="*/ 1015264 h 5351329"/>
              <a:gd name="connsiteX6" fmla="*/ 2362627 w 3515381"/>
              <a:gd name="connsiteY6" fmla="*/ 1117772 h 5351329"/>
              <a:gd name="connsiteX7" fmla="*/ 1484781 w 3515381"/>
              <a:gd name="connsiteY7" fmla="*/ 1949023 h 5351329"/>
              <a:gd name="connsiteX8" fmla="*/ 2379401 w 3515381"/>
              <a:gd name="connsiteY8" fmla="*/ 1209098 h 5351329"/>
              <a:gd name="connsiteX9" fmla="*/ 3290795 w 3515381"/>
              <a:gd name="connsiteY9" fmla="*/ 1106589 h 5351329"/>
              <a:gd name="connsiteX10" fmla="*/ 3514450 w 3515381"/>
              <a:gd name="connsiteY10" fmla="*/ 1586515 h 5351329"/>
              <a:gd name="connsiteX11" fmla="*/ 3290795 w 3515381"/>
              <a:gd name="connsiteY11" fmla="*/ 2100922 h 5351329"/>
              <a:gd name="connsiteX12" fmla="*/ 2386856 w 3515381"/>
              <a:gd name="connsiteY12" fmla="*/ 2147517 h 5351329"/>
              <a:gd name="connsiteX13" fmla="*/ 1483849 w 3515381"/>
              <a:gd name="connsiteY13" fmla="*/ 2435472 h 5351329"/>
              <a:gd name="connsiteX14" fmla="*/ 2374741 w 3515381"/>
              <a:gd name="connsiteY14" fmla="*/ 2212749 h 5351329"/>
              <a:gd name="connsiteX15" fmla="*/ 3289862 w 3515381"/>
              <a:gd name="connsiteY15" fmla="*/ 2168950 h 5351329"/>
              <a:gd name="connsiteX16" fmla="*/ 3513517 w 3515381"/>
              <a:gd name="connsiteY16" fmla="*/ 2676833 h 5351329"/>
              <a:gd name="connsiteX17" fmla="*/ 3284271 w 3515381"/>
              <a:gd name="connsiteY17" fmla="*/ 3180056 h 5351329"/>
              <a:gd name="connsiteX18" fmla="*/ 2382197 w 3515381"/>
              <a:gd name="connsiteY18" fmla="*/ 3149304 h 5351329"/>
              <a:gd name="connsiteX19" fmla="*/ 1483849 w 3515381"/>
              <a:gd name="connsiteY19" fmla="*/ 3002996 h 5351329"/>
              <a:gd name="connsiteX20" fmla="*/ 2371014 w 3515381"/>
              <a:gd name="connsiteY20" fmla="*/ 3198694 h 5351329"/>
              <a:gd name="connsiteX21" fmla="*/ 3278680 w 3515381"/>
              <a:gd name="connsiteY21" fmla="*/ 3259268 h 5351329"/>
              <a:gd name="connsiteX22" fmla="*/ 3513517 w 3515381"/>
              <a:gd name="connsiteY22" fmla="*/ 3759695 h 5351329"/>
              <a:gd name="connsiteX23" fmla="*/ 3291726 w 3515381"/>
              <a:gd name="connsiteY23" fmla="*/ 4243349 h 5351329"/>
              <a:gd name="connsiteX24" fmla="*/ 2380333 w 3515381"/>
              <a:gd name="connsiteY24" fmla="*/ 4185571 h 5351329"/>
              <a:gd name="connsiteX25" fmla="*/ 1485713 w 3515381"/>
              <a:gd name="connsiteY25" fmla="*/ 3563065 h 5351329"/>
              <a:gd name="connsiteX26" fmla="*/ 2380333 w 3515381"/>
              <a:gd name="connsiteY26" fmla="*/ 4300195 h 5351329"/>
              <a:gd name="connsiteX27" fmla="*/ 3291726 w 3515381"/>
              <a:gd name="connsiteY27" fmla="*/ 4341198 h 5351329"/>
              <a:gd name="connsiteX28" fmla="*/ 3515381 w 3515381"/>
              <a:gd name="connsiteY28" fmla="*/ 4769870 h 5351329"/>
              <a:gd name="connsiteX29" fmla="*/ 3279612 w 3515381"/>
              <a:gd name="connsiteY29" fmla="*/ 5317824 h 5351329"/>
              <a:gd name="connsiteX30" fmla="*/ 2380333 w 3515381"/>
              <a:gd name="connsiteY30" fmla="*/ 5188291 h 5351329"/>
              <a:gd name="connsiteX31" fmla="*/ 880223 w 3515381"/>
              <a:gd name="connsiteY31" fmla="*/ 3745528 h 5351329"/>
              <a:gd name="connsiteX32" fmla="*/ 0 w 3515381"/>
              <a:gd name="connsiteY32" fmla="*/ 3646905 h 5351329"/>
              <a:gd name="connsiteX33" fmla="*/ 9525 w 3515381"/>
              <a:gd name="connsiteY33" fmla="*/ 2015547 h 5351329"/>
              <a:gd name="connsiteX0" fmla="*/ 0 w 3534431"/>
              <a:gd name="connsiteY0" fmla="*/ 1872672 h 5351329"/>
              <a:gd name="connsiteX1" fmla="*/ 912501 w 3534431"/>
              <a:gd name="connsiteY1" fmla="*/ 1787062 h 5351329"/>
              <a:gd name="connsiteX2" fmla="*/ 2404974 w 3534431"/>
              <a:gd name="connsiteY2" fmla="*/ 245518 h 5351329"/>
              <a:gd name="connsiteX3" fmla="*/ 3310776 w 3534431"/>
              <a:gd name="connsiteY3" fmla="*/ 4157 h 5351329"/>
              <a:gd name="connsiteX4" fmla="*/ 3534431 w 3534431"/>
              <a:gd name="connsiteY4" fmla="*/ 515768 h 5351329"/>
              <a:gd name="connsiteX5" fmla="*/ 3310776 w 3534431"/>
              <a:gd name="connsiteY5" fmla="*/ 1015264 h 5351329"/>
              <a:gd name="connsiteX6" fmla="*/ 2381677 w 3534431"/>
              <a:gd name="connsiteY6" fmla="*/ 1117772 h 5351329"/>
              <a:gd name="connsiteX7" fmla="*/ 1503831 w 3534431"/>
              <a:gd name="connsiteY7" fmla="*/ 1949023 h 5351329"/>
              <a:gd name="connsiteX8" fmla="*/ 2398451 w 3534431"/>
              <a:gd name="connsiteY8" fmla="*/ 1209098 h 5351329"/>
              <a:gd name="connsiteX9" fmla="*/ 3309845 w 3534431"/>
              <a:gd name="connsiteY9" fmla="*/ 1106589 h 5351329"/>
              <a:gd name="connsiteX10" fmla="*/ 3533500 w 3534431"/>
              <a:gd name="connsiteY10" fmla="*/ 1586515 h 5351329"/>
              <a:gd name="connsiteX11" fmla="*/ 3309845 w 3534431"/>
              <a:gd name="connsiteY11" fmla="*/ 2100922 h 5351329"/>
              <a:gd name="connsiteX12" fmla="*/ 2405906 w 3534431"/>
              <a:gd name="connsiteY12" fmla="*/ 2147517 h 5351329"/>
              <a:gd name="connsiteX13" fmla="*/ 1502899 w 3534431"/>
              <a:gd name="connsiteY13" fmla="*/ 2435472 h 5351329"/>
              <a:gd name="connsiteX14" fmla="*/ 2393791 w 3534431"/>
              <a:gd name="connsiteY14" fmla="*/ 2212749 h 5351329"/>
              <a:gd name="connsiteX15" fmla="*/ 3308912 w 3534431"/>
              <a:gd name="connsiteY15" fmla="*/ 2168950 h 5351329"/>
              <a:gd name="connsiteX16" fmla="*/ 3532567 w 3534431"/>
              <a:gd name="connsiteY16" fmla="*/ 2676833 h 5351329"/>
              <a:gd name="connsiteX17" fmla="*/ 3303321 w 3534431"/>
              <a:gd name="connsiteY17" fmla="*/ 3180056 h 5351329"/>
              <a:gd name="connsiteX18" fmla="*/ 2401247 w 3534431"/>
              <a:gd name="connsiteY18" fmla="*/ 3149304 h 5351329"/>
              <a:gd name="connsiteX19" fmla="*/ 1502899 w 3534431"/>
              <a:gd name="connsiteY19" fmla="*/ 3002996 h 5351329"/>
              <a:gd name="connsiteX20" fmla="*/ 2390064 w 3534431"/>
              <a:gd name="connsiteY20" fmla="*/ 3198694 h 5351329"/>
              <a:gd name="connsiteX21" fmla="*/ 3297730 w 3534431"/>
              <a:gd name="connsiteY21" fmla="*/ 3259268 h 5351329"/>
              <a:gd name="connsiteX22" fmla="*/ 3532567 w 3534431"/>
              <a:gd name="connsiteY22" fmla="*/ 3759695 h 5351329"/>
              <a:gd name="connsiteX23" fmla="*/ 3310776 w 3534431"/>
              <a:gd name="connsiteY23" fmla="*/ 4243349 h 5351329"/>
              <a:gd name="connsiteX24" fmla="*/ 2399383 w 3534431"/>
              <a:gd name="connsiteY24" fmla="*/ 4185571 h 5351329"/>
              <a:gd name="connsiteX25" fmla="*/ 1504763 w 3534431"/>
              <a:gd name="connsiteY25" fmla="*/ 3563065 h 5351329"/>
              <a:gd name="connsiteX26" fmla="*/ 2399383 w 3534431"/>
              <a:gd name="connsiteY26" fmla="*/ 4300195 h 5351329"/>
              <a:gd name="connsiteX27" fmla="*/ 3310776 w 3534431"/>
              <a:gd name="connsiteY27" fmla="*/ 4341198 h 5351329"/>
              <a:gd name="connsiteX28" fmla="*/ 3534431 w 3534431"/>
              <a:gd name="connsiteY28" fmla="*/ 4769870 h 5351329"/>
              <a:gd name="connsiteX29" fmla="*/ 3298662 w 3534431"/>
              <a:gd name="connsiteY29" fmla="*/ 5317824 h 5351329"/>
              <a:gd name="connsiteX30" fmla="*/ 2399383 w 3534431"/>
              <a:gd name="connsiteY30" fmla="*/ 5188291 h 5351329"/>
              <a:gd name="connsiteX31" fmla="*/ 899273 w 3534431"/>
              <a:gd name="connsiteY31" fmla="*/ 3745528 h 5351329"/>
              <a:gd name="connsiteX32" fmla="*/ 19050 w 3534431"/>
              <a:gd name="connsiteY32" fmla="*/ 3646905 h 5351329"/>
              <a:gd name="connsiteX33" fmla="*/ 0 w 3534431"/>
              <a:gd name="connsiteY33" fmla="*/ 1872672 h 5351329"/>
              <a:gd name="connsiteX0" fmla="*/ 0 w 3534431"/>
              <a:gd name="connsiteY0" fmla="*/ 1872672 h 5351329"/>
              <a:gd name="connsiteX1" fmla="*/ 912501 w 3534431"/>
              <a:gd name="connsiteY1" fmla="*/ 1787062 h 5351329"/>
              <a:gd name="connsiteX2" fmla="*/ 2404974 w 3534431"/>
              <a:gd name="connsiteY2" fmla="*/ 245518 h 5351329"/>
              <a:gd name="connsiteX3" fmla="*/ 3310776 w 3534431"/>
              <a:gd name="connsiteY3" fmla="*/ 4157 h 5351329"/>
              <a:gd name="connsiteX4" fmla="*/ 3534431 w 3534431"/>
              <a:gd name="connsiteY4" fmla="*/ 515768 h 5351329"/>
              <a:gd name="connsiteX5" fmla="*/ 3310776 w 3534431"/>
              <a:gd name="connsiteY5" fmla="*/ 1015264 h 5351329"/>
              <a:gd name="connsiteX6" fmla="*/ 2381677 w 3534431"/>
              <a:gd name="connsiteY6" fmla="*/ 1117772 h 5351329"/>
              <a:gd name="connsiteX7" fmla="*/ 1503831 w 3534431"/>
              <a:gd name="connsiteY7" fmla="*/ 1949023 h 5351329"/>
              <a:gd name="connsiteX8" fmla="*/ 2398451 w 3534431"/>
              <a:gd name="connsiteY8" fmla="*/ 1209098 h 5351329"/>
              <a:gd name="connsiteX9" fmla="*/ 3309845 w 3534431"/>
              <a:gd name="connsiteY9" fmla="*/ 1106589 h 5351329"/>
              <a:gd name="connsiteX10" fmla="*/ 3533500 w 3534431"/>
              <a:gd name="connsiteY10" fmla="*/ 1586515 h 5351329"/>
              <a:gd name="connsiteX11" fmla="*/ 3309845 w 3534431"/>
              <a:gd name="connsiteY11" fmla="*/ 2100922 h 5351329"/>
              <a:gd name="connsiteX12" fmla="*/ 2405906 w 3534431"/>
              <a:gd name="connsiteY12" fmla="*/ 2147517 h 5351329"/>
              <a:gd name="connsiteX13" fmla="*/ 1502899 w 3534431"/>
              <a:gd name="connsiteY13" fmla="*/ 2435472 h 5351329"/>
              <a:gd name="connsiteX14" fmla="*/ 2393791 w 3534431"/>
              <a:gd name="connsiteY14" fmla="*/ 2212749 h 5351329"/>
              <a:gd name="connsiteX15" fmla="*/ 3308912 w 3534431"/>
              <a:gd name="connsiteY15" fmla="*/ 2168950 h 5351329"/>
              <a:gd name="connsiteX16" fmla="*/ 3532567 w 3534431"/>
              <a:gd name="connsiteY16" fmla="*/ 2676833 h 5351329"/>
              <a:gd name="connsiteX17" fmla="*/ 3303321 w 3534431"/>
              <a:gd name="connsiteY17" fmla="*/ 3180056 h 5351329"/>
              <a:gd name="connsiteX18" fmla="*/ 2401247 w 3534431"/>
              <a:gd name="connsiteY18" fmla="*/ 3149304 h 5351329"/>
              <a:gd name="connsiteX19" fmla="*/ 1502899 w 3534431"/>
              <a:gd name="connsiteY19" fmla="*/ 3002996 h 5351329"/>
              <a:gd name="connsiteX20" fmla="*/ 2390064 w 3534431"/>
              <a:gd name="connsiteY20" fmla="*/ 3198694 h 5351329"/>
              <a:gd name="connsiteX21" fmla="*/ 3297730 w 3534431"/>
              <a:gd name="connsiteY21" fmla="*/ 3259268 h 5351329"/>
              <a:gd name="connsiteX22" fmla="*/ 3532567 w 3534431"/>
              <a:gd name="connsiteY22" fmla="*/ 3759695 h 5351329"/>
              <a:gd name="connsiteX23" fmla="*/ 3310776 w 3534431"/>
              <a:gd name="connsiteY23" fmla="*/ 4243349 h 5351329"/>
              <a:gd name="connsiteX24" fmla="*/ 2399383 w 3534431"/>
              <a:gd name="connsiteY24" fmla="*/ 4185571 h 5351329"/>
              <a:gd name="connsiteX25" fmla="*/ 1504763 w 3534431"/>
              <a:gd name="connsiteY25" fmla="*/ 3563065 h 5351329"/>
              <a:gd name="connsiteX26" fmla="*/ 2399383 w 3534431"/>
              <a:gd name="connsiteY26" fmla="*/ 4300195 h 5351329"/>
              <a:gd name="connsiteX27" fmla="*/ 3310776 w 3534431"/>
              <a:gd name="connsiteY27" fmla="*/ 4341198 h 5351329"/>
              <a:gd name="connsiteX28" fmla="*/ 3534431 w 3534431"/>
              <a:gd name="connsiteY28" fmla="*/ 4769870 h 5351329"/>
              <a:gd name="connsiteX29" fmla="*/ 3298662 w 3534431"/>
              <a:gd name="connsiteY29" fmla="*/ 5317824 h 5351329"/>
              <a:gd name="connsiteX30" fmla="*/ 2399383 w 3534431"/>
              <a:gd name="connsiteY30" fmla="*/ 5188291 h 5351329"/>
              <a:gd name="connsiteX31" fmla="*/ 899273 w 3534431"/>
              <a:gd name="connsiteY31" fmla="*/ 3745528 h 5351329"/>
              <a:gd name="connsiteX32" fmla="*/ 19050 w 3534431"/>
              <a:gd name="connsiteY32" fmla="*/ 3646905 h 5351329"/>
              <a:gd name="connsiteX33" fmla="*/ 0 w 3534431"/>
              <a:gd name="connsiteY33" fmla="*/ 1872672 h 5351329"/>
              <a:gd name="connsiteX0" fmla="*/ 0 w 3534431"/>
              <a:gd name="connsiteY0" fmla="*/ 1875261 h 5353918"/>
              <a:gd name="connsiteX1" fmla="*/ 2404974 w 3534431"/>
              <a:gd name="connsiteY1" fmla="*/ 248107 h 5353918"/>
              <a:gd name="connsiteX2" fmla="*/ 3310776 w 3534431"/>
              <a:gd name="connsiteY2" fmla="*/ 6746 h 5353918"/>
              <a:gd name="connsiteX3" fmla="*/ 3534431 w 3534431"/>
              <a:gd name="connsiteY3" fmla="*/ 518357 h 5353918"/>
              <a:gd name="connsiteX4" fmla="*/ 3310776 w 3534431"/>
              <a:gd name="connsiteY4" fmla="*/ 1017853 h 5353918"/>
              <a:gd name="connsiteX5" fmla="*/ 2381677 w 3534431"/>
              <a:gd name="connsiteY5" fmla="*/ 1120361 h 5353918"/>
              <a:gd name="connsiteX6" fmla="*/ 1503831 w 3534431"/>
              <a:gd name="connsiteY6" fmla="*/ 1951612 h 5353918"/>
              <a:gd name="connsiteX7" fmla="*/ 2398451 w 3534431"/>
              <a:gd name="connsiteY7" fmla="*/ 1211687 h 5353918"/>
              <a:gd name="connsiteX8" fmla="*/ 3309845 w 3534431"/>
              <a:gd name="connsiteY8" fmla="*/ 1109178 h 5353918"/>
              <a:gd name="connsiteX9" fmla="*/ 3533500 w 3534431"/>
              <a:gd name="connsiteY9" fmla="*/ 1589104 h 5353918"/>
              <a:gd name="connsiteX10" fmla="*/ 3309845 w 3534431"/>
              <a:gd name="connsiteY10" fmla="*/ 2103511 h 5353918"/>
              <a:gd name="connsiteX11" fmla="*/ 2405906 w 3534431"/>
              <a:gd name="connsiteY11" fmla="*/ 2150106 h 5353918"/>
              <a:gd name="connsiteX12" fmla="*/ 1502899 w 3534431"/>
              <a:gd name="connsiteY12" fmla="*/ 2438061 h 5353918"/>
              <a:gd name="connsiteX13" fmla="*/ 2393791 w 3534431"/>
              <a:gd name="connsiteY13" fmla="*/ 2215338 h 5353918"/>
              <a:gd name="connsiteX14" fmla="*/ 3308912 w 3534431"/>
              <a:gd name="connsiteY14" fmla="*/ 2171539 h 5353918"/>
              <a:gd name="connsiteX15" fmla="*/ 3532567 w 3534431"/>
              <a:gd name="connsiteY15" fmla="*/ 2679422 h 5353918"/>
              <a:gd name="connsiteX16" fmla="*/ 3303321 w 3534431"/>
              <a:gd name="connsiteY16" fmla="*/ 3182645 h 5353918"/>
              <a:gd name="connsiteX17" fmla="*/ 2401247 w 3534431"/>
              <a:gd name="connsiteY17" fmla="*/ 3151893 h 5353918"/>
              <a:gd name="connsiteX18" fmla="*/ 1502899 w 3534431"/>
              <a:gd name="connsiteY18" fmla="*/ 3005585 h 5353918"/>
              <a:gd name="connsiteX19" fmla="*/ 2390064 w 3534431"/>
              <a:gd name="connsiteY19" fmla="*/ 3201283 h 5353918"/>
              <a:gd name="connsiteX20" fmla="*/ 3297730 w 3534431"/>
              <a:gd name="connsiteY20" fmla="*/ 3261857 h 5353918"/>
              <a:gd name="connsiteX21" fmla="*/ 3532567 w 3534431"/>
              <a:gd name="connsiteY21" fmla="*/ 3762284 h 5353918"/>
              <a:gd name="connsiteX22" fmla="*/ 3310776 w 3534431"/>
              <a:gd name="connsiteY22" fmla="*/ 4245938 h 5353918"/>
              <a:gd name="connsiteX23" fmla="*/ 2399383 w 3534431"/>
              <a:gd name="connsiteY23" fmla="*/ 4188160 h 5353918"/>
              <a:gd name="connsiteX24" fmla="*/ 1504763 w 3534431"/>
              <a:gd name="connsiteY24" fmla="*/ 3565654 h 5353918"/>
              <a:gd name="connsiteX25" fmla="*/ 2399383 w 3534431"/>
              <a:gd name="connsiteY25" fmla="*/ 4302784 h 5353918"/>
              <a:gd name="connsiteX26" fmla="*/ 3310776 w 3534431"/>
              <a:gd name="connsiteY26" fmla="*/ 4343787 h 5353918"/>
              <a:gd name="connsiteX27" fmla="*/ 3534431 w 3534431"/>
              <a:gd name="connsiteY27" fmla="*/ 4772459 h 5353918"/>
              <a:gd name="connsiteX28" fmla="*/ 3298662 w 3534431"/>
              <a:gd name="connsiteY28" fmla="*/ 5320413 h 5353918"/>
              <a:gd name="connsiteX29" fmla="*/ 2399383 w 3534431"/>
              <a:gd name="connsiteY29" fmla="*/ 5190880 h 5353918"/>
              <a:gd name="connsiteX30" fmla="*/ 899273 w 3534431"/>
              <a:gd name="connsiteY30" fmla="*/ 3748117 h 5353918"/>
              <a:gd name="connsiteX31" fmla="*/ 19050 w 3534431"/>
              <a:gd name="connsiteY31" fmla="*/ 3649494 h 5353918"/>
              <a:gd name="connsiteX32" fmla="*/ 0 w 3534431"/>
              <a:gd name="connsiteY32" fmla="*/ 1875261 h 5353918"/>
              <a:gd name="connsiteX0" fmla="*/ 0 w 3534431"/>
              <a:gd name="connsiteY0" fmla="*/ 1875261 h 5360203"/>
              <a:gd name="connsiteX1" fmla="*/ 2404974 w 3534431"/>
              <a:gd name="connsiteY1" fmla="*/ 248107 h 5360203"/>
              <a:gd name="connsiteX2" fmla="*/ 3310776 w 3534431"/>
              <a:gd name="connsiteY2" fmla="*/ 6746 h 5360203"/>
              <a:gd name="connsiteX3" fmla="*/ 3534431 w 3534431"/>
              <a:gd name="connsiteY3" fmla="*/ 518357 h 5360203"/>
              <a:gd name="connsiteX4" fmla="*/ 3310776 w 3534431"/>
              <a:gd name="connsiteY4" fmla="*/ 1017853 h 5360203"/>
              <a:gd name="connsiteX5" fmla="*/ 2381677 w 3534431"/>
              <a:gd name="connsiteY5" fmla="*/ 1120361 h 5360203"/>
              <a:gd name="connsiteX6" fmla="*/ 1503831 w 3534431"/>
              <a:gd name="connsiteY6" fmla="*/ 1951612 h 5360203"/>
              <a:gd name="connsiteX7" fmla="*/ 2398451 w 3534431"/>
              <a:gd name="connsiteY7" fmla="*/ 1211687 h 5360203"/>
              <a:gd name="connsiteX8" fmla="*/ 3309845 w 3534431"/>
              <a:gd name="connsiteY8" fmla="*/ 1109178 h 5360203"/>
              <a:gd name="connsiteX9" fmla="*/ 3533500 w 3534431"/>
              <a:gd name="connsiteY9" fmla="*/ 1589104 h 5360203"/>
              <a:gd name="connsiteX10" fmla="*/ 3309845 w 3534431"/>
              <a:gd name="connsiteY10" fmla="*/ 2103511 h 5360203"/>
              <a:gd name="connsiteX11" fmla="*/ 2405906 w 3534431"/>
              <a:gd name="connsiteY11" fmla="*/ 2150106 h 5360203"/>
              <a:gd name="connsiteX12" fmla="*/ 1502899 w 3534431"/>
              <a:gd name="connsiteY12" fmla="*/ 2438061 h 5360203"/>
              <a:gd name="connsiteX13" fmla="*/ 2393791 w 3534431"/>
              <a:gd name="connsiteY13" fmla="*/ 2215338 h 5360203"/>
              <a:gd name="connsiteX14" fmla="*/ 3308912 w 3534431"/>
              <a:gd name="connsiteY14" fmla="*/ 2171539 h 5360203"/>
              <a:gd name="connsiteX15" fmla="*/ 3532567 w 3534431"/>
              <a:gd name="connsiteY15" fmla="*/ 2679422 h 5360203"/>
              <a:gd name="connsiteX16" fmla="*/ 3303321 w 3534431"/>
              <a:gd name="connsiteY16" fmla="*/ 3182645 h 5360203"/>
              <a:gd name="connsiteX17" fmla="*/ 2401247 w 3534431"/>
              <a:gd name="connsiteY17" fmla="*/ 3151893 h 5360203"/>
              <a:gd name="connsiteX18" fmla="*/ 1502899 w 3534431"/>
              <a:gd name="connsiteY18" fmla="*/ 3005585 h 5360203"/>
              <a:gd name="connsiteX19" fmla="*/ 2390064 w 3534431"/>
              <a:gd name="connsiteY19" fmla="*/ 3201283 h 5360203"/>
              <a:gd name="connsiteX20" fmla="*/ 3297730 w 3534431"/>
              <a:gd name="connsiteY20" fmla="*/ 3261857 h 5360203"/>
              <a:gd name="connsiteX21" fmla="*/ 3532567 w 3534431"/>
              <a:gd name="connsiteY21" fmla="*/ 3762284 h 5360203"/>
              <a:gd name="connsiteX22" fmla="*/ 3310776 w 3534431"/>
              <a:gd name="connsiteY22" fmla="*/ 4245938 h 5360203"/>
              <a:gd name="connsiteX23" fmla="*/ 2399383 w 3534431"/>
              <a:gd name="connsiteY23" fmla="*/ 4188160 h 5360203"/>
              <a:gd name="connsiteX24" fmla="*/ 1504763 w 3534431"/>
              <a:gd name="connsiteY24" fmla="*/ 3565654 h 5360203"/>
              <a:gd name="connsiteX25" fmla="*/ 2399383 w 3534431"/>
              <a:gd name="connsiteY25" fmla="*/ 4302784 h 5360203"/>
              <a:gd name="connsiteX26" fmla="*/ 3310776 w 3534431"/>
              <a:gd name="connsiteY26" fmla="*/ 4343787 h 5360203"/>
              <a:gd name="connsiteX27" fmla="*/ 3534431 w 3534431"/>
              <a:gd name="connsiteY27" fmla="*/ 4772459 h 5360203"/>
              <a:gd name="connsiteX28" fmla="*/ 3298662 w 3534431"/>
              <a:gd name="connsiteY28" fmla="*/ 5320413 h 5360203"/>
              <a:gd name="connsiteX29" fmla="*/ 2399383 w 3534431"/>
              <a:gd name="connsiteY29" fmla="*/ 5190880 h 5360203"/>
              <a:gd name="connsiteX30" fmla="*/ 19050 w 3534431"/>
              <a:gd name="connsiteY30" fmla="*/ 3649494 h 5360203"/>
              <a:gd name="connsiteX31" fmla="*/ 0 w 3534431"/>
              <a:gd name="connsiteY31" fmla="*/ 1875261 h 5360203"/>
              <a:gd name="connsiteX0" fmla="*/ 0 w 3534431"/>
              <a:gd name="connsiteY0" fmla="*/ 1875261 h 5360203"/>
              <a:gd name="connsiteX1" fmla="*/ 2404974 w 3534431"/>
              <a:gd name="connsiteY1" fmla="*/ 248107 h 5360203"/>
              <a:gd name="connsiteX2" fmla="*/ 3310776 w 3534431"/>
              <a:gd name="connsiteY2" fmla="*/ 6746 h 5360203"/>
              <a:gd name="connsiteX3" fmla="*/ 3534431 w 3534431"/>
              <a:gd name="connsiteY3" fmla="*/ 518357 h 5360203"/>
              <a:gd name="connsiteX4" fmla="*/ 3310776 w 3534431"/>
              <a:gd name="connsiteY4" fmla="*/ 1017853 h 5360203"/>
              <a:gd name="connsiteX5" fmla="*/ 2381677 w 3534431"/>
              <a:gd name="connsiteY5" fmla="*/ 1120361 h 5360203"/>
              <a:gd name="connsiteX6" fmla="*/ 1503831 w 3534431"/>
              <a:gd name="connsiteY6" fmla="*/ 1951612 h 5360203"/>
              <a:gd name="connsiteX7" fmla="*/ 2398451 w 3534431"/>
              <a:gd name="connsiteY7" fmla="*/ 1211687 h 5360203"/>
              <a:gd name="connsiteX8" fmla="*/ 3309845 w 3534431"/>
              <a:gd name="connsiteY8" fmla="*/ 1109178 h 5360203"/>
              <a:gd name="connsiteX9" fmla="*/ 3533500 w 3534431"/>
              <a:gd name="connsiteY9" fmla="*/ 1589104 h 5360203"/>
              <a:gd name="connsiteX10" fmla="*/ 3309845 w 3534431"/>
              <a:gd name="connsiteY10" fmla="*/ 2103511 h 5360203"/>
              <a:gd name="connsiteX11" fmla="*/ 2405906 w 3534431"/>
              <a:gd name="connsiteY11" fmla="*/ 2150106 h 5360203"/>
              <a:gd name="connsiteX12" fmla="*/ 1502899 w 3534431"/>
              <a:gd name="connsiteY12" fmla="*/ 2438061 h 5360203"/>
              <a:gd name="connsiteX13" fmla="*/ 2393791 w 3534431"/>
              <a:gd name="connsiteY13" fmla="*/ 2215338 h 5360203"/>
              <a:gd name="connsiteX14" fmla="*/ 3308912 w 3534431"/>
              <a:gd name="connsiteY14" fmla="*/ 2171539 h 5360203"/>
              <a:gd name="connsiteX15" fmla="*/ 3532567 w 3534431"/>
              <a:gd name="connsiteY15" fmla="*/ 2679422 h 5360203"/>
              <a:gd name="connsiteX16" fmla="*/ 3303321 w 3534431"/>
              <a:gd name="connsiteY16" fmla="*/ 3182645 h 5360203"/>
              <a:gd name="connsiteX17" fmla="*/ 2401247 w 3534431"/>
              <a:gd name="connsiteY17" fmla="*/ 3151893 h 5360203"/>
              <a:gd name="connsiteX18" fmla="*/ 1502899 w 3534431"/>
              <a:gd name="connsiteY18" fmla="*/ 3005585 h 5360203"/>
              <a:gd name="connsiteX19" fmla="*/ 2390064 w 3534431"/>
              <a:gd name="connsiteY19" fmla="*/ 3201283 h 5360203"/>
              <a:gd name="connsiteX20" fmla="*/ 3297730 w 3534431"/>
              <a:gd name="connsiteY20" fmla="*/ 3261857 h 5360203"/>
              <a:gd name="connsiteX21" fmla="*/ 3532567 w 3534431"/>
              <a:gd name="connsiteY21" fmla="*/ 3762284 h 5360203"/>
              <a:gd name="connsiteX22" fmla="*/ 3310776 w 3534431"/>
              <a:gd name="connsiteY22" fmla="*/ 4245938 h 5360203"/>
              <a:gd name="connsiteX23" fmla="*/ 2399383 w 3534431"/>
              <a:gd name="connsiteY23" fmla="*/ 4188160 h 5360203"/>
              <a:gd name="connsiteX24" fmla="*/ 1504763 w 3534431"/>
              <a:gd name="connsiteY24" fmla="*/ 3565654 h 5360203"/>
              <a:gd name="connsiteX25" fmla="*/ 2399383 w 3534431"/>
              <a:gd name="connsiteY25" fmla="*/ 4302784 h 5360203"/>
              <a:gd name="connsiteX26" fmla="*/ 3310776 w 3534431"/>
              <a:gd name="connsiteY26" fmla="*/ 4343787 h 5360203"/>
              <a:gd name="connsiteX27" fmla="*/ 3534431 w 3534431"/>
              <a:gd name="connsiteY27" fmla="*/ 4772459 h 5360203"/>
              <a:gd name="connsiteX28" fmla="*/ 3298662 w 3534431"/>
              <a:gd name="connsiteY28" fmla="*/ 5320413 h 5360203"/>
              <a:gd name="connsiteX29" fmla="*/ 2399383 w 3534431"/>
              <a:gd name="connsiteY29" fmla="*/ 5190880 h 5360203"/>
              <a:gd name="connsiteX30" fmla="*/ 19050 w 3534431"/>
              <a:gd name="connsiteY30" fmla="*/ 3649494 h 5360203"/>
              <a:gd name="connsiteX31" fmla="*/ 0 w 3534431"/>
              <a:gd name="connsiteY31" fmla="*/ 1875261 h 5360203"/>
              <a:gd name="connsiteX0" fmla="*/ 0 w 3534431"/>
              <a:gd name="connsiteY0" fmla="*/ 1875261 h 5360203"/>
              <a:gd name="connsiteX1" fmla="*/ 2404974 w 3534431"/>
              <a:gd name="connsiteY1" fmla="*/ 248107 h 5360203"/>
              <a:gd name="connsiteX2" fmla="*/ 3310776 w 3534431"/>
              <a:gd name="connsiteY2" fmla="*/ 6746 h 5360203"/>
              <a:gd name="connsiteX3" fmla="*/ 3534431 w 3534431"/>
              <a:gd name="connsiteY3" fmla="*/ 518357 h 5360203"/>
              <a:gd name="connsiteX4" fmla="*/ 3310776 w 3534431"/>
              <a:gd name="connsiteY4" fmla="*/ 1017853 h 5360203"/>
              <a:gd name="connsiteX5" fmla="*/ 2381677 w 3534431"/>
              <a:gd name="connsiteY5" fmla="*/ 1120361 h 5360203"/>
              <a:gd name="connsiteX6" fmla="*/ 1503831 w 3534431"/>
              <a:gd name="connsiteY6" fmla="*/ 1951612 h 5360203"/>
              <a:gd name="connsiteX7" fmla="*/ 2398451 w 3534431"/>
              <a:gd name="connsiteY7" fmla="*/ 1211687 h 5360203"/>
              <a:gd name="connsiteX8" fmla="*/ 3309845 w 3534431"/>
              <a:gd name="connsiteY8" fmla="*/ 1109178 h 5360203"/>
              <a:gd name="connsiteX9" fmla="*/ 3533500 w 3534431"/>
              <a:gd name="connsiteY9" fmla="*/ 1589104 h 5360203"/>
              <a:gd name="connsiteX10" fmla="*/ 3309845 w 3534431"/>
              <a:gd name="connsiteY10" fmla="*/ 2103511 h 5360203"/>
              <a:gd name="connsiteX11" fmla="*/ 2405906 w 3534431"/>
              <a:gd name="connsiteY11" fmla="*/ 2150106 h 5360203"/>
              <a:gd name="connsiteX12" fmla="*/ 1502899 w 3534431"/>
              <a:gd name="connsiteY12" fmla="*/ 2438061 h 5360203"/>
              <a:gd name="connsiteX13" fmla="*/ 2393791 w 3534431"/>
              <a:gd name="connsiteY13" fmla="*/ 2215338 h 5360203"/>
              <a:gd name="connsiteX14" fmla="*/ 3308912 w 3534431"/>
              <a:gd name="connsiteY14" fmla="*/ 2171539 h 5360203"/>
              <a:gd name="connsiteX15" fmla="*/ 3532567 w 3534431"/>
              <a:gd name="connsiteY15" fmla="*/ 2679422 h 5360203"/>
              <a:gd name="connsiteX16" fmla="*/ 3303321 w 3534431"/>
              <a:gd name="connsiteY16" fmla="*/ 3182645 h 5360203"/>
              <a:gd name="connsiteX17" fmla="*/ 2401247 w 3534431"/>
              <a:gd name="connsiteY17" fmla="*/ 3151893 h 5360203"/>
              <a:gd name="connsiteX18" fmla="*/ 1502899 w 3534431"/>
              <a:gd name="connsiteY18" fmla="*/ 3005585 h 5360203"/>
              <a:gd name="connsiteX19" fmla="*/ 2390064 w 3534431"/>
              <a:gd name="connsiteY19" fmla="*/ 3201283 h 5360203"/>
              <a:gd name="connsiteX20" fmla="*/ 3297730 w 3534431"/>
              <a:gd name="connsiteY20" fmla="*/ 3261857 h 5360203"/>
              <a:gd name="connsiteX21" fmla="*/ 3532567 w 3534431"/>
              <a:gd name="connsiteY21" fmla="*/ 3762284 h 5360203"/>
              <a:gd name="connsiteX22" fmla="*/ 3310776 w 3534431"/>
              <a:gd name="connsiteY22" fmla="*/ 4245938 h 5360203"/>
              <a:gd name="connsiteX23" fmla="*/ 2399383 w 3534431"/>
              <a:gd name="connsiteY23" fmla="*/ 4188160 h 5360203"/>
              <a:gd name="connsiteX24" fmla="*/ 1504763 w 3534431"/>
              <a:gd name="connsiteY24" fmla="*/ 3565654 h 5360203"/>
              <a:gd name="connsiteX25" fmla="*/ 2399383 w 3534431"/>
              <a:gd name="connsiteY25" fmla="*/ 4302784 h 5360203"/>
              <a:gd name="connsiteX26" fmla="*/ 3310776 w 3534431"/>
              <a:gd name="connsiteY26" fmla="*/ 4343787 h 5360203"/>
              <a:gd name="connsiteX27" fmla="*/ 3534431 w 3534431"/>
              <a:gd name="connsiteY27" fmla="*/ 4772459 h 5360203"/>
              <a:gd name="connsiteX28" fmla="*/ 3298662 w 3534431"/>
              <a:gd name="connsiteY28" fmla="*/ 5320413 h 5360203"/>
              <a:gd name="connsiteX29" fmla="*/ 2399383 w 3534431"/>
              <a:gd name="connsiteY29" fmla="*/ 5190880 h 5360203"/>
              <a:gd name="connsiteX30" fmla="*/ 19050 w 3534431"/>
              <a:gd name="connsiteY30" fmla="*/ 3649494 h 5360203"/>
              <a:gd name="connsiteX31" fmla="*/ 0 w 3534431"/>
              <a:gd name="connsiteY31" fmla="*/ 1875261 h 536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534431" h="5360203">
                <a:moveTo>
                  <a:pt x="0" y="1875261"/>
                </a:moveTo>
                <a:cubicBezTo>
                  <a:pt x="1054879" y="1870338"/>
                  <a:pt x="1853178" y="559526"/>
                  <a:pt x="2404974" y="248107"/>
                </a:cubicBezTo>
                <a:cubicBezTo>
                  <a:pt x="2956770" y="-63312"/>
                  <a:pt x="3310776" y="6746"/>
                  <a:pt x="3310776" y="6746"/>
                </a:cubicBezTo>
                <a:lnTo>
                  <a:pt x="3534431" y="518357"/>
                </a:lnTo>
                <a:lnTo>
                  <a:pt x="3310776" y="1017853"/>
                </a:lnTo>
                <a:cubicBezTo>
                  <a:pt x="3310776" y="1017853"/>
                  <a:pt x="2591353" y="982441"/>
                  <a:pt x="2381677" y="1120361"/>
                </a:cubicBezTo>
                <a:cubicBezTo>
                  <a:pt x="1980030" y="1384088"/>
                  <a:pt x="1503831" y="1951612"/>
                  <a:pt x="1503831" y="1951612"/>
                </a:cubicBezTo>
                <a:cubicBezTo>
                  <a:pt x="1503831" y="1951612"/>
                  <a:pt x="2247484" y="1264805"/>
                  <a:pt x="2398451" y="1211687"/>
                </a:cubicBezTo>
                <a:cubicBezTo>
                  <a:pt x="2771209" y="1079358"/>
                  <a:pt x="3309845" y="1109178"/>
                  <a:pt x="3309845" y="1109178"/>
                </a:cubicBezTo>
                <a:lnTo>
                  <a:pt x="3533500" y="1589104"/>
                </a:lnTo>
                <a:lnTo>
                  <a:pt x="3309845" y="2103511"/>
                </a:lnTo>
                <a:cubicBezTo>
                  <a:pt x="3309845" y="2103511"/>
                  <a:pt x="2557805" y="2115625"/>
                  <a:pt x="2405906" y="2150106"/>
                </a:cubicBezTo>
                <a:cubicBezTo>
                  <a:pt x="2185047" y="2200428"/>
                  <a:pt x="1502899" y="2438061"/>
                  <a:pt x="1502899" y="2438061"/>
                </a:cubicBezTo>
                <a:cubicBezTo>
                  <a:pt x="1502899" y="2438061"/>
                  <a:pt x="2217663" y="2247023"/>
                  <a:pt x="2393791" y="2215338"/>
                </a:cubicBezTo>
                <a:cubicBezTo>
                  <a:pt x="2569920" y="2183654"/>
                  <a:pt x="3308912" y="2171539"/>
                  <a:pt x="3308912" y="2171539"/>
                </a:cubicBezTo>
                <a:lnTo>
                  <a:pt x="3532567" y="2679422"/>
                </a:lnTo>
                <a:lnTo>
                  <a:pt x="3303321" y="3182645"/>
                </a:lnTo>
                <a:cubicBezTo>
                  <a:pt x="3303321" y="3182645"/>
                  <a:pt x="2773073" y="3193828"/>
                  <a:pt x="2401247" y="3151893"/>
                </a:cubicBezTo>
                <a:cubicBezTo>
                  <a:pt x="1965120" y="3102502"/>
                  <a:pt x="1502899" y="3005585"/>
                  <a:pt x="1502899" y="3005585"/>
                </a:cubicBezTo>
                <a:cubicBezTo>
                  <a:pt x="1502899" y="3005585"/>
                  <a:pt x="1986553" y="3123004"/>
                  <a:pt x="2390064" y="3201283"/>
                </a:cubicBezTo>
                <a:cubicBezTo>
                  <a:pt x="2686406" y="3257197"/>
                  <a:pt x="2996728" y="3287018"/>
                  <a:pt x="3297730" y="3261857"/>
                </a:cubicBezTo>
                <a:lnTo>
                  <a:pt x="3532567" y="3762284"/>
                </a:lnTo>
                <a:lnTo>
                  <a:pt x="3310776" y="4245938"/>
                </a:lnTo>
                <a:cubicBezTo>
                  <a:pt x="3310776" y="4245938"/>
                  <a:pt x="2815940" y="4331673"/>
                  <a:pt x="2399383" y="4188160"/>
                </a:cubicBezTo>
                <a:cubicBezTo>
                  <a:pt x="2015442" y="4056763"/>
                  <a:pt x="1504763" y="3565654"/>
                  <a:pt x="1504763" y="3565654"/>
                </a:cubicBezTo>
                <a:cubicBezTo>
                  <a:pt x="1504763" y="3565654"/>
                  <a:pt x="1986553" y="4182569"/>
                  <a:pt x="2399383" y="4302784"/>
                </a:cubicBezTo>
                <a:cubicBezTo>
                  <a:pt x="2755367" y="4406224"/>
                  <a:pt x="3310776" y="4343787"/>
                  <a:pt x="3310776" y="4343787"/>
                </a:cubicBezTo>
                <a:lnTo>
                  <a:pt x="3534431" y="4772459"/>
                </a:lnTo>
                <a:lnTo>
                  <a:pt x="3298662" y="5320413"/>
                </a:lnTo>
                <a:cubicBezTo>
                  <a:pt x="3298662" y="5320413"/>
                  <a:pt x="2945985" y="5469367"/>
                  <a:pt x="2399383" y="5190880"/>
                </a:cubicBezTo>
                <a:cubicBezTo>
                  <a:pt x="1852781" y="4912394"/>
                  <a:pt x="1152372" y="3611547"/>
                  <a:pt x="19050" y="3649494"/>
                </a:cubicBezTo>
                <a:lnTo>
                  <a:pt x="0" y="1875261"/>
                </a:lnTo>
                <a:close/>
              </a:path>
            </a:pathLst>
          </a:custGeom>
          <a:solidFill>
            <a:schemeClr val="tx1"/>
          </a:solidFill>
          <a:ln w="19050" cap="flat">
            <a:solidFill>
              <a:srgbClr val="8F8F8F"/>
            </a:solidFill>
            <a:prstDash val="solid"/>
            <a:miter/>
          </a:ln>
        </p:spPr>
        <p:txBody>
          <a:bodyPr rtlCol="0" anchor="ctr"/>
          <a:lstStyle/>
          <a:p>
            <a:pPr defTabSz="685526">
              <a:defRPr/>
            </a:pPr>
            <a:endParaRPr lang="de-DE" sz="1275">
              <a:solidFill>
                <a:srgbClr val="000000"/>
              </a:solidFill>
              <a:latin typeface="Arial"/>
            </a:endParaRPr>
          </a:p>
        </p:txBody>
      </p:sp>
      <p:sp>
        <p:nvSpPr>
          <p:cNvPr id="7" name="TextBox 6"/>
          <p:cNvSpPr txBox="1"/>
          <p:nvPr/>
        </p:nvSpPr>
        <p:spPr>
          <a:xfrm>
            <a:off x="6106228" y="1232807"/>
            <a:ext cx="2646304" cy="418110"/>
          </a:xfrm>
          <a:prstGeom prst="rect">
            <a:avLst/>
          </a:prstGeom>
          <a:solidFill>
            <a:schemeClr val="tx1"/>
          </a:solidFill>
          <a:ln>
            <a:solidFill>
              <a:srgbClr val="000000"/>
            </a:solidFill>
          </a:ln>
        </p:spPr>
        <p:txBody>
          <a:bodyPr wrap="square" lIns="68571" tIns="34286" rIns="68571" bIns="34286" rtlCol="0" anchor="t">
            <a:noAutofit/>
          </a:bodyPr>
          <a:lstStyle/>
          <a:p>
            <a:pPr marL="176213" indent="-176213" defTabSz="685395">
              <a:buClr>
                <a:schemeClr val="accent5"/>
              </a:buClr>
              <a:buFont typeface="Wingdings" panose="05000000000000000000" pitchFamily="2" charset="2"/>
              <a:buChar char="§"/>
              <a:defRPr/>
            </a:pPr>
            <a:r>
              <a:rPr lang="en-US" sz="1000" b="1" kern="0" dirty="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rPr>
              <a:t>World Watch Threat Advisory</a:t>
            </a:r>
          </a:p>
          <a:p>
            <a:pPr marL="176213" indent="-176213" defTabSz="685395">
              <a:buClr>
                <a:schemeClr val="accent5"/>
              </a:buClr>
              <a:buFont typeface="Wingdings" panose="05000000000000000000" pitchFamily="2" charset="2"/>
              <a:buChar char="§"/>
              <a:defRPr/>
            </a:pPr>
            <a:r>
              <a:rPr lang="en-US" sz="1000" b="1" kern="0" dirty="0">
                <a:solidFill>
                  <a:schemeClr val="bg1"/>
                </a:solidFill>
                <a:latin typeface="Helvetica 75 Bold"/>
                <a:ea typeface="Helvetica 75 Bold" panose="02000503000000020004" pitchFamily="2" charset="0"/>
                <a:cs typeface="Helvetica 75 Bold" panose="02000503000000020004" pitchFamily="2" charset="0"/>
              </a:rPr>
              <a:t>Managed Cybercrime Monitoring</a:t>
            </a:r>
          </a:p>
          <a:p>
            <a:pPr marL="171450" indent="-171450" defTabSz="685395">
              <a:buClr>
                <a:schemeClr val="accent5"/>
              </a:buClr>
              <a:buFont typeface="Wingdings" panose="05000000000000000000" pitchFamily="2" charset="2"/>
              <a:buChar char="§"/>
              <a:defRPr/>
            </a:pPr>
            <a:endParaRPr lang="en-US" sz="800" b="1" kern="0" dirty="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endParaRPr>
          </a:p>
          <a:p>
            <a:pPr marL="171450" indent="-171450" defTabSz="685395">
              <a:buClr>
                <a:schemeClr val="accent5"/>
              </a:buClr>
              <a:buFont typeface="Wingdings" panose="05000000000000000000" pitchFamily="2" charset="2"/>
              <a:buChar char="§"/>
              <a:defRPr/>
            </a:pPr>
            <a:endParaRPr lang="en-US" sz="800" b="1" dirty="0">
              <a:solidFill>
                <a:schemeClr val="bg1"/>
              </a:solidFill>
              <a:latin typeface="Arial"/>
              <a:ea typeface="+mn-lt"/>
              <a:cs typeface="Arial"/>
            </a:endParaRPr>
          </a:p>
          <a:p>
            <a:pPr marL="171450" indent="-171450" defTabSz="685526">
              <a:buClr>
                <a:schemeClr val="accent5"/>
              </a:buClr>
              <a:buFont typeface="Wingdings" panose="05000000000000000000" pitchFamily="2" charset="2"/>
              <a:buChar char="§"/>
              <a:defRPr/>
            </a:pPr>
            <a:endParaRPr lang="en-GB" sz="800" dirty="0">
              <a:solidFill>
                <a:schemeClr val="bg1"/>
              </a:solidFill>
              <a:latin typeface="Arial"/>
              <a:cs typeface="Arial"/>
            </a:endParaRPr>
          </a:p>
        </p:txBody>
      </p:sp>
      <p:sp>
        <p:nvSpPr>
          <p:cNvPr id="59" name="TextBox 6">
            <a:extLst>
              <a:ext uri="{FF2B5EF4-FFF2-40B4-BE49-F238E27FC236}">
                <a16:creationId xmlns:a16="http://schemas.microsoft.com/office/drawing/2014/main" id="{E76AC045-3C6D-4669-A8BE-34780AB2F62D}"/>
              </a:ext>
            </a:extLst>
          </p:cNvPr>
          <p:cNvSpPr txBox="1"/>
          <p:nvPr/>
        </p:nvSpPr>
        <p:spPr>
          <a:xfrm>
            <a:off x="6106228" y="1860448"/>
            <a:ext cx="2713781" cy="532334"/>
          </a:xfrm>
          <a:prstGeom prst="rect">
            <a:avLst/>
          </a:prstGeom>
          <a:solidFill>
            <a:schemeClr val="tx1"/>
          </a:solidFill>
          <a:ln>
            <a:solidFill>
              <a:srgbClr val="000000"/>
            </a:solidFill>
          </a:ln>
        </p:spPr>
        <p:txBody>
          <a:bodyPr wrap="square" lIns="68571" tIns="34286" rIns="68571" bIns="34286" rtlCol="0" anchor="t">
            <a:noAutofit/>
          </a:bodyPr>
          <a:lstStyle>
            <a:defPPr>
              <a:defRPr lang="fr-FR"/>
            </a:defPPr>
            <a:lvl1pPr marL="285750" marR="0" lvl="0" indent="-285750" defTabSz="913982" fontAlgn="auto">
              <a:lnSpc>
                <a:spcPct val="100000"/>
              </a:lnSpc>
              <a:spcBef>
                <a:spcPts val="0"/>
              </a:spcBef>
              <a:spcAft>
                <a:spcPts val="0"/>
              </a:spcAft>
              <a:buClrTx/>
              <a:buSzTx/>
              <a:buFont typeface="Wingdings" panose="05000000000000000000" pitchFamily="2" charset="2"/>
              <a:buChar char="§"/>
              <a:tabLst/>
              <a:defRPr kumimoji="0" sz="1200" b="1" i="0" u="none" strike="noStrike" kern="0" cap="none" spc="0" normalizeH="0" baseline="0">
                <a:ln>
                  <a:noFill/>
                </a:ln>
                <a:solidFill>
                  <a:schemeClr val="bg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defRPr>
            </a:lvl1pPr>
          </a:lstStyle>
          <a:p>
            <a:pPr marL="176213" indent="-176213">
              <a:buClr>
                <a:schemeClr val="accent6"/>
              </a:buClr>
            </a:pPr>
            <a:r>
              <a:rPr lang="en-US" sz="1000" dirty="0"/>
              <a:t>Assessment and Advisory Services</a:t>
            </a:r>
          </a:p>
          <a:p>
            <a:pPr marL="176213" indent="-176213">
              <a:buClr>
                <a:schemeClr val="accent6"/>
              </a:buClr>
            </a:pPr>
            <a:r>
              <a:rPr lang="en-US" sz="1000" dirty="0"/>
              <a:t>Managed Vulnerability Intelligence</a:t>
            </a:r>
          </a:p>
          <a:p>
            <a:pPr marL="176213" indent="-176213">
              <a:buClr>
                <a:schemeClr val="accent6"/>
              </a:buClr>
            </a:pPr>
            <a:r>
              <a:rPr lang="en-US" sz="1000" dirty="0"/>
              <a:t>Ethical Hacking</a:t>
            </a:r>
          </a:p>
        </p:txBody>
      </p:sp>
      <p:sp>
        <p:nvSpPr>
          <p:cNvPr id="62" name="TextBox 6">
            <a:extLst>
              <a:ext uri="{FF2B5EF4-FFF2-40B4-BE49-F238E27FC236}">
                <a16:creationId xmlns:a16="http://schemas.microsoft.com/office/drawing/2014/main" id="{3D14E6B3-09CC-49A4-BD34-0F1ECF68D264}"/>
              </a:ext>
            </a:extLst>
          </p:cNvPr>
          <p:cNvSpPr txBox="1"/>
          <p:nvPr/>
        </p:nvSpPr>
        <p:spPr>
          <a:xfrm>
            <a:off x="6106228" y="3539074"/>
            <a:ext cx="2738498" cy="371619"/>
          </a:xfrm>
          <a:prstGeom prst="rect">
            <a:avLst/>
          </a:prstGeom>
          <a:solidFill>
            <a:schemeClr val="tx1"/>
          </a:solidFill>
          <a:ln>
            <a:solidFill>
              <a:srgbClr val="000000"/>
            </a:solidFill>
          </a:ln>
        </p:spPr>
        <p:txBody>
          <a:bodyPr wrap="square" lIns="68571" tIns="34286" rIns="68571" bIns="34286" rtlCol="0" anchor="t">
            <a:noAutofit/>
          </a:bodyPr>
          <a:lstStyle>
            <a:defPPr>
              <a:defRPr lang="fr-FR"/>
            </a:defPPr>
            <a:lvl1pPr marL="285750" marR="0" lvl="0" indent="-285750" defTabSz="913982" fontAlgn="auto">
              <a:lnSpc>
                <a:spcPct val="100000"/>
              </a:lnSpc>
              <a:spcBef>
                <a:spcPts val="0"/>
              </a:spcBef>
              <a:spcAft>
                <a:spcPts val="0"/>
              </a:spcAft>
              <a:buClrTx/>
              <a:buSzTx/>
              <a:buFont typeface="Wingdings" panose="05000000000000000000" pitchFamily="2" charset="2"/>
              <a:buChar char="§"/>
              <a:tabLst/>
              <a:defRPr kumimoji="0" sz="1200" b="1" i="0" u="none" strike="noStrike" kern="0" cap="none" spc="0" normalizeH="0" baseline="0">
                <a:ln>
                  <a:noFill/>
                </a:ln>
                <a:solidFill>
                  <a:schemeClr val="bg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defRPr>
            </a:lvl1pPr>
          </a:lstStyle>
          <a:p>
            <a:pPr marL="176213" indent="-176213">
              <a:buClr>
                <a:schemeClr val="accent3"/>
              </a:buClr>
            </a:pPr>
            <a:r>
              <a:rPr lang="en-US" sz="1000" dirty="0"/>
              <a:t>Managed Threat Detection – Endpoint, Network, Log based</a:t>
            </a:r>
          </a:p>
        </p:txBody>
      </p:sp>
      <p:sp>
        <p:nvSpPr>
          <p:cNvPr id="63" name="Rectangle 13">
            <a:extLst>
              <a:ext uri="{FF2B5EF4-FFF2-40B4-BE49-F238E27FC236}">
                <a16:creationId xmlns:a16="http://schemas.microsoft.com/office/drawing/2014/main" id="{2D6569D7-2260-4938-BD10-90409783C14C}"/>
              </a:ext>
            </a:extLst>
          </p:cNvPr>
          <p:cNvSpPr/>
          <p:nvPr/>
        </p:nvSpPr>
        <p:spPr>
          <a:xfrm>
            <a:off x="3695672" y="3377729"/>
            <a:ext cx="2250844" cy="67493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80989" tIns="34286" rIns="68571" bIns="34286" rtlCol="0" anchor="t">
            <a:noAutofit/>
          </a:bodyPr>
          <a:lstStyle/>
          <a:p>
            <a:pPr defTabSz="685526">
              <a:defRPr/>
            </a:pPr>
            <a:r>
              <a:rPr lang="en-GB" sz="1275" b="1" dirty="0">
                <a:solidFill>
                  <a:schemeClr val="accent3"/>
                </a:solidFill>
                <a:latin typeface="Helvetica 75 Bold" panose="02000503000000020004" pitchFamily="2" charset="0"/>
                <a:ea typeface="Helvetica 75 Bold" panose="02000503000000020004" pitchFamily="2" charset="0"/>
                <a:cs typeface="Helvetica 75 Bold" panose="02000503000000020004" pitchFamily="2" charset="0"/>
              </a:rPr>
              <a:t>Detect</a:t>
            </a:r>
          </a:p>
          <a:p>
            <a:pPr>
              <a:defRPr/>
            </a:pPr>
            <a:r>
              <a:rPr lang="en-US" sz="1200" b="1" dirty="0">
                <a:solidFill>
                  <a:schemeClr val="bg1"/>
                </a:solidFill>
                <a:ea typeface="+mn-lt"/>
                <a:cs typeface="Arial"/>
              </a:rPr>
              <a:t>Cyberattacks through the analysis of alarms</a:t>
            </a:r>
            <a:endParaRPr lang="en-GB" sz="1275" b="1" dirty="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65" name="TextBox 6">
            <a:extLst>
              <a:ext uri="{FF2B5EF4-FFF2-40B4-BE49-F238E27FC236}">
                <a16:creationId xmlns:a16="http://schemas.microsoft.com/office/drawing/2014/main" id="{E5AA9875-2BF8-4008-9603-3C3966B2CB88}"/>
              </a:ext>
            </a:extLst>
          </p:cNvPr>
          <p:cNvSpPr txBox="1"/>
          <p:nvPr/>
        </p:nvSpPr>
        <p:spPr>
          <a:xfrm>
            <a:off x="6106228" y="2628938"/>
            <a:ext cx="2723265" cy="547969"/>
          </a:xfrm>
          <a:prstGeom prst="rect">
            <a:avLst/>
          </a:prstGeom>
          <a:solidFill>
            <a:schemeClr val="tx1"/>
          </a:solidFill>
          <a:ln>
            <a:solidFill>
              <a:srgbClr val="000000"/>
            </a:solidFill>
          </a:ln>
        </p:spPr>
        <p:txBody>
          <a:bodyPr wrap="square" lIns="68571" tIns="34286" rIns="68571" bIns="34286" rtlCol="0" anchor="t">
            <a:noAutofit/>
          </a:bodyPr>
          <a:lstStyle>
            <a:defPPr>
              <a:defRPr lang="fr-FR"/>
            </a:defPPr>
            <a:lvl1pPr marL="285750" marR="0" lvl="0" indent="-285750" defTabSz="913982" fontAlgn="auto">
              <a:lnSpc>
                <a:spcPct val="100000"/>
              </a:lnSpc>
              <a:spcBef>
                <a:spcPts val="0"/>
              </a:spcBef>
              <a:spcAft>
                <a:spcPts val="0"/>
              </a:spcAft>
              <a:buClrTx/>
              <a:buSzTx/>
              <a:buFont typeface="Wingdings" panose="05000000000000000000" pitchFamily="2" charset="2"/>
              <a:buChar char="§"/>
              <a:tabLst/>
              <a:defRPr kumimoji="0" sz="1400" b="1" i="0" u="none" strike="noStrike" kern="0" cap="none" spc="0" normalizeH="0" baseline="0">
                <a:ln>
                  <a:noFill/>
                </a:ln>
                <a:solidFill>
                  <a:schemeClr val="bg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defRPr>
            </a:lvl1pPr>
          </a:lstStyle>
          <a:p>
            <a:pPr marL="176213" indent="-176213">
              <a:buClr>
                <a:schemeClr val="accent2"/>
              </a:buClr>
            </a:pPr>
            <a:r>
              <a:rPr lang="en-US" sz="1000" dirty="0"/>
              <a:t>Managed Security Services – Endpoint, Network, Gateway, Identity Access, Vulnerability</a:t>
            </a:r>
            <a:endParaRPr lang="en-US" sz="1100" dirty="0"/>
          </a:p>
        </p:txBody>
      </p:sp>
      <p:sp>
        <p:nvSpPr>
          <p:cNvPr id="66" name="Rectangle 13">
            <a:extLst>
              <a:ext uri="{FF2B5EF4-FFF2-40B4-BE49-F238E27FC236}">
                <a16:creationId xmlns:a16="http://schemas.microsoft.com/office/drawing/2014/main" id="{2A1855E7-0A2F-4802-85C7-7D6799320EDA}"/>
              </a:ext>
            </a:extLst>
          </p:cNvPr>
          <p:cNvSpPr/>
          <p:nvPr/>
        </p:nvSpPr>
        <p:spPr>
          <a:xfrm>
            <a:off x="3695672" y="2587811"/>
            <a:ext cx="2250844" cy="65123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80989" rtlCol="0" anchor="t">
            <a:noAutofit/>
          </a:bodyPr>
          <a:lstStyle/>
          <a:p>
            <a:pPr defTabSz="685526">
              <a:defRPr/>
            </a:pPr>
            <a:r>
              <a:rPr lang="en-GB" sz="1275" b="1" dirty="0">
                <a:solidFill>
                  <a:schemeClr val="accent2"/>
                </a:solidFill>
                <a:latin typeface="Helvetica 75 Bold" panose="02000503000000020004" pitchFamily="2" charset="0"/>
                <a:ea typeface="Helvetica 75 Bold" panose="02000503000000020004" pitchFamily="2" charset="0"/>
                <a:cs typeface="Helvetica 75 Bold" panose="02000503000000020004" pitchFamily="2" charset="0"/>
              </a:rPr>
              <a:t>Protect</a:t>
            </a:r>
          </a:p>
          <a:p>
            <a:pPr>
              <a:defRPr/>
            </a:pPr>
            <a:r>
              <a:rPr lang="en-US" sz="1200" b="1" dirty="0">
                <a:solidFill>
                  <a:schemeClr val="bg1"/>
                </a:solidFill>
                <a:ea typeface="+mn-lt"/>
                <a:cs typeface="Arial"/>
              </a:rPr>
              <a:t>Your business with the right technology</a:t>
            </a:r>
            <a:endParaRPr lang="en-GB" sz="1275" b="1" dirty="0">
              <a:solidFill>
                <a:schemeClr val="accent3"/>
              </a:solidFill>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68" name="TextBox 6">
            <a:extLst>
              <a:ext uri="{FF2B5EF4-FFF2-40B4-BE49-F238E27FC236}">
                <a16:creationId xmlns:a16="http://schemas.microsoft.com/office/drawing/2014/main" id="{FB418597-7A6F-46D6-974E-478EE8516E4C}"/>
              </a:ext>
            </a:extLst>
          </p:cNvPr>
          <p:cNvSpPr txBox="1"/>
          <p:nvPr/>
        </p:nvSpPr>
        <p:spPr>
          <a:xfrm>
            <a:off x="6106228" y="4179500"/>
            <a:ext cx="2762306" cy="651086"/>
          </a:xfrm>
          <a:prstGeom prst="rect">
            <a:avLst/>
          </a:prstGeom>
          <a:solidFill>
            <a:schemeClr val="tx1"/>
          </a:solidFill>
          <a:ln>
            <a:solidFill>
              <a:schemeClr val="tx1"/>
            </a:solidFill>
          </a:ln>
        </p:spPr>
        <p:txBody>
          <a:bodyPr wrap="square" lIns="68571" tIns="34286" rIns="68571" bIns="34286" rtlCol="0" anchor="t">
            <a:noAutofit/>
          </a:bodyPr>
          <a:lstStyle>
            <a:defPPr>
              <a:defRPr lang="fr-FR"/>
            </a:defPPr>
            <a:lvl1pPr marL="285750" marR="0" lvl="0" indent="-285750" defTabSz="913982" fontAlgn="auto">
              <a:lnSpc>
                <a:spcPct val="100000"/>
              </a:lnSpc>
              <a:spcBef>
                <a:spcPts val="0"/>
              </a:spcBef>
              <a:spcAft>
                <a:spcPts val="0"/>
              </a:spcAft>
              <a:buClrTx/>
              <a:buSzTx/>
              <a:buFont typeface="Wingdings" panose="05000000000000000000" pitchFamily="2" charset="2"/>
              <a:buChar char="§"/>
              <a:tabLst/>
              <a:defRPr kumimoji="0" sz="1400" b="1" i="0" u="none" strike="noStrike" kern="0" cap="none" spc="0" normalizeH="0" baseline="0">
                <a:ln>
                  <a:noFill/>
                </a:ln>
                <a:solidFill>
                  <a:schemeClr val="bg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defRPr>
            </a:lvl1pPr>
          </a:lstStyle>
          <a:p>
            <a:pPr marL="176213" indent="-176213">
              <a:buClr>
                <a:schemeClr val="accent4"/>
              </a:buClr>
            </a:pPr>
            <a:r>
              <a:rPr lang="en-US" sz="1000" dirty="0"/>
              <a:t>Onsite Incident Response &amp; Consulting</a:t>
            </a:r>
          </a:p>
          <a:p>
            <a:pPr marL="176213" indent="-176213">
              <a:buClr>
                <a:schemeClr val="accent4"/>
              </a:buClr>
            </a:pPr>
            <a:r>
              <a:rPr lang="en-US" sz="1000" dirty="0"/>
              <a:t>Compromise Assessment</a:t>
            </a:r>
          </a:p>
          <a:p>
            <a:pPr marL="176213" indent="-176213">
              <a:buClr>
                <a:schemeClr val="accent4"/>
              </a:buClr>
            </a:pPr>
            <a:r>
              <a:rPr lang="en-US" sz="1000" dirty="0"/>
              <a:t>Digital Forensics</a:t>
            </a:r>
          </a:p>
          <a:p>
            <a:pPr marL="176213" indent="-176213">
              <a:buClr>
                <a:schemeClr val="accent4"/>
              </a:buClr>
            </a:pPr>
            <a:r>
              <a:rPr lang="en-US" sz="1000" dirty="0"/>
              <a:t>Endpoint Quarantine</a:t>
            </a:r>
          </a:p>
        </p:txBody>
      </p:sp>
      <p:sp>
        <p:nvSpPr>
          <p:cNvPr id="69" name="Rectangle 13">
            <a:extLst>
              <a:ext uri="{FF2B5EF4-FFF2-40B4-BE49-F238E27FC236}">
                <a16:creationId xmlns:a16="http://schemas.microsoft.com/office/drawing/2014/main" id="{258DFCDF-5633-4E25-BCDC-80101754A644}"/>
              </a:ext>
            </a:extLst>
          </p:cNvPr>
          <p:cNvSpPr/>
          <p:nvPr/>
        </p:nvSpPr>
        <p:spPr>
          <a:xfrm>
            <a:off x="3695672" y="4191347"/>
            <a:ext cx="2250844" cy="65569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80989" rtlCol="0" anchor="t">
            <a:noAutofit/>
          </a:bodyPr>
          <a:lstStyle/>
          <a:p>
            <a:pPr defTabSz="685526">
              <a:defRPr/>
            </a:pPr>
            <a:r>
              <a:rPr lang="en-GB" sz="1275" b="1" dirty="0">
                <a:solidFill>
                  <a:schemeClr val="accent4"/>
                </a:solidFill>
                <a:latin typeface="Helvetica 75 Bold" panose="02000503000000020004" pitchFamily="2" charset="0"/>
                <a:ea typeface="Helvetica 75 Bold" panose="02000503000000020004" pitchFamily="2" charset="0"/>
                <a:cs typeface="Helvetica 75 Bold" panose="02000503000000020004" pitchFamily="2" charset="0"/>
              </a:rPr>
              <a:t>Respond</a:t>
            </a:r>
          </a:p>
          <a:p>
            <a:pPr>
              <a:defRPr/>
            </a:pPr>
            <a:r>
              <a:rPr lang="en-US" sz="1200" b="1" dirty="0">
                <a:solidFill>
                  <a:schemeClr val="bg1"/>
                </a:solidFill>
                <a:ea typeface="+mn-lt"/>
                <a:cs typeface="Arial"/>
              </a:rPr>
              <a:t>with targeted investigation and response</a:t>
            </a:r>
          </a:p>
        </p:txBody>
      </p:sp>
      <p:grpSp>
        <p:nvGrpSpPr>
          <p:cNvPr id="144" name="Gruppieren 143">
            <a:extLst>
              <a:ext uri="{FF2B5EF4-FFF2-40B4-BE49-F238E27FC236}">
                <a16:creationId xmlns:a16="http://schemas.microsoft.com/office/drawing/2014/main" id="{43E9A270-4BB0-4BAE-9613-AD717E2B7B16}"/>
              </a:ext>
            </a:extLst>
          </p:cNvPr>
          <p:cNvGrpSpPr/>
          <p:nvPr/>
        </p:nvGrpSpPr>
        <p:grpSpPr>
          <a:xfrm>
            <a:off x="2886909" y="1179571"/>
            <a:ext cx="544512" cy="490778"/>
            <a:chOff x="3245179" y="2983085"/>
            <a:chExt cx="726110" cy="654456"/>
          </a:xfrm>
        </p:grpSpPr>
        <p:sp>
          <p:nvSpPr>
            <p:cNvPr id="145" name="Freeform 63">
              <a:extLst>
                <a:ext uri="{FF2B5EF4-FFF2-40B4-BE49-F238E27FC236}">
                  <a16:creationId xmlns:a16="http://schemas.microsoft.com/office/drawing/2014/main" id="{444BAB24-8469-4B41-A8A1-4E331E2BB8FA}"/>
                </a:ext>
              </a:extLst>
            </p:cNvPr>
            <p:cNvSpPr>
              <a:spLocks noEditPoints="1"/>
            </p:cNvSpPr>
            <p:nvPr/>
          </p:nvSpPr>
          <p:spPr bwMode="auto">
            <a:xfrm>
              <a:off x="3245179" y="2983085"/>
              <a:ext cx="654456" cy="654456"/>
            </a:xfrm>
            <a:custGeom>
              <a:avLst/>
              <a:gdLst>
                <a:gd name="T0" fmla="*/ 103 w 206"/>
                <a:gd name="T1" fmla="*/ 206 h 206"/>
                <a:gd name="T2" fmla="*/ 0 w 206"/>
                <a:gd name="T3" fmla="*/ 103 h 206"/>
                <a:gd name="T4" fmla="*/ 103 w 206"/>
                <a:gd name="T5" fmla="*/ 0 h 206"/>
                <a:gd name="T6" fmla="*/ 206 w 206"/>
                <a:gd name="T7" fmla="*/ 103 h 206"/>
                <a:gd name="T8" fmla="*/ 103 w 206"/>
                <a:gd name="T9" fmla="*/ 206 h 206"/>
                <a:gd name="T10" fmla="*/ 103 w 206"/>
                <a:gd name="T11" fmla="*/ 25 h 206"/>
                <a:gd name="T12" fmla="*/ 24 w 206"/>
                <a:gd name="T13" fmla="*/ 103 h 206"/>
                <a:gd name="T14" fmla="*/ 103 w 206"/>
                <a:gd name="T15" fmla="*/ 182 h 206"/>
                <a:gd name="T16" fmla="*/ 182 w 206"/>
                <a:gd name="T17" fmla="*/ 103 h 206"/>
                <a:gd name="T18" fmla="*/ 103 w 206"/>
                <a:gd name="T19" fmla="*/ 2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6" h="206">
                  <a:moveTo>
                    <a:pt x="103" y="206"/>
                  </a:moveTo>
                  <a:cubicBezTo>
                    <a:pt x="46" y="206"/>
                    <a:pt x="0" y="160"/>
                    <a:pt x="0" y="103"/>
                  </a:cubicBezTo>
                  <a:cubicBezTo>
                    <a:pt x="0" y="47"/>
                    <a:pt x="46" y="0"/>
                    <a:pt x="103" y="0"/>
                  </a:cubicBezTo>
                  <a:cubicBezTo>
                    <a:pt x="160" y="0"/>
                    <a:pt x="206" y="47"/>
                    <a:pt x="206" y="103"/>
                  </a:cubicBezTo>
                  <a:cubicBezTo>
                    <a:pt x="206" y="160"/>
                    <a:pt x="160" y="206"/>
                    <a:pt x="103" y="206"/>
                  </a:cubicBezTo>
                  <a:close/>
                  <a:moveTo>
                    <a:pt x="103" y="25"/>
                  </a:moveTo>
                  <a:cubicBezTo>
                    <a:pt x="60" y="25"/>
                    <a:pt x="24" y="60"/>
                    <a:pt x="24" y="103"/>
                  </a:cubicBezTo>
                  <a:cubicBezTo>
                    <a:pt x="24" y="147"/>
                    <a:pt x="60" y="182"/>
                    <a:pt x="103" y="182"/>
                  </a:cubicBezTo>
                  <a:cubicBezTo>
                    <a:pt x="147" y="182"/>
                    <a:pt x="182" y="147"/>
                    <a:pt x="182" y="103"/>
                  </a:cubicBezTo>
                  <a:cubicBezTo>
                    <a:pt x="182" y="60"/>
                    <a:pt x="147" y="25"/>
                    <a:pt x="103" y="25"/>
                  </a:cubicBezTo>
                  <a:close/>
                </a:path>
              </a:pathLst>
            </a:custGeom>
            <a:solidFill>
              <a:srgbClr val="E7E6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48" name="Freeform 66">
              <a:extLst>
                <a:ext uri="{FF2B5EF4-FFF2-40B4-BE49-F238E27FC236}">
                  <a16:creationId xmlns:a16="http://schemas.microsoft.com/office/drawing/2014/main" id="{D4CEBD39-62E6-4B3F-A5A8-513D5282E014}"/>
                </a:ext>
              </a:extLst>
            </p:cNvPr>
            <p:cNvSpPr>
              <a:spLocks/>
            </p:cNvSpPr>
            <p:nvPr/>
          </p:nvSpPr>
          <p:spPr bwMode="auto">
            <a:xfrm>
              <a:off x="3564960" y="2983085"/>
              <a:ext cx="310510" cy="248406"/>
            </a:xfrm>
            <a:custGeom>
              <a:avLst/>
              <a:gdLst>
                <a:gd name="T0" fmla="*/ 75 w 98"/>
                <a:gd name="T1" fmla="*/ 79 h 79"/>
                <a:gd name="T2" fmla="*/ 0 w 98"/>
                <a:gd name="T3" fmla="*/ 25 h 79"/>
                <a:gd name="T4" fmla="*/ 0 w 98"/>
                <a:gd name="T5" fmla="*/ 0 h 79"/>
                <a:gd name="T6" fmla="*/ 98 w 98"/>
                <a:gd name="T7" fmla="*/ 72 h 79"/>
                <a:gd name="T8" fmla="*/ 75 w 98"/>
                <a:gd name="T9" fmla="*/ 79 h 79"/>
              </a:gdLst>
              <a:ahLst/>
              <a:cxnLst>
                <a:cxn ang="0">
                  <a:pos x="T0" y="T1"/>
                </a:cxn>
                <a:cxn ang="0">
                  <a:pos x="T2" y="T3"/>
                </a:cxn>
                <a:cxn ang="0">
                  <a:pos x="T4" y="T5"/>
                </a:cxn>
                <a:cxn ang="0">
                  <a:pos x="T6" y="T7"/>
                </a:cxn>
                <a:cxn ang="0">
                  <a:pos x="T8" y="T9"/>
                </a:cxn>
              </a:cxnLst>
              <a:rect l="0" t="0" r="r" b="b"/>
              <a:pathLst>
                <a:path w="98" h="79">
                  <a:moveTo>
                    <a:pt x="75" y="79"/>
                  </a:moveTo>
                  <a:cubicBezTo>
                    <a:pt x="64" y="46"/>
                    <a:pt x="34" y="25"/>
                    <a:pt x="0" y="25"/>
                  </a:cubicBezTo>
                  <a:cubicBezTo>
                    <a:pt x="0" y="0"/>
                    <a:pt x="0" y="0"/>
                    <a:pt x="0" y="0"/>
                  </a:cubicBezTo>
                  <a:cubicBezTo>
                    <a:pt x="45" y="0"/>
                    <a:pt x="84" y="29"/>
                    <a:pt x="98" y="72"/>
                  </a:cubicBezTo>
                  <a:lnTo>
                    <a:pt x="75" y="79"/>
                  </a:lnTo>
                  <a:close/>
                </a:path>
              </a:pathLst>
            </a:custGeom>
            <a:solidFill>
              <a:srgbClr val="A084BC"/>
            </a:solidFill>
            <a:ln w="9525">
              <a:noFill/>
              <a:round/>
              <a:headEnd/>
              <a:tailEnd/>
            </a:ln>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47" name="Freeform 65">
              <a:extLst>
                <a:ext uri="{FF2B5EF4-FFF2-40B4-BE49-F238E27FC236}">
                  <a16:creationId xmlns:a16="http://schemas.microsoft.com/office/drawing/2014/main" id="{FBDF4269-F86C-4301-A91E-B3868DA69EAA}"/>
                </a:ext>
              </a:extLst>
            </p:cNvPr>
            <p:cNvSpPr>
              <a:spLocks/>
            </p:cNvSpPr>
            <p:nvPr/>
          </p:nvSpPr>
          <p:spPr bwMode="auto">
            <a:xfrm>
              <a:off x="3570018" y="3169388"/>
              <a:ext cx="401271" cy="152865"/>
            </a:xfrm>
            <a:custGeom>
              <a:avLst/>
              <a:gdLst>
                <a:gd name="T0" fmla="*/ 2 w 84"/>
                <a:gd name="T1" fmla="*/ 32 h 32"/>
                <a:gd name="T2" fmla="*/ 0 w 84"/>
                <a:gd name="T3" fmla="*/ 27 h 32"/>
                <a:gd name="T4" fmla="*/ 82 w 84"/>
                <a:gd name="T5" fmla="*/ 0 h 32"/>
                <a:gd name="T6" fmla="*/ 84 w 84"/>
                <a:gd name="T7" fmla="*/ 5 h 32"/>
                <a:gd name="T8" fmla="*/ 2 w 84"/>
                <a:gd name="T9" fmla="*/ 32 h 32"/>
              </a:gdLst>
              <a:ahLst/>
              <a:cxnLst>
                <a:cxn ang="0">
                  <a:pos x="T0" y="T1"/>
                </a:cxn>
                <a:cxn ang="0">
                  <a:pos x="T2" y="T3"/>
                </a:cxn>
                <a:cxn ang="0">
                  <a:pos x="T4" y="T5"/>
                </a:cxn>
                <a:cxn ang="0">
                  <a:pos x="T6" y="T7"/>
                </a:cxn>
                <a:cxn ang="0">
                  <a:pos x="T8" y="T9"/>
                </a:cxn>
              </a:cxnLst>
              <a:rect l="0" t="0" r="r" b="b"/>
              <a:pathLst>
                <a:path w="84" h="32">
                  <a:moveTo>
                    <a:pt x="2" y="32"/>
                  </a:moveTo>
                  <a:lnTo>
                    <a:pt x="0" y="27"/>
                  </a:lnTo>
                  <a:lnTo>
                    <a:pt x="82" y="0"/>
                  </a:lnTo>
                  <a:lnTo>
                    <a:pt x="84" y="5"/>
                  </a:lnTo>
                  <a:lnTo>
                    <a:pt x="2" y="32"/>
                  </a:lnTo>
                  <a:close/>
                </a:path>
              </a:pathLst>
            </a:custGeom>
            <a:solidFill>
              <a:srgbClr val="A084BC"/>
            </a:solidFill>
            <a:ln w="9525">
              <a:noFill/>
              <a:round/>
              <a:headEnd/>
              <a:tailEnd/>
            </a:ln>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46" name="Oval 64">
              <a:extLst>
                <a:ext uri="{FF2B5EF4-FFF2-40B4-BE49-F238E27FC236}">
                  <a16:creationId xmlns:a16="http://schemas.microsoft.com/office/drawing/2014/main" id="{839F6819-FA5F-4669-99B1-D7A6946A33D7}"/>
                </a:ext>
              </a:extLst>
            </p:cNvPr>
            <p:cNvSpPr>
              <a:spLocks noChangeArrowheads="1"/>
            </p:cNvSpPr>
            <p:nvPr/>
          </p:nvSpPr>
          <p:spPr bwMode="auto">
            <a:xfrm>
              <a:off x="3445815" y="3183720"/>
              <a:ext cx="257960" cy="257960"/>
            </a:xfrm>
            <a:prstGeom prst="ellipse">
              <a:avLst/>
            </a:prstGeom>
            <a:solidFill>
              <a:srgbClr val="A084BC"/>
            </a:solidFill>
            <a:ln w="9525">
              <a:noFill/>
              <a:round/>
              <a:headEnd/>
              <a:tailEnd/>
            </a:ln>
          </p:spPr>
          <p:txBody>
            <a:bodyPr vert="horz" wrap="square" lIns="68571" tIns="34286" rIns="68571" bIns="34286" numCol="1" anchor="t" anchorCtr="0" compatLnSpc="1">
              <a:prstTxWarp prst="textNoShape">
                <a:avLst/>
              </a:prstTxWarp>
            </a:bodyPr>
            <a:lstStyle/>
            <a:p>
              <a:pPr defTabSz="685526">
                <a:defRPr/>
              </a:pPr>
              <a:endParaRPr lang="de-DE" sz="1275" dirty="0">
                <a:solidFill>
                  <a:srgbClr val="000000"/>
                </a:solidFill>
                <a:latin typeface="Arial"/>
              </a:endParaRPr>
            </a:p>
          </p:txBody>
        </p:sp>
      </p:grpSp>
      <p:grpSp>
        <p:nvGrpSpPr>
          <p:cNvPr id="149" name="Gruppieren 148">
            <a:extLst>
              <a:ext uri="{FF2B5EF4-FFF2-40B4-BE49-F238E27FC236}">
                <a16:creationId xmlns:a16="http://schemas.microsoft.com/office/drawing/2014/main" id="{CBA9353C-0E50-43F4-8085-35F3DCA0136E}"/>
              </a:ext>
            </a:extLst>
          </p:cNvPr>
          <p:cNvGrpSpPr/>
          <p:nvPr/>
        </p:nvGrpSpPr>
        <p:grpSpPr>
          <a:xfrm>
            <a:off x="2886909" y="1955958"/>
            <a:ext cx="490778" cy="501523"/>
            <a:chOff x="4429885" y="2983085"/>
            <a:chExt cx="654456" cy="668785"/>
          </a:xfrm>
        </p:grpSpPr>
        <p:sp>
          <p:nvSpPr>
            <p:cNvPr id="150" name="Freeform 67">
              <a:extLst>
                <a:ext uri="{FF2B5EF4-FFF2-40B4-BE49-F238E27FC236}">
                  <a16:creationId xmlns:a16="http://schemas.microsoft.com/office/drawing/2014/main" id="{F96453B8-E77E-45CA-B091-A30A3FE2AEE2}"/>
                </a:ext>
              </a:extLst>
            </p:cNvPr>
            <p:cNvSpPr>
              <a:spLocks noEditPoints="1"/>
            </p:cNvSpPr>
            <p:nvPr/>
          </p:nvSpPr>
          <p:spPr bwMode="auto">
            <a:xfrm>
              <a:off x="4429885" y="2983085"/>
              <a:ext cx="654456" cy="654456"/>
            </a:xfrm>
            <a:custGeom>
              <a:avLst/>
              <a:gdLst>
                <a:gd name="T0" fmla="*/ 103 w 206"/>
                <a:gd name="T1" fmla="*/ 206 h 206"/>
                <a:gd name="T2" fmla="*/ 0 w 206"/>
                <a:gd name="T3" fmla="*/ 103 h 206"/>
                <a:gd name="T4" fmla="*/ 103 w 206"/>
                <a:gd name="T5" fmla="*/ 0 h 206"/>
                <a:gd name="T6" fmla="*/ 206 w 206"/>
                <a:gd name="T7" fmla="*/ 103 h 206"/>
                <a:gd name="T8" fmla="*/ 103 w 206"/>
                <a:gd name="T9" fmla="*/ 206 h 206"/>
                <a:gd name="T10" fmla="*/ 103 w 206"/>
                <a:gd name="T11" fmla="*/ 25 h 206"/>
                <a:gd name="T12" fmla="*/ 24 w 206"/>
                <a:gd name="T13" fmla="*/ 103 h 206"/>
                <a:gd name="T14" fmla="*/ 103 w 206"/>
                <a:gd name="T15" fmla="*/ 182 h 206"/>
                <a:gd name="T16" fmla="*/ 182 w 206"/>
                <a:gd name="T17" fmla="*/ 103 h 206"/>
                <a:gd name="T18" fmla="*/ 103 w 206"/>
                <a:gd name="T19" fmla="*/ 2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6" h="206">
                  <a:moveTo>
                    <a:pt x="103" y="206"/>
                  </a:moveTo>
                  <a:cubicBezTo>
                    <a:pt x="46" y="206"/>
                    <a:pt x="0" y="160"/>
                    <a:pt x="0" y="103"/>
                  </a:cubicBezTo>
                  <a:cubicBezTo>
                    <a:pt x="0" y="47"/>
                    <a:pt x="46" y="0"/>
                    <a:pt x="103" y="0"/>
                  </a:cubicBezTo>
                  <a:cubicBezTo>
                    <a:pt x="160" y="0"/>
                    <a:pt x="206" y="47"/>
                    <a:pt x="206" y="103"/>
                  </a:cubicBezTo>
                  <a:cubicBezTo>
                    <a:pt x="206" y="160"/>
                    <a:pt x="160" y="206"/>
                    <a:pt x="103" y="206"/>
                  </a:cubicBezTo>
                  <a:close/>
                  <a:moveTo>
                    <a:pt x="103" y="25"/>
                  </a:moveTo>
                  <a:cubicBezTo>
                    <a:pt x="59" y="25"/>
                    <a:pt x="24" y="60"/>
                    <a:pt x="24" y="103"/>
                  </a:cubicBezTo>
                  <a:cubicBezTo>
                    <a:pt x="24" y="147"/>
                    <a:pt x="59" y="182"/>
                    <a:pt x="103" y="182"/>
                  </a:cubicBezTo>
                  <a:cubicBezTo>
                    <a:pt x="146" y="182"/>
                    <a:pt x="182" y="147"/>
                    <a:pt x="182" y="103"/>
                  </a:cubicBezTo>
                  <a:cubicBezTo>
                    <a:pt x="182" y="60"/>
                    <a:pt x="146" y="25"/>
                    <a:pt x="103" y="25"/>
                  </a:cubicBezTo>
                  <a:close/>
                </a:path>
              </a:pathLst>
            </a:custGeom>
            <a:solidFill>
              <a:srgbClr val="E7E6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51" name="Oval 68">
              <a:extLst>
                <a:ext uri="{FF2B5EF4-FFF2-40B4-BE49-F238E27FC236}">
                  <a16:creationId xmlns:a16="http://schemas.microsoft.com/office/drawing/2014/main" id="{3F2915CD-7AF6-4A8F-9460-7BBC2507BCE5}"/>
                </a:ext>
              </a:extLst>
            </p:cNvPr>
            <p:cNvSpPr>
              <a:spLocks noChangeArrowheads="1"/>
            </p:cNvSpPr>
            <p:nvPr/>
          </p:nvSpPr>
          <p:spPr bwMode="auto">
            <a:xfrm>
              <a:off x="4630521" y="3183720"/>
              <a:ext cx="253185" cy="257960"/>
            </a:xfrm>
            <a:prstGeom prst="ellipse">
              <a:avLst/>
            </a:prstGeom>
            <a:solidFill>
              <a:srgbClr val="FFD20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52" name="Freeform 69">
              <a:extLst>
                <a:ext uri="{FF2B5EF4-FFF2-40B4-BE49-F238E27FC236}">
                  <a16:creationId xmlns:a16="http://schemas.microsoft.com/office/drawing/2014/main" id="{841DA315-7BFC-42B9-AAE1-5C1F9E0A003D}"/>
                </a:ext>
              </a:extLst>
            </p:cNvPr>
            <p:cNvSpPr>
              <a:spLocks/>
            </p:cNvSpPr>
            <p:nvPr/>
          </p:nvSpPr>
          <p:spPr bwMode="auto">
            <a:xfrm>
              <a:off x="4745170" y="3298369"/>
              <a:ext cx="267514" cy="353501"/>
            </a:xfrm>
            <a:custGeom>
              <a:avLst/>
              <a:gdLst>
                <a:gd name="T0" fmla="*/ 51 w 56"/>
                <a:gd name="T1" fmla="*/ 74 h 74"/>
                <a:gd name="T2" fmla="*/ 0 w 56"/>
                <a:gd name="T3" fmla="*/ 4 h 74"/>
                <a:gd name="T4" fmla="*/ 5 w 56"/>
                <a:gd name="T5" fmla="*/ 0 h 74"/>
                <a:gd name="T6" fmla="*/ 56 w 56"/>
                <a:gd name="T7" fmla="*/ 70 h 74"/>
                <a:gd name="T8" fmla="*/ 51 w 56"/>
                <a:gd name="T9" fmla="*/ 74 h 74"/>
              </a:gdLst>
              <a:ahLst/>
              <a:cxnLst>
                <a:cxn ang="0">
                  <a:pos x="T0" y="T1"/>
                </a:cxn>
                <a:cxn ang="0">
                  <a:pos x="T2" y="T3"/>
                </a:cxn>
                <a:cxn ang="0">
                  <a:pos x="T4" y="T5"/>
                </a:cxn>
                <a:cxn ang="0">
                  <a:pos x="T6" y="T7"/>
                </a:cxn>
                <a:cxn ang="0">
                  <a:pos x="T8" y="T9"/>
                </a:cxn>
              </a:cxnLst>
              <a:rect l="0" t="0" r="r" b="b"/>
              <a:pathLst>
                <a:path w="56" h="74">
                  <a:moveTo>
                    <a:pt x="51" y="74"/>
                  </a:moveTo>
                  <a:lnTo>
                    <a:pt x="0" y="4"/>
                  </a:lnTo>
                  <a:lnTo>
                    <a:pt x="5" y="0"/>
                  </a:lnTo>
                  <a:lnTo>
                    <a:pt x="56" y="70"/>
                  </a:lnTo>
                  <a:lnTo>
                    <a:pt x="51" y="74"/>
                  </a:lnTo>
                  <a:close/>
                </a:path>
              </a:pathLst>
            </a:custGeom>
            <a:solidFill>
              <a:srgbClr val="FFD20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53" name="Line 70">
              <a:extLst>
                <a:ext uri="{FF2B5EF4-FFF2-40B4-BE49-F238E27FC236}">
                  <a16:creationId xmlns:a16="http://schemas.microsoft.com/office/drawing/2014/main" id="{3C661228-D87E-4F23-87AD-A950AD6DB21A}"/>
                </a:ext>
              </a:extLst>
            </p:cNvPr>
            <p:cNvSpPr>
              <a:spLocks noChangeShapeType="1"/>
            </p:cNvSpPr>
            <p:nvPr/>
          </p:nvSpPr>
          <p:spPr bwMode="auto">
            <a:xfrm>
              <a:off x="4587526" y="3546775"/>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54" name="Freeform 71">
              <a:extLst>
                <a:ext uri="{FF2B5EF4-FFF2-40B4-BE49-F238E27FC236}">
                  <a16:creationId xmlns:a16="http://schemas.microsoft.com/office/drawing/2014/main" id="{17DCBD89-0749-4220-AA0F-7E3F3F0D55F8}"/>
                </a:ext>
              </a:extLst>
            </p:cNvPr>
            <p:cNvSpPr>
              <a:spLocks/>
            </p:cNvSpPr>
            <p:nvPr/>
          </p:nvSpPr>
          <p:spPr bwMode="auto">
            <a:xfrm>
              <a:off x="4902810" y="3212383"/>
              <a:ext cx="181527" cy="363055"/>
            </a:xfrm>
            <a:custGeom>
              <a:avLst/>
              <a:gdLst>
                <a:gd name="T0" fmla="*/ 14 w 57"/>
                <a:gd name="T1" fmla="*/ 115 h 115"/>
                <a:gd name="T2" fmla="*/ 0 w 57"/>
                <a:gd name="T3" fmla="*/ 95 h 115"/>
                <a:gd name="T4" fmla="*/ 33 w 57"/>
                <a:gd name="T5" fmla="*/ 31 h 115"/>
                <a:gd name="T6" fmla="*/ 29 w 57"/>
                <a:gd name="T7" fmla="*/ 7 h 115"/>
                <a:gd name="T8" fmla="*/ 52 w 57"/>
                <a:gd name="T9" fmla="*/ 0 h 115"/>
                <a:gd name="T10" fmla="*/ 57 w 57"/>
                <a:gd name="T11" fmla="*/ 31 h 115"/>
                <a:gd name="T12" fmla="*/ 14 w 57"/>
                <a:gd name="T13" fmla="*/ 115 h 115"/>
              </a:gdLst>
              <a:ahLst/>
              <a:cxnLst>
                <a:cxn ang="0">
                  <a:pos x="T0" y="T1"/>
                </a:cxn>
                <a:cxn ang="0">
                  <a:pos x="T2" y="T3"/>
                </a:cxn>
                <a:cxn ang="0">
                  <a:pos x="T4" y="T5"/>
                </a:cxn>
                <a:cxn ang="0">
                  <a:pos x="T6" y="T7"/>
                </a:cxn>
                <a:cxn ang="0">
                  <a:pos x="T8" y="T9"/>
                </a:cxn>
                <a:cxn ang="0">
                  <a:pos x="T10" y="T11"/>
                </a:cxn>
                <a:cxn ang="0">
                  <a:pos x="T12" y="T13"/>
                </a:cxn>
              </a:cxnLst>
              <a:rect l="0" t="0" r="r" b="b"/>
              <a:pathLst>
                <a:path w="57" h="115">
                  <a:moveTo>
                    <a:pt x="14" y="115"/>
                  </a:moveTo>
                  <a:cubicBezTo>
                    <a:pt x="0" y="95"/>
                    <a:pt x="0" y="95"/>
                    <a:pt x="0" y="95"/>
                  </a:cubicBezTo>
                  <a:cubicBezTo>
                    <a:pt x="20" y="80"/>
                    <a:pt x="33" y="56"/>
                    <a:pt x="33" y="31"/>
                  </a:cubicBezTo>
                  <a:cubicBezTo>
                    <a:pt x="33" y="23"/>
                    <a:pt x="31" y="15"/>
                    <a:pt x="29" y="7"/>
                  </a:cubicBezTo>
                  <a:cubicBezTo>
                    <a:pt x="52" y="0"/>
                    <a:pt x="52" y="0"/>
                    <a:pt x="52" y="0"/>
                  </a:cubicBezTo>
                  <a:cubicBezTo>
                    <a:pt x="55" y="10"/>
                    <a:pt x="57" y="20"/>
                    <a:pt x="57" y="31"/>
                  </a:cubicBezTo>
                  <a:cubicBezTo>
                    <a:pt x="57" y="64"/>
                    <a:pt x="41" y="95"/>
                    <a:pt x="14" y="115"/>
                  </a:cubicBezTo>
                  <a:close/>
                </a:path>
              </a:pathLst>
            </a:custGeom>
            <a:solidFill>
              <a:srgbClr val="FFD20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55" name="Line 72">
              <a:extLst>
                <a:ext uri="{FF2B5EF4-FFF2-40B4-BE49-F238E27FC236}">
                  <a16:creationId xmlns:a16="http://schemas.microsoft.com/office/drawing/2014/main" id="{363A997E-135F-479C-9400-A4C656479C7E}"/>
                </a:ext>
              </a:extLst>
            </p:cNvPr>
            <p:cNvSpPr>
              <a:spLocks noChangeShapeType="1"/>
            </p:cNvSpPr>
            <p:nvPr/>
          </p:nvSpPr>
          <p:spPr bwMode="auto">
            <a:xfrm>
              <a:off x="4754724" y="3021301"/>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grpSp>
      <p:grpSp>
        <p:nvGrpSpPr>
          <p:cNvPr id="156" name="Gruppieren 155">
            <a:extLst>
              <a:ext uri="{FF2B5EF4-FFF2-40B4-BE49-F238E27FC236}">
                <a16:creationId xmlns:a16="http://schemas.microsoft.com/office/drawing/2014/main" id="{5A8B55B9-02AD-4A06-AC4A-16140099F18D}"/>
              </a:ext>
            </a:extLst>
          </p:cNvPr>
          <p:cNvGrpSpPr/>
          <p:nvPr/>
        </p:nvGrpSpPr>
        <p:grpSpPr>
          <a:xfrm>
            <a:off x="2886909" y="2721052"/>
            <a:ext cx="490778" cy="501523"/>
            <a:chOff x="5609812" y="2983085"/>
            <a:chExt cx="654456" cy="668785"/>
          </a:xfrm>
        </p:grpSpPr>
        <p:sp>
          <p:nvSpPr>
            <p:cNvPr id="157" name="Freeform 73">
              <a:extLst>
                <a:ext uri="{FF2B5EF4-FFF2-40B4-BE49-F238E27FC236}">
                  <a16:creationId xmlns:a16="http://schemas.microsoft.com/office/drawing/2014/main" id="{296CE24B-EA45-48FD-A3DB-A808CA6CABEB}"/>
                </a:ext>
              </a:extLst>
            </p:cNvPr>
            <p:cNvSpPr>
              <a:spLocks noEditPoints="1"/>
            </p:cNvSpPr>
            <p:nvPr/>
          </p:nvSpPr>
          <p:spPr bwMode="auto">
            <a:xfrm>
              <a:off x="5609812" y="2983085"/>
              <a:ext cx="654456" cy="654456"/>
            </a:xfrm>
            <a:custGeom>
              <a:avLst/>
              <a:gdLst>
                <a:gd name="T0" fmla="*/ 103 w 206"/>
                <a:gd name="T1" fmla="*/ 206 h 206"/>
                <a:gd name="T2" fmla="*/ 0 w 206"/>
                <a:gd name="T3" fmla="*/ 103 h 206"/>
                <a:gd name="T4" fmla="*/ 103 w 206"/>
                <a:gd name="T5" fmla="*/ 0 h 206"/>
                <a:gd name="T6" fmla="*/ 206 w 206"/>
                <a:gd name="T7" fmla="*/ 103 h 206"/>
                <a:gd name="T8" fmla="*/ 103 w 206"/>
                <a:gd name="T9" fmla="*/ 206 h 206"/>
                <a:gd name="T10" fmla="*/ 103 w 206"/>
                <a:gd name="T11" fmla="*/ 25 h 206"/>
                <a:gd name="T12" fmla="*/ 24 w 206"/>
                <a:gd name="T13" fmla="*/ 103 h 206"/>
                <a:gd name="T14" fmla="*/ 103 w 206"/>
                <a:gd name="T15" fmla="*/ 182 h 206"/>
                <a:gd name="T16" fmla="*/ 181 w 206"/>
                <a:gd name="T17" fmla="*/ 103 h 206"/>
                <a:gd name="T18" fmla="*/ 103 w 206"/>
                <a:gd name="T19" fmla="*/ 2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6" h="206">
                  <a:moveTo>
                    <a:pt x="103" y="206"/>
                  </a:moveTo>
                  <a:cubicBezTo>
                    <a:pt x="46" y="206"/>
                    <a:pt x="0" y="160"/>
                    <a:pt x="0" y="103"/>
                  </a:cubicBezTo>
                  <a:cubicBezTo>
                    <a:pt x="0" y="47"/>
                    <a:pt x="46" y="0"/>
                    <a:pt x="103" y="0"/>
                  </a:cubicBezTo>
                  <a:cubicBezTo>
                    <a:pt x="159" y="0"/>
                    <a:pt x="206" y="47"/>
                    <a:pt x="206" y="103"/>
                  </a:cubicBezTo>
                  <a:cubicBezTo>
                    <a:pt x="206" y="160"/>
                    <a:pt x="159" y="206"/>
                    <a:pt x="103" y="206"/>
                  </a:cubicBezTo>
                  <a:close/>
                  <a:moveTo>
                    <a:pt x="103" y="25"/>
                  </a:moveTo>
                  <a:cubicBezTo>
                    <a:pt x="59" y="25"/>
                    <a:pt x="24" y="60"/>
                    <a:pt x="24" y="103"/>
                  </a:cubicBezTo>
                  <a:cubicBezTo>
                    <a:pt x="24" y="147"/>
                    <a:pt x="59" y="182"/>
                    <a:pt x="103" y="182"/>
                  </a:cubicBezTo>
                  <a:cubicBezTo>
                    <a:pt x="146" y="182"/>
                    <a:pt x="181" y="147"/>
                    <a:pt x="181" y="103"/>
                  </a:cubicBezTo>
                  <a:cubicBezTo>
                    <a:pt x="181" y="60"/>
                    <a:pt x="146" y="25"/>
                    <a:pt x="103" y="25"/>
                  </a:cubicBezTo>
                  <a:close/>
                </a:path>
              </a:pathLst>
            </a:custGeom>
            <a:solidFill>
              <a:srgbClr val="E7E6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58" name="Oval 74">
              <a:extLst>
                <a:ext uri="{FF2B5EF4-FFF2-40B4-BE49-F238E27FC236}">
                  <a16:creationId xmlns:a16="http://schemas.microsoft.com/office/drawing/2014/main" id="{ABC896CD-013B-4FD2-8F43-DC725D3102FF}"/>
                </a:ext>
              </a:extLst>
            </p:cNvPr>
            <p:cNvSpPr>
              <a:spLocks noChangeArrowheads="1"/>
            </p:cNvSpPr>
            <p:nvPr/>
          </p:nvSpPr>
          <p:spPr bwMode="auto">
            <a:xfrm>
              <a:off x="5810448" y="3183720"/>
              <a:ext cx="257960" cy="257960"/>
            </a:xfrm>
            <a:prstGeom prst="ellipse">
              <a:avLst/>
            </a:prstGeom>
            <a:solidFill>
              <a:srgbClr val="4CB4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59" name="Freeform 75">
              <a:extLst>
                <a:ext uri="{FF2B5EF4-FFF2-40B4-BE49-F238E27FC236}">
                  <a16:creationId xmlns:a16="http://schemas.microsoft.com/office/drawing/2014/main" id="{B4EC70C3-E356-4418-8850-38C41BB72DD4}"/>
                </a:ext>
              </a:extLst>
            </p:cNvPr>
            <p:cNvSpPr>
              <a:spLocks/>
            </p:cNvSpPr>
            <p:nvPr/>
          </p:nvSpPr>
          <p:spPr bwMode="auto">
            <a:xfrm>
              <a:off x="5686245" y="3298369"/>
              <a:ext cx="262739" cy="353501"/>
            </a:xfrm>
            <a:custGeom>
              <a:avLst/>
              <a:gdLst>
                <a:gd name="T0" fmla="*/ 4 w 55"/>
                <a:gd name="T1" fmla="*/ 74 h 74"/>
                <a:gd name="T2" fmla="*/ 0 w 55"/>
                <a:gd name="T3" fmla="*/ 70 h 74"/>
                <a:gd name="T4" fmla="*/ 50 w 55"/>
                <a:gd name="T5" fmla="*/ 0 h 74"/>
                <a:gd name="T6" fmla="*/ 55 w 55"/>
                <a:gd name="T7" fmla="*/ 4 h 74"/>
                <a:gd name="T8" fmla="*/ 4 w 55"/>
                <a:gd name="T9" fmla="*/ 74 h 74"/>
              </a:gdLst>
              <a:ahLst/>
              <a:cxnLst>
                <a:cxn ang="0">
                  <a:pos x="T0" y="T1"/>
                </a:cxn>
                <a:cxn ang="0">
                  <a:pos x="T2" y="T3"/>
                </a:cxn>
                <a:cxn ang="0">
                  <a:pos x="T4" y="T5"/>
                </a:cxn>
                <a:cxn ang="0">
                  <a:pos x="T6" y="T7"/>
                </a:cxn>
                <a:cxn ang="0">
                  <a:pos x="T8" y="T9"/>
                </a:cxn>
              </a:cxnLst>
              <a:rect l="0" t="0" r="r" b="b"/>
              <a:pathLst>
                <a:path w="55" h="74">
                  <a:moveTo>
                    <a:pt x="4" y="74"/>
                  </a:moveTo>
                  <a:lnTo>
                    <a:pt x="0" y="70"/>
                  </a:lnTo>
                  <a:lnTo>
                    <a:pt x="50" y="0"/>
                  </a:lnTo>
                  <a:lnTo>
                    <a:pt x="55" y="4"/>
                  </a:lnTo>
                  <a:lnTo>
                    <a:pt x="4" y="74"/>
                  </a:lnTo>
                  <a:close/>
                </a:path>
              </a:pathLst>
            </a:custGeom>
            <a:solidFill>
              <a:srgbClr val="4CB4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60" name="Line 76">
              <a:extLst>
                <a:ext uri="{FF2B5EF4-FFF2-40B4-BE49-F238E27FC236}">
                  <a16:creationId xmlns:a16="http://schemas.microsoft.com/office/drawing/2014/main" id="{E24A0029-C13B-4B25-9BE5-6E1610EBEE4B}"/>
                </a:ext>
              </a:extLst>
            </p:cNvPr>
            <p:cNvSpPr>
              <a:spLocks noChangeShapeType="1"/>
            </p:cNvSpPr>
            <p:nvPr/>
          </p:nvSpPr>
          <p:spPr bwMode="auto">
            <a:xfrm>
              <a:off x="5939429" y="3021301"/>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61" name="Freeform 77">
              <a:extLst>
                <a:ext uri="{FF2B5EF4-FFF2-40B4-BE49-F238E27FC236}">
                  <a16:creationId xmlns:a16="http://schemas.microsoft.com/office/drawing/2014/main" id="{228F08F4-3A19-4DA3-897D-000654DCF7C3}"/>
                </a:ext>
              </a:extLst>
            </p:cNvPr>
            <p:cNvSpPr>
              <a:spLocks/>
            </p:cNvSpPr>
            <p:nvPr/>
          </p:nvSpPr>
          <p:spPr bwMode="auto">
            <a:xfrm>
              <a:off x="5743569" y="3513334"/>
              <a:ext cx="386942" cy="124203"/>
            </a:xfrm>
            <a:custGeom>
              <a:avLst/>
              <a:gdLst>
                <a:gd name="T0" fmla="*/ 61 w 121"/>
                <a:gd name="T1" fmla="*/ 39 h 39"/>
                <a:gd name="T2" fmla="*/ 0 w 121"/>
                <a:gd name="T3" fmla="*/ 20 h 39"/>
                <a:gd name="T4" fmla="*/ 14 w 121"/>
                <a:gd name="T5" fmla="*/ 0 h 39"/>
                <a:gd name="T6" fmla="*/ 61 w 121"/>
                <a:gd name="T7" fmla="*/ 15 h 39"/>
                <a:gd name="T8" fmla="*/ 107 w 121"/>
                <a:gd name="T9" fmla="*/ 0 h 39"/>
                <a:gd name="T10" fmla="*/ 121 w 121"/>
                <a:gd name="T11" fmla="*/ 20 h 39"/>
                <a:gd name="T12" fmla="*/ 61 w 121"/>
                <a:gd name="T13" fmla="*/ 39 h 39"/>
              </a:gdLst>
              <a:ahLst/>
              <a:cxnLst>
                <a:cxn ang="0">
                  <a:pos x="T0" y="T1"/>
                </a:cxn>
                <a:cxn ang="0">
                  <a:pos x="T2" y="T3"/>
                </a:cxn>
                <a:cxn ang="0">
                  <a:pos x="T4" y="T5"/>
                </a:cxn>
                <a:cxn ang="0">
                  <a:pos x="T6" y="T7"/>
                </a:cxn>
                <a:cxn ang="0">
                  <a:pos x="T8" y="T9"/>
                </a:cxn>
                <a:cxn ang="0">
                  <a:pos x="T10" y="T11"/>
                </a:cxn>
                <a:cxn ang="0">
                  <a:pos x="T12" y="T13"/>
                </a:cxn>
              </a:cxnLst>
              <a:rect l="0" t="0" r="r" b="b"/>
              <a:pathLst>
                <a:path w="121" h="39">
                  <a:moveTo>
                    <a:pt x="61" y="39"/>
                  </a:moveTo>
                  <a:cubicBezTo>
                    <a:pt x="39" y="39"/>
                    <a:pt x="18" y="32"/>
                    <a:pt x="0" y="20"/>
                  </a:cubicBezTo>
                  <a:cubicBezTo>
                    <a:pt x="14" y="0"/>
                    <a:pt x="14" y="0"/>
                    <a:pt x="14" y="0"/>
                  </a:cubicBezTo>
                  <a:cubicBezTo>
                    <a:pt x="28" y="10"/>
                    <a:pt x="44" y="15"/>
                    <a:pt x="61" y="15"/>
                  </a:cubicBezTo>
                  <a:cubicBezTo>
                    <a:pt x="77" y="15"/>
                    <a:pt x="93" y="10"/>
                    <a:pt x="107" y="0"/>
                  </a:cubicBezTo>
                  <a:cubicBezTo>
                    <a:pt x="121" y="20"/>
                    <a:pt x="121" y="20"/>
                    <a:pt x="121" y="20"/>
                  </a:cubicBezTo>
                  <a:cubicBezTo>
                    <a:pt x="103" y="32"/>
                    <a:pt x="83" y="39"/>
                    <a:pt x="61" y="39"/>
                  </a:cubicBezTo>
                  <a:close/>
                </a:path>
              </a:pathLst>
            </a:custGeom>
            <a:solidFill>
              <a:srgbClr val="4CB4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grpSp>
      <p:grpSp>
        <p:nvGrpSpPr>
          <p:cNvPr id="162" name="Gruppieren 161">
            <a:extLst>
              <a:ext uri="{FF2B5EF4-FFF2-40B4-BE49-F238E27FC236}">
                <a16:creationId xmlns:a16="http://schemas.microsoft.com/office/drawing/2014/main" id="{A52DA28D-F2D3-403F-B487-B36877E666FB}"/>
              </a:ext>
            </a:extLst>
          </p:cNvPr>
          <p:cNvGrpSpPr/>
          <p:nvPr/>
        </p:nvGrpSpPr>
        <p:grpSpPr>
          <a:xfrm>
            <a:off x="2835291" y="3513794"/>
            <a:ext cx="540928" cy="490778"/>
            <a:chOff x="6722864" y="2983085"/>
            <a:chExt cx="721331" cy="654456"/>
          </a:xfrm>
        </p:grpSpPr>
        <p:sp>
          <p:nvSpPr>
            <p:cNvPr id="163" name="Freeform 78">
              <a:extLst>
                <a:ext uri="{FF2B5EF4-FFF2-40B4-BE49-F238E27FC236}">
                  <a16:creationId xmlns:a16="http://schemas.microsoft.com/office/drawing/2014/main" id="{40C62B98-6FD6-4A1C-B595-7EBBDBE04687}"/>
                </a:ext>
              </a:extLst>
            </p:cNvPr>
            <p:cNvSpPr>
              <a:spLocks noEditPoints="1"/>
            </p:cNvSpPr>
            <p:nvPr/>
          </p:nvSpPr>
          <p:spPr bwMode="auto">
            <a:xfrm>
              <a:off x="6794518" y="2983085"/>
              <a:ext cx="649677" cy="654456"/>
            </a:xfrm>
            <a:custGeom>
              <a:avLst/>
              <a:gdLst>
                <a:gd name="T0" fmla="*/ 102 w 205"/>
                <a:gd name="T1" fmla="*/ 206 h 206"/>
                <a:gd name="T2" fmla="*/ 0 w 205"/>
                <a:gd name="T3" fmla="*/ 103 h 206"/>
                <a:gd name="T4" fmla="*/ 102 w 205"/>
                <a:gd name="T5" fmla="*/ 0 h 206"/>
                <a:gd name="T6" fmla="*/ 205 w 205"/>
                <a:gd name="T7" fmla="*/ 103 h 206"/>
                <a:gd name="T8" fmla="*/ 102 w 205"/>
                <a:gd name="T9" fmla="*/ 206 h 206"/>
                <a:gd name="T10" fmla="*/ 102 w 205"/>
                <a:gd name="T11" fmla="*/ 25 h 206"/>
                <a:gd name="T12" fmla="*/ 24 w 205"/>
                <a:gd name="T13" fmla="*/ 103 h 206"/>
                <a:gd name="T14" fmla="*/ 102 w 205"/>
                <a:gd name="T15" fmla="*/ 182 h 206"/>
                <a:gd name="T16" fmla="*/ 181 w 205"/>
                <a:gd name="T17" fmla="*/ 103 h 206"/>
                <a:gd name="T18" fmla="*/ 102 w 205"/>
                <a:gd name="T19" fmla="*/ 2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06">
                  <a:moveTo>
                    <a:pt x="102" y="206"/>
                  </a:moveTo>
                  <a:cubicBezTo>
                    <a:pt x="46" y="206"/>
                    <a:pt x="0" y="160"/>
                    <a:pt x="0" y="103"/>
                  </a:cubicBezTo>
                  <a:cubicBezTo>
                    <a:pt x="0" y="47"/>
                    <a:pt x="46" y="0"/>
                    <a:pt x="102" y="0"/>
                  </a:cubicBezTo>
                  <a:cubicBezTo>
                    <a:pt x="159" y="0"/>
                    <a:pt x="205" y="47"/>
                    <a:pt x="205" y="103"/>
                  </a:cubicBezTo>
                  <a:cubicBezTo>
                    <a:pt x="205" y="160"/>
                    <a:pt x="159" y="206"/>
                    <a:pt x="102" y="206"/>
                  </a:cubicBezTo>
                  <a:close/>
                  <a:moveTo>
                    <a:pt x="102" y="25"/>
                  </a:moveTo>
                  <a:cubicBezTo>
                    <a:pt x="59" y="25"/>
                    <a:pt x="24" y="60"/>
                    <a:pt x="24" y="103"/>
                  </a:cubicBezTo>
                  <a:cubicBezTo>
                    <a:pt x="24" y="147"/>
                    <a:pt x="59" y="182"/>
                    <a:pt x="102" y="182"/>
                  </a:cubicBezTo>
                  <a:cubicBezTo>
                    <a:pt x="146" y="182"/>
                    <a:pt x="181" y="147"/>
                    <a:pt x="181" y="103"/>
                  </a:cubicBezTo>
                  <a:cubicBezTo>
                    <a:pt x="181" y="60"/>
                    <a:pt x="146" y="25"/>
                    <a:pt x="102" y="25"/>
                  </a:cubicBezTo>
                  <a:close/>
                </a:path>
              </a:pathLst>
            </a:custGeom>
            <a:solidFill>
              <a:srgbClr val="E7E6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64" name="Oval 79">
              <a:extLst>
                <a:ext uri="{FF2B5EF4-FFF2-40B4-BE49-F238E27FC236}">
                  <a16:creationId xmlns:a16="http://schemas.microsoft.com/office/drawing/2014/main" id="{D79CED2F-0C10-4223-B054-208C8E68C59B}"/>
                </a:ext>
              </a:extLst>
            </p:cNvPr>
            <p:cNvSpPr>
              <a:spLocks noChangeArrowheads="1"/>
            </p:cNvSpPr>
            <p:nvPr/>
          </p:nvSpPr>
          <p:spPr bwMode="auto">
            <a:xfrm>
              <a:off x="6990378" y="3183720"/>
              <a:ext cx="257960" cy="257960"/>
            </a:xfrm>
            <a:prstGeom prst="ellipse">
              <a:avLst/>
            </a:prstGeom>
            <a:solidFill>
              <a:srgbClr val="57B7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65" name="Freeform 80">
              <a:extLst>
                <a:ext uri="{FF2B5EF4-FFF2-40B4-BE49-F238E27FC236}">
                  <a16:creationId xmlns:a16="http://schemas.microsoft.com/office/drawing/2014/main" id="{BFD34CDB-E6AB-4DB0-A96A-60D376DC99B1}"/>
                </a:ext>
              </a:extLst>
            </p:cNvPr>
            <p:cNvSpPr>
              <a:spLocks/>
            </p:cNvSpPr>
            <p:nvPr/>
          </p:nvSpPr>
          <p:spPr bwMode="auto">
            <a:xfrm>
              <a:off x="6722864" y="3169388"/>
              <a:ext cx="401271" cy="152865"/>
            </a:xfrm>
            <a:custGeom>
              <a:avLst/>
              <a:gdLst>
                <a:gd name="T0" fmla="*/ 82 w 84"/>
                <a:gd name="T1" fmla="*/ 32 h 32"/>
                <a:gd name="T2" fmla="*/ 0 w 84"/>
                <a:gd name="T3" fmla="*/ 5 h 32"/>
                <a:gd name="T4" fmla="*/ 2 w 84"/>
                <a:gd name="T5" fmla="*/ 0 h 32"/>
                <a:gd name="T6" fmla="*/ 84 w 84"/>
                <a:gd name="T7" fmla="*/ 27 h 32"/>
                <a:gd name="T8" fmla="*/ 82 w 84"/>
                <a:gd name="T9" fmla="*/ 32 h 32"/>
              </a:gdLst>
              <a:ahLst/>
              <a:cxnLst>
                <a:cxn ang="0">
                  <a:pos x="T0" y="T1"/>
                </a:cxn>
                <a:cxn ang="0">
                  <a:pos x="T2" y="T3"/>
                </a:cxn>
                <a:cxn ang="0">
                  <a:pos x="T4" y="T5"/>
                </a:cxn>
                <a:cxn ang="0">
                  <a:pos x="T6" y="T7"/>
                </a:cxn>
                <a:cxn ang="0">
                  <a:pos x="T8" y="T9"/>
                </a:cxn>
              </a:cxnLst>
              <a:rect l="0" t="0" r="r" b="b"/>
              <a:pathLst>
                <a:path w="84" h="32">
                  <a:moveTo>
                    <a:pt x="82" y="32"/>
                  </a:moveTo>
                  <a:lnTo>
                    <a:pt x="0" y="5"/>
                  </a:lnTo>
                  <a:lnTo>
                    <a:pt x="2" y="0"/>
                  </a:lnTo>
                  <a:lnTo>
                    <a:pt x="84" y="27"/>
                  </a:lnTo>
                  <a:lnTo>
                    <a:pt x="82" y="32"/>
                  </a:lnTo>
                  <a:close/>
                </a:path>
              </a:pathLst>
            </a:custGeom>
            <a:solidFill>
              <a:srgbClr val="57B7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66" name="Freeform 81">
              <a:extLst>
                <a:ext uri="{FF2B5EF4-FFF2-40B4-BE49-F238E27FC236}">
                  <a16:creationId xmlns:a16="http://schemas.microsoft.com/office/drawing/2014/main" id="{9D2BE58C-6260-44C9-80AE-DD1DBF7A9E90}"/>
                </a:ext>
              </a:extLst>
            </p:cNvPr>
            <p:cNvSpPr>
              <a:spLocks/>
            </p:cNvSpPr>
            <p:nvPr/>
          </p:nvSpPr>
          <p:spPr bwMode="auto">
            <a:xfrm>
              <a:off x="6794518" y="3212383"/>
              <a:ext cx="176752" cy="363055"/>
            </a:xfrm>
            <a:custGeom>
              <a:avLst/>
              <a:gdLst>
                <a:gd name="T0" fmla="*/ 42 w 56"/>
                <a:gd name="T1" fmla="*/ 115 h 115"/>
                <a:gd name="T2" fmla="*/ 0 w 56"/>
                <a:gd name="T3" fmla="*/ 31 h 115"/>
                <a:gd name="T4" fmla="*/ 5 w 56"/>
                <a:gd name="T5" fmla="*/ 0 h 115"/>
                <a:gd name="T6" fmla="*/ 27 w 56"/>
                <a:gd name="T7" fmla="*/ 7 h 115"/>
                <a:gd name="T8" fmla="*/ 24 w 56"/>
                <a:gd name="T9" fmla="*/ 31 h 115"/>
                <a:gd name="T10" fmla="*/ 56 w 56"/>
                <a:gd name="T11" fmla="*/ 95 h 115"/>
                <a:gd name="T12" fmla="*/ 42 w 56"/>
                <a:gd name="T13" fmla="*/ 115 h 115"/>
              </a:gdLst>
              <a:ahLst/>
              <a:cxnLst>
                <a:cxn ang="0">
                  <a:pos x="T0" y="T1"/>
                </a:cxn>
                <a:cxn ang="0">
                  <a:pos x="T2" y="T3"/>
                </a:cxn>
                <a:cxn ang="0">
                  <a:pos x="T4" y="T5"/>
                </a:cxn>
                <a:cxn ang="0">
                  <a:pos x="T6" y="T7"/>
                </a:cxn>
                <a:cxn ang="0">
                  <a:pos x="T8" y="T9"/>
                </a:cxn>
                <a:cxn ang="0">
                  <a:pos x="T10" y="T11"/>
                </a:cxn>
                <a:cxn ang="0">
                  <a:pos x="T12" y="T13"/>
                </a:cxn>
              </a:cxnLst>
              <a:rect l="0" t="0" r="r" b="b"/>
              <a:pathLst>
                <a:path w="56" h="115">
                  <a:moveTo>
                    <a:pt x="42" y="115"/>
                  </a:moveTo>
                  <a:cubicBezTo>
                    <a:pt x="15" y="95"/>
                    <a:pt x="0" y="64"/>
                    <a:pt x="0" y="31"/>
                  </a:cubicBezTo>
                  <a:cubicBezTo>
                    <a:pt x="0" y="20"/>
                    <a:pt x="1" y="10"/>
                    <a:pt x="5" y="0"/>
                  </a:cubicBezTo>
                  <a:cubicBezTo>
                    <a:pt x="27" y="7"/>
                    <a:pt x="27" y="7"/>
                    <a:pt x="27" y="7"/>
                  </a:cubicBezTo>
                  <a:cubicBezTo>
                    <a:pt x="25" y="15"/>
                    <a:pt x="24" y="23"/>
                    <a:pt x="24" y="31"/>
                  </a:cubicBezTo>
                  <a:cubicBezTo>
                    <a:pt x="24" y="56"/>
                    <a:pt x="36" y="80"/>
                    <a:pt x="56" y="95"/>
                  </a:cubicBezTo>
                  <a:lnTo>
                    <a:pt x="42" y="115"/>
                  </a:lnTo>
                  <a:close/>
                </a:path>
              </a:pathLst>
            </a:custGeom>
            <a:solidFill>
              <a:srgbClr val="57B7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67" name="Line 82">
              <a:extLst>
                <a:ext uri="{FF2B5EF4-FFF2-40B4-BE49-F238E27FC236}">
                  <a16:creationId xmlns:a16="http://schemas.microsoft.com/office/drawing/2014/main" id="{2DB4C079-206B-4235-8836-72376505AB6C}"/>
                </a:ext>
              </a:extLst>
            </p:cNvPr>
            <p:cNvSpPr>
              <a:spLocks noChangeShapeType="1"/>
            </p:cNvSpPr>
            <p:nvPr/>
          </p:nvSpPr>
          <p:spPr bwMode="auto">
            <a:xfrm>
              <a:off x="7291330" y="3546775"/>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68" name="Line 83">
              <a:extLst>
                <a:ext uri="{FF2B5EF4-FFF2-40B4-BE49-F238E27FC236}">
                  <a16:creationId xmlns:a16="http://schemas.microsoft.com/office/drawing/2014/main" id="{65E53BB0-C6B4-4D8C-AFBA-EDD41DBBAB10}"/>
                </a:ext>
              </a:extLst>
            </p:cNvPr>
            <p:cNvSpPr>
              <a:spLocks noChangeShapeType="1"/>
            </p:cNvSpPr>
            <p:nvPr/>
          </p:nvSpPr>
          <p:spPr bwMode="auto">
            <a:xfrm>
              <a:off x="7119356" y="3021301"/>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grpSp>
      <p:grpSp>
        <p:nvGrpSpPr>
          <p:cNvPr id="169" name="Gruppieren 168">
            <a:extLst>
              <a:ext uri="{FF2B5EF4-FFF2-40B4-BE49-F238E27FC236}">
                <a16:creationId xmlns:a16="http://schemas.microsoft.com/office/drawing/2014/main" id="{8FA70805-4CA6-4881-9561-B236FE581BD5}"/>
              </a:ext>
            </a:extLst>
          </p:cNvPr>
          <p:cNvGrpSpPr/>
          <p:nvPr/>
        </p:nvGrpSpPr>
        <p:grpSpPr>
          <a:xfrm>
            <a:off x="2886909" y="4237423"/>
            <a:ext cx="490778" cy="555260"/>
            <a:chOff x="7984002" y="2897098"/>
            <a:chExt cx="654456" cy="740443"/>
          </a:xfrm>
        </p:grpSpPr>
        <p:sp>
          <p:nvSpPr>
            <p:cNvPr id="170" name="Freeform 84">
              <a:extLst>
                <a:ext uri="{FF2B5EF4-FFF2-40B4-BE49-F238E27FC236}">
                  <a16:creationId xmlns:a16="http://schemas.microsoft.com/office/drawing/2014/main" id="{9B0B1DC4-2A67-4136-B87A-5E607C05ABF1}"/>
                </a:ext>
              </a:extLst>
            </p:cNvPr>
            <p:cNvSpPr>
              <a:spLocks noEditPoints="1"/>
            </p:cNvSpPr>
            <p:nvPr/>
          </p:nvSpPr>
          <p:spPr bwMode="auto">
            <a:xfrm>
              <a:off x="7984002" y="2983085"/>
              <a:ext cx="654456" cy="654456"/>
            </a:xfrm>
            <a:custGeom>
              <a:avLst/>
              <a:gdLst>
                <a:gd name="T0" fmla="*/ 103 w 206"/>
                <a:gd name="T1" fmla="*/ 206 h 206"/>
                <a:gd name="T2" fmla="*/ 0 w 206"/>
                <a:gd name="T3" fmla="*/ 103 h 206"/>
                <a:gd name="T4" fmla="*/ 103 w 206"/>
                <a:gd name="T5" fmla="*/ 0 h 206"/>
                <a:gd name="T6" fmla="*/ 206 w 206"/>
                <a:gd name="T7" fmla="*/ 103 h 206"/>
                <a:gd name="T8" fmla="*/ 103 w 206"/>
                <a:gd name="T9" fmla="*/ 206 h 206"/>
                <a:gd name="T10" fmla="*/ 103 w 206"/>
                <a:gd name="T11" fmla="*/ 25 h 206"/>
                <a:gd name="T12" fmla="*/ 24 w 206"/>
                <a:gd name="T13" fmla="*/ 103 h 206"/>
                <a:gd name="T14" fmla="*/ 103 w 206"/>
                <a:gd name="T15" fmla="*/ 182 h 206"/>
                <a:gd name="T16" fmla="*/ 182 w 206"/>
                <a:gd name="T17" fmla="*/ 103 h 206"/>
                <a:gd name="T18" fmla="*/ 103 w 206"/>
                <a:gd name="T19" fmla="*/ 2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6" h="206">
                  <a:moveTo>
                    <a:pt x="103" y="206"/>
                  </a:moveTo>
                  <a:cubicBezTo>
                    <a:pt x="46" y="206"/>
                    <a:pt x="0" y="160"/>
                    <a:pt x="0" y="103"/>
                  </a:cubicBezTo>
                  <a:cubicBezTo>
                    <a:pt x="0" y="47"/>
                    <a:pt x="46" y="0"/>
                    <a:pt x="103" y="0"/>
                  </a:cubicBezTo>
                  <a:cubicBezTo>
                    <a:pt x="160" y="0"/>
                    <a:pt x="206" y="47"/>
                    <a:pt x="206" y="103"/>
                  </a:cubicBezTo>
                  <a:cubicBezTo>
                    <a:pt x="206" y="160"/>
                    <a:pt x="160" y="206"/>
                    <a:pt x="103" y="206"/>
                  </a:cubicBezTo>
                  <a:close/>
                  <a:moveTo>
                    <a:pt x="103" y="25"/>
                  </a:moveTo>
                  <a:cubicBezTo>
                    <a:pt x="60" y="25"/>
                    <a:pt x="24" y="60"/>
                    <a:pt x="24" y="103"/>
                  </a:cubicBezTo>
                  <a:cubicBezTo>
                    <a:pt x="24" y="147"/>
                    <a:pt x="60" y="182"/>
                    <a:pt x="103" y="182"/>
                  </a:cubicBezTo>
                  <a:cubicBezTo>
                    <a:pt x="147" y="182"/>
                    <a:pt x="182" y="147"/>
                    <a:pt x="182" y="103"/>
                  </a:cubicBezTo>
                  <a:cubicBezTo>
                    <a:pt x="182" y="60"/>
                    <a:pt x="147" y="25"/>
                    <a:pt x="103" y="25"/>
                  </a:cubicBezTo>
                  <a:close/>
                </a:path>
              </a:pathLst>
            </a:custGeom>
            <a:solidFill>
              <a:srgbClr val="E7E6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71" name="Oval 85">
              <a:extLst>
                <a:ext uri="{FF2B5EF4-FFF2-40B4-BE49-F238E27FC236}">
                  <a16:creationId xmlns:a16="http://schemas.microsoft.com/office/drawing/2014/main" id="{4580B273-2EC5-48A3-ABEF-80B6D37CEE2E}"/>
                </a:ext>
              </a:extLst>
            </p:cNvPr>
            <p:cNvSpPr>
              <a:spLocks noChangeArrowheads="1"/>
            </p:cNvSpPr>
            <p:nvPr/>
          </p:nvSpPr>
          <p:spPr bwMode="auto">
            <a:xfrm>
              <a:off x="8184638" y="3183720"/>
              <a:ext cx="253185" cy="257960"/>
            </a:xfrm>
            <a:prstGeom prst="ellipse">
              <a:avLst/>
            </a:prstGeom>
            <a:solidFill>
              <a:srgbClr val="EFB5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72" name="Rectangle 86">
              <a:extLst>
                <a:ext uri="{FF2B5EF4-FFF2-40B4-BE49-F238E27FC236}">
                  <a16:creationId xmlns:a16="http://schemas.microsoft.com/office/drawing/2014/main" id="{0D511B42-CC75-4382-96D6-574E562016E0}"/>
                </a:ext>
              </a:extLst>
            </p:cNvPr>
            <p:cNvSpPr>
              <a:spLocks noChangeArrowheads="1"/>
            </p:cNvSpPr>
            <p:nvPr/>
          </p:nvSpPr>
          <p:spPr bwMode="auto">
            <a:xfrm>
              <a:off x="8299287" y="2897098"/>
              <a:ext cx="28662" cy="410825"/>
            </a:xfrm>
            <a:prstGeom prst="rect">
              <a:avLst/>
            </a:prstGeom>
            <a:solidFill>
              <a:srgbClr val="EFB5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73" name="Line 87">
              <a:extLst>
                <a:ext uri="{FF2B5EF4-FFF2-40B4-BE49-F238E27FC236}">
                  <a16:creationId xmlns:a16="http://schemas.microsoft.com/office/drawing/2014/main" id="{A6995837-39D2-4B08-8A7A-8B9C4E631129}"/>
                </a:ext>
              </a:extLst>
            </p:cNvPr>
            <p:cNvSpPr>
              <a:spLocks noChangeShapeType="1"/>
            </p:cNvSpPr>
            <p:nvPr/>
          </p:nvSpPr>
          <p:spPr bwMode="auto">
            <a:xfrm>
              <a:off x="8480814" y="3546775"/>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74" name="Freeform 88">
              <a:extLst>
                <a:ext uri="{FF2B5EF4-FFF2-40B4-BE49-F238E27FC236}">
                  <a16:creationId xmlns:a16="http://schemas.microsoft.com/office/drawing/2014/main" id="{1256D493-28DF-4910-863E-83AC0A23B7D3}"/>
                </a:ext>
              </a:extLst>
            </p:cNvPr>
            <p:cNvSpPr>
              <a:spLocks/>
            </p:cNvSpPr>
            <p:nvPr/>
          </p:nvSpPr>
          <p:spPr bwMode="auto">
            <a:xfrm>
              <a:off x="8003110" y="2983085"/>
              <a:ext cx="310509" cy="248406"/>
            </a:xfrm>
            <a:custGeom>
              <a:avLst/>
              <a:gdLst>
                <a:gd name="T0" fmla="*/ 23 w 98"/>
                <a:gd name="T1" fmla="*/ 79 h 79"/>
                <a:gd name="T2" fmla="*/ 0 w 98"/>
                <a:gd name="T3" fmla="*/ 72 h 79"/>
                <a:gd name="T4" fmla="*/ 98 w 98"/>
                <a:gd name="T5" fmla="*/ 0 h 79"/>
                <a:gd name="T6" fmla="*/ 98 w 98"/>
                <a:gd name="T7" fmla="*/ 25 h 79"/>
                <a:gd name="T8" fmla="*/ 23 w 98"/>
                <a:gd name="T9" fmla="*/ 79 h 79"/>
              </a:gdLst>
              <a:ahLst/>
              <a:cxnLst>
                <a:cxn ang="0">
                  <a:pos x="T0" y="T1"/>
                </a:cxn>
                <a:cxn ang="0">
                  <a:pos x="T2" y="T3"/>
                </a:cxn>
                <a:cxn ang="0">
                  <a:pos x="T4" y="T5"/>
                </a:cxn>
                <a:cxn ang="0">
                  <a:pos x="T6" y="T7"/>
                </a:cxn>
                <a:cxn ang="0">
                  <a:pos x="T8" y="T9"/>
                </a:cxn>
              </a:cxnLst>
              <a:rect l="0" t="0" r="r" b="b"/>
              <a:pathLst>
                <a:path w="98" h="79">
                  <a:moveTo>
                    <a:pt x="23" y="79"/>
                  </a:moveTo>
                  <a:cubicBezTo>
                    <a:pt x="0" y="72"/>
                    <a:pt x="0" y="72"/>
                    <a:pt x="0" y="72"/>
                  </a:cubicBezTo>
                  <a:cubicBezTo>
                    <a:pt x="14" y="29"/>
                    <a:pt x="53" y="0"/>
                    <a:pt x="98" y="0"/>
                  </a:cubicBezTo>
                  <a:cubicBezTo>
                    <a:pt x="98" y="25"/>
                    <a:pt x="98" y="25"/>
                    <a:pt x="98" y="25"/>
                  </a:cubicBezTo>
                  <a:cubicBezTo>
                    <a:pt x="64" y="25"/>
                    <a:pt x="34" y="46"/>
                    <a:pt x="23" y="79"/>
                  </a:cubicBezTo>
                  <a:close/>
                </a:path>
              </a:pathLst>
            </a:custGeom>
            <a:solidFill>
              <a:srgbClr val="EFB5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grpSp>
      <p:grpSp>
        <p:nvGrpSpPr>
          <p:cNvPr id="11" name="Gruppieren 10">
            <a:extLst>
              <a:ext uri="{FF2B5EF4-FFF2-40B4-BE49-F238E27FC236}">
                <a16:creationId xmlns:a16="http://schemas.microsoft.com/office/drawing/2014/main" id="{78CAC535-8412-454D-B19A-0A4B2C8011EE}"/>
              </a:ext>
            </a:extLst>
          </p:cNvPr>
          <p:cNvGrpSpPr/>
          <p:nvPr/>
        </p:nvGrpSpPr>
        <p:grpSpPr>
          <a:xfrm>
            <a:off x="305543" y="2352215"/>
            <a:ext cx="1365008" cy="1365008"/>
            <a:chOff x="407300" y="3384162"/>
            <a:chExt cx="1820248" cy="1820248"/>
          </a:xfrm>
        </p:grpSpPr>
        <p:grpSp>
          <p:nvGrpSpPr>
            <p:cNvPr id="8" name="Gruppieren 7">
              <a:extLst>
                <a:ext uri="{FF2B5EF4-FFF2-40B4-BE49-F238E27FC236}">
                  <a16:creationId xmlns:a16="http://schemas.microsoft.com/office/drawing/2014/main" id="{A0CDDB5C-1F17-4C2D-AB03-D2C6CB819434}"/>
                </a:ext>
              </a:extLst>
            </p:cNvPr>
            <p:cNvGrpSpPr/>
            <p:nvPr/>
          </p:nvGrpSpPr>
          <p:grpSpPr>
            <a:xfrm>
              <a:off x="407300" y="3384162"/>
              <a:ext cx="1820248" cy="1820248"/>
              <a:chOff x="4328828" y="5196727"/>
              <a:chExt cx="1410437" cy="1410437"/>
            </a:xfrm>
          </p:grpSpPr>
          <p:sp>
            <p:nvSpPr>
              <p:cNvPr id="6" name="Ellipse 5">
                <a:extLst>
                  <a:ext uri="{FF2B5EF4-FFF2-40B4-BE49-F238E27FC236}">
                    <a16:creationId xmlns:a16="http://schemas.microsoft.com/office/drawing/2014/main" id="{C510539B-0EEE-4EC0-B2C4-6B62F61F534E}"/>
                  </a:ext>
                </a:extLst>
              </p:cNvPr>
              <p:cNvSpPr/>
              <p:nvPr/>
            </p:nvSpPr>
            <p:spPr>
              <a:xfrm>
                <a:off x="4328828" y="5196727"/>
                <a:ext cx="1410437" cy="1410437"/>
              </a:xfrm>
              <a:prstGeom prst="ellipse">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26">
                  <a:defRPr/>
                </a:pPr>
                <a:endParaRPr lang="de-DE" sz="1275">
                  <a:solidFill>
                    <a:srgbClr val="FFFFFF"/>
                  </a:solidFill>
                  <a:latin typeface="Arial"/>
                </a:endParaRPr>
              </a:p>
            </p:txBody>
          </p:sp>
          <p:grpSp>
            <p:nvGrpSpPr>
              <p:cNvPr id="3" name="Gruppieren 2">
                <a:extLst>
                  <a:ext uri="{FF2B5EF4-FFF2-40B4-BE49-F238E27FC236}">
                    <a16:creationId xmlns:a16="http://schemas.microsoft.com/office/drawing/2014/main" id="{6A010167-EBDA-4D78-9ABB-03FD36BC8561}"/>
                  </a:ext>
                </a:extLst>
              </p:cNvPr>
              <p:cNvGrpSpPr/>
              <p:nvPr/>
            </p:nvGrpSpPr>
            <p:grpSpPr>
              <a:xfrm>
                <a:off x="4498209" y="5353960"/>
                <a:ext cx="1133768" cy="841734"/>
                <a:chOff x="4519250" y="2877425"/>
                <a:chExt cx="2747559" cy="2039847"/>
              </a:xfrm>
            </p:grpSpPr>
            <p:grpSp>
              <p:nvGrpSpPr>
                <p:cNvPr id="180" name="Grafik 18">
                  <a:extLst>
                    <a:ext uri="{FF2B5EF4-FFF2-40B4-BE49-F238E27FC236}">
                      <a16:creationId xmlns:a16="http://schemas.microsoft.com/office/drawing/2014/main" id="{21AD8F83-8C81-4804-AC71-46A3F37CF9B4}"/>
                    </a:ext>
                  </a:extLst>
                </p:cNvPr>
                <p:cNvGrpSpPr/>
                <p:nvPr/>
              </p:nvGrpSpPr>
              <p:grpSpPr>
                <a:xfrm rot="21236203">
                  <a:off x="4519250" y="2877425"/>
                  <a:ext cx="1956204" cy="1515761"/>
                  <a:chOff x="4645164" y="2877272"/>
                  <a:chExt cx="1956204" cy="1515761"/>
                </a:xfrm>
              </p:grpSpPr>
              <p:sp>
                <p:nvSpPr>
                  <p:cNvPr id="185" name="Freihandform: Form 184">
                    <a:extLst>
                      <a:ext uri="{FF2B5EF4-FFF2-40B4-BE49-F238E27FC236}">
                        <a16:creationId xmlns:a16="http://schemas.microsoft.com/office/drawing/2014/main" id="{37A04662-640F-40B5-A616-B0C08329CED0}"/>
                      </a:ext>
                    </a:extLst>
                  </p:cNvPr>
                  <p:cNvSpPr/>
                  <p:nvPr/>
                </p:nvSpPr>
                <p:spPr>
                  <a:xfrm>
                    <a:off x="4857482" y="3972926"/>
                    <a:ext cx="622540" cy="218029"/>
                  </a:xfrm>
                  <a:custGeom>
                    <a:avLst/>
                    <a:gdLst>
                      <a:gd name="connsiteX0" fmla="*/ 622541 w 622540"/>
                      <a:gd name="connsiteY0" fmla="*/ 59259 h 218029"/>
                      <a:gd name="connsiteX1" fmla="*/ 440019 w 622540"/>
                      <a:gd name="connsiteY1" fmla="*/ 49646 h 218029"/>
                      <a:gd name="connsiteX2" fmla="*/ 234621 w 622540"/>
                      <a:gd name="connsiteY2" fmla="*/ 11681 h 218029"/>
                      <a:gd name="connsiteX3" fmla="*/ 169522 w 622540"/>
                      <a:gd name="connsiteY3" fmla="*/ 46969 h 218029"/>
                      <a:gd name="connsiteX4" fmla="*/ 1601 w 622540"/>
                      <a:gd name="connsiteY4" fmla="*/ 0 h 218029"/>
                      <a:gd name="connsiteX5" fmla="*/ 74002 w 622540"/>
                      <a:gd name="connsiteY5" fmla="*/ 151006 h 218029"/>
                      <a:gd name="connsiteX6" fmla="*/ 390981 w 622540"/>
                      <a:gd name="connsiteY6" fmla="*/ 217566 h 218029"/>
                      <a:gd name="connsiteX7" fmla="*/ 488326 w 622540"/>
                      <a:gd name="connsiteY7" fmla="*/ 200044 h 218029"/>
                      <a:gd name="connsiteX8" fmla="*/ 622176 w 622540"/>
                      <a:gd name="connsiteY8" fmla="*/ 59015 h 2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540" h="218029">
                        <a:moveTo>
                          <a:pt x="622541" y="59259"/>
                        </a:moveTo>
                        <a:cubicBezTo>
                          <a:pt x="564134" y="52201"/>
                          <a:pt x="500860" y="50863"/>
                          <a:pt x="440019" y="49646"/>
                        </a:cubicBezTo>
                        <a:cubicBezTo>
                          <a:pt x="370140" y="46432"/>
                          <a:pt x="301031" y="33658"/>
                          <a:pt x="234621" y="11681"/>
                        </a:cubicBezTo>
                        <a:cubicBezTo>
                          <a:pt x="216105" y="28550"/>
                          <a:pt x="193762" y="40661"/>
                          <a:pt x="169522" y="46969"/>
                        </a:cubicBezTo>
                        <a:cubicBezTo>
                          <a:pt x="37376" y="77511"/>
                          <a:pt x="1358" y="3164"/>
                          <a:pt x="1601" y="0"/>
                        </a:cubicBezTo>
                        <a:cubicBezTo>
                          <a:pt x="-7285" y="60386"/>
                          <a:pt x="21356" y="120122"/>
                          <a:pt x="74002" y="151006"/>
                        </a:cubicBezTo>
                        <a:cubicBezTo>
                          <a:pt x="129002" y="186416"/>
                          <a:pt x="272586" y="222555"/>
                          <a:pt x="390981" y="217566"/>
                        </a:cubicBezTo>
                        <a:cubicBezTo>
                          <a:pt x="424154" y="216933"/>
                          <a:pt x="457015" y="211020"/>
                          <a:pt x="488326" y="200044"/>
                        </a:cubicBezTo>
                        <a:cubicBezTo>
                          <a:pt x="559510" y="172544"/>
                          <a:pt x="601125" y="105011"/>
                          <a:pt x="622176" y="59015"/>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190" name="Freihandform: Form 189">
                    <a:extLst>
                      <a:ext uri="{FF2B5EF4-FFF2-40B4-BE49-F238E27FC236}">
                        <a16:creationId xmlns:a16="http://schemas.microsoft.com/office/drawing/2014/main" id="{A79C3098-0491-49DD-9BD0-E805DCAC38D0}"/>
                      </a:ext>
                    </a:extLst>
                  </p:cNvPr>
                  <p:cNvSpPr/>
                  <p:nvPr/>
                </p:nvSpPr>
                <p:spPr>
                  <a:xfrm>
                    <a:off x="5200121" y="4035592"/>
                    <a:ext cx="347191" cy="357441"/>
                  </a:xfrm>
                  <a:custGeom>
                    <a:avLst/>
                    <a:gdLst>
                      <a:gd name="connsiteX0" fmla="*/ 109913 w 347191"/>
                      <a:gd name="connsiteY0" fmla="*/ 325010 h 357441"/>
                      <a:gd name="connsiteX1" fmla="*/ 246561 w 347191"/>
                      <a:gd name="connsiteY1" fmla="*/ 111460 h 357441"/>
                      <a:gd name="connsiteX2" fmla="*/ 347192 w 347191"/>
                      <a:gd name="connsiteY2" fmla="*/ 8153 h 357441"/>
                      <a:gd name="connsiteX3" fmla="*/ 304725 w 347191"/>
                      <a:gd name="connsiteY3" fmla="*/ 0 h 357441"/>
                      <a:gd name="connsiteX4" fmla="*/ 154935 w 347191"/>
                      <a:gd name="connsiteY4" fmla="*/ 160132 h 357441"/>
                      <a:gd name="connsiteX5" fmla="*/ 56130 w 347191"/>
                      <a:gd name="connsiteY5" fmla="*/ 178993 h 357441"/>
                      <a:gd name="connsiteX6" fmla="*/ 7458 w 347191"/>
                      <a:gd name="connsiteY6" fmla="*/ 273661 h 357441"/>
                      <a:gd name="connsiteX7" fmla="*/ 2104 w 347191"/>
                      <a:gd name="connsiteY7" fmla="*/ 324645 h 357441"/>
                      <a:gd name="connsiteX8" fmla="*/ 26440 w 347191"/>
                      <a:gd name="connsiteY8" fmla="*/ 350442 h 357441"/>
                      <a:gd name="connsiteX9" fmla="*/ 61971 w 347191"/>
                      <a:gd name="connsiteY9" fmla="*/ 357013 h 357441"/>
                      <a:gd name="connsiteX10" fmla="*/ 61971 w 347191"/>
                      <a:gd name="connsiteY10" fmla="*/ 357013 h 357441"/>
                      <a:gd name="connsiteX11" fmla="*/ 109061 w 347191"/>
                      <a:gd name="connsiteY11" fmla="*/ 325010 h 35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7191" h="357441">
                        <a:moveTo>
                          <a:pt x="109913" y="325010"/>
                        </a:moveTo>
                        <a:cubicBezTo>
                          <a:pt x="145849" y="248120"/>
                          <a:pt x="191797" y="176304"/>
                          <a:pt x="246561" y="111460"/>
                        </a:cubicBezTo>
                        <a:cubicBezTo>
                          <a:pt x="283674" y="69237"/>
                          <a:pt x="319570" y="33827"/>
                          <a:pt x="347192" y="8153"/>
                        </a:cubicBezTo>
                        <a:cubicBezTo>
                          <a:pt x="333807" y="5111"/>
                          <a:pt x="319813" y="2434"/>
                          <a:pt x="304725" y="0"/>
                        </a:cubicBezTo>
                        <a:cubicBezTo>
                          <a:pt x="283187" y="49646"/>
                          <a:pt x="237435" y="128252"/>
                          <a:pt x="154935" y="160132"/>
                        </a:cubicBezTo>
                        <a:cubicBezTo>
                          <a:pt x="123157" y="171437"/>
                          <a:pt x="89836" y="177788"/>
                          <a:pt x="56130" y="178993"/>
                        </a:cubicBezTo>
                        <a:cubicBezTo>
                          <a:pt x="28265" y="229491"/>
                          <a:pt x="8188" y="272931"/>
                          <a:pt x="7458" y="273661"/>
                        </a:cubicBezTo>
                        <a:cubicBezTo>
                          <a:pt x="-87" y="289553"/>
                          <a:pt x="-1975" y="307537"/>
                          <a:pt x="2104" y="324645"/>
                        </a:cubicBezTo>
                        <a:cubicBezTo>
                          <a:pt x="6344" y="336217"/>
                          <a:pt x="15140" y="345538"/>
                          <a:pt x="26440" y="350442"/>
                        </a:cubicBezTo>
                        <a:cubicBezTo>
                          <a:pt x="37345" y="356185"/>
                          <a:pt x="49734" y="358473"/>
                          <a:pt x="61971" y="357013"/>
                        </a:cubicBezTo>
                        <a:lnTo>
                          <a:pt x="61971" y="357013"/>
                        </a:lnTo>
                        <a:cubicBezTo>
                          <a:pt x="81261" y="352936"/>
                          <a:pt x="98175" y="341450"/>
                          <a:pt x="109061" y="325010"/>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191" name="Freihandform: Form 190">
                    <a:extLst>
                      <a:ext uri="{FF2B5EF4-FFF2-40B4-BE49-F238E27FC236}">
                        <a16:creationId xmlns:a16="http://schemas.microsoft.com/office/drawing/2014/main" id="{836B9B78-5EF8-4DA4-BF40-63E6A1DBEB69}"/>
                      </a:ext>
                    </a:extLst>
                  </p:cNvPr>
                  <p:cNvSpPr/>
                  <p:nvPr/>
                </p:nvSpPr>
                <p:spPr>
                  <a:xfrm>
                    <a:off x="5174603" y="3011158"/>
                    <a:ext cx="2068" cy="1703"/>
                  </a:xfrm>
                  <a:custGeom>
                    <a:avLst/>
                    <a:gdLst>
                      <a:gd name="connsiteX0" fmla="*/ 0 w 2068"/>
                      <a:gd name="connsiteY0" fmla="*/ 1704 h 1703"/>
                      <a:gd name="connsiteX1" fmla="*/ 2069 w 2068"/>
                      <a:gd name="connsiteY1" fmla="*/ 0 h 1703"/>
                    </a:gdLst>
                    <a:ahLst/>
                    <a:cxnLst>
                      <a:cxn ang="0">
                        <a:pos x="connsiteX0" y="connsiteY0"/>
                      </a:cxn>
                      <a:cxn ang="0">
                        <a:pos x="connsiteX1" y="connsiteY1"/>
                      </a:cxn>
                    </a:cxnLst>
                    <a:rect l="l" t="t" r="r" b="b"/>
                    <a:pathLst>
                      <a:path w="2068" h="1703">
                        <a:moveTo>
                          <a:pt x="0" y="1704"/>
                        </a:moveTo>
                        <a:lnTo>
                          <a:pt x="2069" y="0"/>
                        </a:lnTo>
                        <a:close/>
                      </a:path>
                    </a:pathLst>
                  </a:custGeom>
                  <a:solidFill>
                    <a:schemeClr val="tx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048" name="Freihandform: Form 2047">
                    <a:extLst>
                      <a:ext uri="{FF2B5EF4-FFF2-40B4-BE49-F238E27FC236}">
                        <a16:creationId xmlns:a16="http://schemas.microsoft.com/office/drawing/2014/main" id="{6FDE99DA-3394-49BE-819A-73349B371318}"/>
                      </a:ext>
                    </a:extLst>
                  </p:cNvPr>
                  <p:cNvSpPr/>
                  <p:nvPr/>
                </p:nvSpPr>
                <p:spPr>
                  <a:xfrm>
                    <a:off x="4901672" y="3172385"/>
                    <a:ext cx="36504" cy="59867"/>
                  </a:xfrm>
                  <a:custGeom>
                    <a:avLst/>
                    <a:gdLst>
                      <a:gd name="connsiteX0" fmla="*/ 13142 w 36504"/>
                      <a:gd name="connsiteY0" fmla="*/ 30907 h 59867"/>
                      <a:gd name="connsiteX1" fmla="*/ 13142 w 36504"/>
                      <a:gd name="connsiteY1" fmla="*/ 30177 h 59867"/>
                      <a:gd name="connsiteX2" fmla="*/ 17765 w 36504"/>
                      <a:gd name="connsiteY2" fmla="*/ 22633 h 59867"/>
                      <a:gd name="connsiteX3" fmla="*/ 17765 w 36504"/>
                      <a:gd name="connsiteY3" fmla="*/ 22024 h 59867"/>
                      <a:gd name="connsiteX4" fmla="*/ 22389 w 36504"/>
                      <a:gd name="connsiteY4" fmla="*/ 15575 h 59867"/>
                      <a:gd name="connsiteX5" fmla="*/ 23850 w 36504"/>
                      <a:gd name="connsiteY5" fmla="*/ 13750 h 59867"/>
                      <a:gd name="connsiteX6" fmla="*/ 28230 w 36504"/>
                      <a:gd name="connsiteY6" fmla="*/ 8518 h 59867"/>
                      <a:gd name="connsiteX7" fmla="*/ 29690 w 36504"/>
                      <a:gd name="connsiteY7" fmla="*/ 6936 h 59867"/>
                      <a:gd name="connsiteX8" fmla="*/ 35774 w 36504"/>
                      <a:gd name="connsiteY8" fmla="*/ 730 h 59867"/>
                      <a:gd name="connsiteX9" fmla="*/ 36504 w 36504"/>
                      <a:gd name="connsiteY9" fmla="*/ 0 h 59867"/>
                      <a:gd name="connsiteX10" fmla="*/ 0 w 36504"/>
                      <a:gd name="connsiteY10" fmla="*/ 59867 h 59867"/>
                      <a:gd name="connsiteX11" fmla="*/ 0 w 36504"/>
                      <a:gd name="connsiteY11" fmla="*/ 58772 h 59867"/>
                      <a:gd name="connsiteX12" fmla="*/ 13142 w 36504"/>
                      <a:gd name="connsiteY12" fmla="*/ 30907 h 59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04" h="59867">
                        <a:moveTo>
                          <a:pt x="13142" y="30907"/>
                        </a:moveTo>
                        <a:lnTo>
                          <a:pt x="13142" y="30177"/>
                        </a:lnTo>
                        <a:cubicBezTo>
                          <a:pt x="14723" y="27622"/>
                          <a:pt x="16184" y="25066"/>
                          <a:pt x="17765" y="22633"/>
                        </a:cubicBezTo>
                        <a:lnTo>
                          <a:pt x="17765" y="22024"/>
                        </a:lnTo>
                        <a:cubicBezTo>
                          <a:pt x="19226" y="19834"/>
                          <a:pt x="20807" y="17644"/>
                          <a:pt x="22389" y="15575"/>
                        </a:cubicBezTo>
                        <a:lnTo>
                          <a:pt x="23850" y="13750"/>
                        </a:lnTo>
                        <a:lnTo>
                          <a:pt x="28230" y="8518"/>
                        </a:lnTo>
                        <a:lnTo>
                          <a:pt x="29690" y="6936"/>
                        </a:lnTo>
                        <a:cubicBezTo>
                          <a:pt x="31637" y="4867"/>
                          <a:pt x="33584" y="2799"/>
                          <a:pt x="35774" y="730"/>
                        </a:cubicBezTo>
                        <a:lnTo>
                          <a:pt x="36504" y="0"/>
                        </a:lnTo>
                        <a:cubicBezTo>
                          <a:pt x="14967" y="31759"/>
                          <a:pt x="1825" y="55487"/>
                          <a:pt x="0" y="59867"/>
                        </a:cubicBezTo>
                        <a:lnTo>
                          <a:pt x="0" y="58772"/>
                        </a:lnTo>
                        <a:cubicBezTo>
                          <a:pt x="3458" y="49075"/>
                          <a:pt x="7859" y="39742"/>
                          <a:pt x="13142" y="30907"/>
                        </a:cubicBezTo>
                        <a:close/>
                      </a:path>
                    </a:pathLst>
                  </a:custGeom>
                  <a:solidFill>
                    <a:schemeClr val="tx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049" name="Freihandform: Form 2048">
                    <a:extLst>
                      <a:ext uri="{FF2B5EF4-FFF2-40B4-BE49-F238E27FC236}">
                        <a16:creationId xmlns:a16="http://schemas.microsoft.com/office/drawing/2014/main" id="{36FFC2C5-9EE4-41BA-8A9D-A62B4BFCBB6C}"/>
                      </a:ext>
                    </a:extLst>
                  </p:cNvPr>
                  <p:cNvSpPr/>
                  <p:nvPr/>
                </p:nvSpPr>
                <p:spPr>
                  <a:xfrm>
                    <a:off x="6231892" y="3383685"/>
                    <a:ext cx="369476" cy="529686"/>
                  </a:xfrm>
                  <a:custGeom>
                    <a:avLst/>
                    <a:gdLst>
                      <a:gd name="connsiteX0" fmla="*/ 0 w 369476"/>
                      <a:gd name="connsiteY0" fmla="*/ 446509 h 529686"/>
                      <a:gd name="connsiteX1" fmla="*/ 99414 w 369476"/>
                      <a:gd name="connsiteY1" fmla="*/ 465978 h 529686"/>
                      <a:gd name="connsiteX2" fmla="*/ 166947 w 369476"/>
                      <a:gd name="connsiteY2" fmla="*/ 441642 h 529686"/>
                      <a:gd name="connsiteX3" fmla="*/ 247743 w 369476"/>
                      <a:gd name="connsiteY3" fmla="*/ 339916 h 529686"/>
                      <a:gd name="connsiteX4" fmla="*/ 315154 w 369476"/>
                      <a:gd name="connsiteY4" fmla="*/ 258512 h 529686"/>
                      <a:gd name="connsiteX5" fmla="*/ 302986 w 369476"/>
                      <a:gd name="connsiteY5" fmla="*/ 93999 h 529686"/>
                      <a:gd name="connsiteX6" fmla="*/ 323672 w 369476"/>
                      <a:gd name="connsiteY6" fmla="*/ 61 h 529686"/>
                      <a:gd name="connsiteX7" fmla="*/ 339369 w 369476"/>
                      <a:gd name="connsiteY7" fmla="*/ 144496 h 529686"/>
                      <a:gd name="connsiteX8" fmla="*/ 339369 w 369476"/>
                      <a:gd name="connsiteY8" fmla="*/ 150702 h 529686"/>
                      <a:gd name="connsiteX9" fmla="*/ 364800 w 369476"/>
                      <a:gd name="connsiteY9" fmla="*/ 278224 h 529686"/>
                      <a:gd name="connsiteX10" fmla="*/ 265022 w 369476"/>
                      <a:gd name="connsiteY10" fmla="*/ 353180 h 529686"/>
                      <a:gd name="connsiteX11" fmla="*/ 208440 w 369476"/>
                      <a:gd name="connsiteY11" fmla="*/ 493722 h 529686"/>
                      <a:gd name="connsiteX12" fmla="*/ 4259 w 369476"/>
                      <a:gd name="connsiteY12" fmla="*/ 507958 h 529686"/>
                      <a:gd name="connsiteX13" fmla="*/ 0 w 369476"/>
                      <a:gd name="connsiteY13" fmla="*/ 446509 h 52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9476" h="529686">
                        <a:moveTo>
                          <a:pt x="0" y="446509"/>
                        </a:moveTo>
                        <a:cubicBezTo>
                          <a:pt x="30067" y="463824"/>
                          <a:pt x="65039" y="470673"/>
                          <a:pt x="99414" y="465978"/>
                        </a:cubicBezTo>
                        <a:cubicBezTo>
                          <a:pt x="123251" y="462187"/>
                          <a:pt x="146163" y="453929"/>
                          <a:pt x="166947" y="441642"/>
                        </a:cubicBezTo>
                        <a:cubicBezTo>
                          <a:pt x="205678" y="419066"/>
                          <a:pt x="234516" y="382758"/>
                          <a:pt x="247743" y="339916"/>
                        </a:cubicBezTo>
                        <a:cubicBezTo>
                          <a:pt x="262588" y="334319"/>
                          <a:pt x="294590" y="315580"/>
                          <a:pt x="315154" y="258512"/>
                        </a:cubicBezTo>
                        <a:cubicBezTo>
                          <a:pt x="339491" y="191100"/>
                          <a:pt x="309314" y="109331"/>
                          <a:pt x="302986" y="93999"/>
                        </a:cubicBezTo>
                        <a:cubicBezTo>
                          <a:pt x="320971" y="66198"/>
                          <a:pt x="328308" y="32843"/>
                          <a:pt x="323672" y="61"/>
                        </a:cubicBezTo>
                        <a:cubicBezTo>
                          <a:pt x="323672" y="-2008"/>
                          <a:pt x="415298" y="48733"/>
                          <a:pt x="339369" y="144496"/>
                        </a:cubicBezTo>
                        <a:cubicBezTo>
                          <a:pt x="338152" y="146200"/>
                          <a:pt x="339369" y="148755"/>
                          <a:pt x="339369" y="150702"/>
                        </a:cubicBezTo>
                        <a:cubicBezTo>
                          <a:pt x="339369" y="152649"/>
                          <a:pt x="382687" y="225901"/>
                          <a:pt x="364800" y="278224"/>
                        </a:cubicBezTo>
                        <a:cubicBezTo>
                          <a:pt x="346913" y="330547"/>
                          <a:pt x="265630" y="352936"/>
                          <a:pt x="265022" y="353180"/>
                        </a:cubicBezTo>
                        <a:cubicBezTo>
                          <a:pt x="262466" y="354396"/>
                          <a:pt x="256869" y="454662"/>
                          <a:pt x="208440" y="493722"/>
                        </a:cubicBezTo>
                        <a:cubicBezTo>
                          <a:pt x="121559" y="563810"/>
                          <a:pt x="24579" y="510270"/>
                          <a:pt x="4259" y="507958"/>
                        </a:cubicBezTo>
                        <a:cubicBezTo>
                          <a:pt x="6899" y="487394"/>
                          <a:pt x="5451" y="466512"/>
                          <a:pt x="0" y="446509"/>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051" name="Freihandform: Form 2050">
                    <a:extLst>
                      <a:ext uri="{FF2B5EF4-FFF2-40B4-BE49-F238E27FC236}">
                        <a16:creationId xmlns:a16="http://schemas.microsoft.com/office/drawing/2014/main" id="{07EF3B82-7C3B-4B7C-ACB3-42D070AD1450}"/>
                      </a:ext>
                    </a:extLst>
                  </p:cNvPr>
                  <p:cNvSpPr/>
                  <p:nvPr/>
                </p:nvSpPr>
                <p:spPr>
                  <a:xfrm>
                    <a:off x="4725244" y="3260969"/>
                    <a:ext cx="182877" cy="315762"/>
                  </a:xfrm>
                  <a:custGeom>
                    <a:avLst/>
                    <a:gdLst>
                      <a:gd name="connsiteX0" fmla="*/ 127634 w 182877"/>
                      <a:gd name="connsiteY0" fmla="*/ 152953 h 315762"/>
                      <a:gd name="connsiteX1" fmla="*/ 182878 w 182877"/>
                      <a:gd name="connsiteY1" fmla="*/ 229126 h 315762"/>
                      <a:gd name="connsiteX2" fmla="*/ 114006 w 182877"/>
                      <a:gd name="connsiteY2" fmla="*/ 315763 h 315762"/>
                      <a:gd name="connsiteX3" fmla="*/ 105732 w 182877"/>
                      <a:gd name="connsiteY3" fmla="*/ 315763 h 315762"/>
                      <a:gd name="connsiteX4" fmla="*/ 102325 w 182877"/>
                      <a:gd name="connsiteY4" fmla="*/ 315763 h 315762"/>
                      <a:gd name="connsiteX5" fmla="*/ 102325 w 182877"/>
                      <a:gd name="connsiteY5" fmla="*/ 315763 h 315762"/>
                      <a:gd name="connsiteX6" fmla="*/ 98796 w 182877"/>
                      <a:gd name="connsiteY6" fmla="*/ 315763 h 315762"/>
                      <a:gd name="connsiteX7" fmla="*/ 97944 w 182877"/>
                      <a:gd name="connsiteY7" fmla="*/ 315763 h 315762"/>
                      <a:gd name="connsiteX8" fmla="*/ 94294 w 182877"/>
                      <a:gd name="connsiteY8" fmla="*/ 314911 h 315762"/>
                      <a:gd name="connsiteX9" fmla="*/ 93198 w 182877"/>
                      <a:gd name="connsiteY9" fmla="*/ 314911 h 315762"/>
                      <a:gd name="connsiteX10" fmla="*/ 89426 w 182877"/>
                      <a:gd name="connsiteY10" fmla="*/ 313816 h 315762"/>
                      <a:gd name="connsiteX11" fmla="*/ 88088 w 182877"/>
                      <a:gd name="connsiteY11" fmla="*/ 313816 h 315762"/>
                      <a:gd name="connsiteX12" fmla="*/ 84194 w 182877"/>
                      <a:gd name="connsiteY12" fmla="*/ 312599 h 315762"/>
                      <a:gd name="connsiteX13" fmla="*/ 81882 w 182877"/>
                      <a:gd name="connsiteY13" fmla="*/ 309922 h 315762"/>
                      <a:gd name="connsiteX14" fmla="*/ 77988 w 182877"/>
                      <a:gd name="connsiteY14" fmla="*/ 308218 h 315762"/>
                      <a:gd name="connsiteX15" fmla="*/ 75798 w 182877"/>
                      <a:gd name="connsiteY15" fmla="*/ 307245 h 315762"/>
                      <a:gd name="connsiteX16" fmla="*/ 72026 w 182877"/>
                      <a:gd name="connsiteY16" fmla="*/ 305420 h 315762"/>
                      <a:gd name="connsiteX17" fmla="*/ 69106 w 182877"/>
                      <a:gd name="connsiteY17" fmla="*/ 303838 h 315762"/>
                      <a:gd name="connsiteX18" fmla="*/ 65820 w 182877"/>
                      <a:gd name="connsiteY18" fmla="*/ 302134 h 315762"/>
                      <a:gd name="connsiteX19" fmla="*/ 59128 w 182877"/>
                      <a:gd name="connsiteY19" fmla="*/ 297754 h 315762"/>
                      <a:gd name="connsiteX20" fmla="*/ 3154 w 182877"/>
                      <a:gd name="connsiteY20" fmla="*/ 256991 h 315762"/>
                      <a:gd name="connsiteX21" fmla="*/ 41484 w 182877"/>
                      <a:gd name="connsiteY21" fmla="*/ 90896 h 315762"/>
                      <a:gd name="connsiteX22" fmla="*/ 141263 w 182877"/>
                      <a:gd name="connsiteY22" fmla="*/ 0 h 315762"/>
                      <a:gd name="connsiteX23" fmla="*/ 127634 w 182877"/>
                      <a:gd name="connsiteY23" fmla="*/ 152953 h 31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2877" h="315762">
                        <a:moveTo>
                          <a:pt x="127634" y="152953"/>
                        </a:moveTo>
                        <a:cubicBezTo>
                          <a:pt x="139378" y="182570"/>
                          <a:pt x="158373" y="208762"/>
                          <a:pt x="182878" y="229126"/>
                        </a:cubicBezTo>
                        <a:cubicBezTo>
                          <a:pt x="165964" y="242876"/>
                          <a:pt x="128851" y="276216"/>
                          <a:pt x="114006" y="315763"/>
                        </a:cubicBezTo>
                        <a:lnTo>
                          <a:pt x="105732" y="315763"/>
                        </a:lnTo>
                        <a:lnTo>
                          <a:pt x="102325" y="315763"/>
                        </a:lnTo>
                        <a:lnTo>
                          <a:pt x="102325" y="315763"/>
                        </a:lnTo>
                        <a:lnTo>
                          <a:pt x="98796" y="315763"/>
                        </a:lnTo>
                        <a:lnTo>
                          <a:pt x="97944" y="315763"/>
                        </a:lnTo>
                        <a:lnTo>
                          <a:pt x="94294" y="314911"/>
                        </a:lnTo>
                        <a:lnTo>
                          <a:pt x="93198" y="314911"/>
                        </a:lnTo>
                        <a:lnTo>
                          <a:pt x="89426" y="313816"/>
                        </a:lnTo>
                        <a:lnTo>
                          <a:pt x="88088" y="313816"/>
                        </a:lnTo>
                        <a:lnTo>
                          <a:pt x="84194" y="312599"/>
                        </a:lnTo>
                        <a:lnTo>
                          <a:pt x="81882" y="309922"/>
                        </a:lnTo>
                        <a:lnTo>
                          <a:pt x="77988" y="308218"/>
                        </a:lnTo>
                        <a:lnTo>
                          <a:pt x="75798" y="307245"/>
                        </a:lnTo>
                        <a:cubicBezTo>
                          <a:pt x="74581" y="306637"/>
                          <a:pt x="73243" y="306150"/>
                          <a:pt x="72026" y="305420"/>
                        </a:cubicBezTo>
                        <a:lnTo>
                          <a:pt x="69106" y="303838"/>
                        </a:lnTo>
                        <a:lnTo>
                          <a:pt x="65820" y="302134"/>
                        </a:lnTo>
                        <a:lnTo>
                          <a:pt x="59128" y="297754"/>
                        </a:lnTo>
                        <a:cubicBezTo>
                          <a:pt x="39533" y="285502"/>
                          <a:pt x="20829" y="271880"/>
                          <a:pt x="3154" y="256991"/>
                        </a:cubicBezTo>
                        <a:cubicBezTo>
                          <a:pt x="3154" y="256991"/>
                          <a:pt x="-16315" y="185077"/>
                          <a:pt x="41484" y="90896"/>
                        </a:cubicBezTo>
                        <a:cubicBezTo>
                          <a:pt x="74095" y="37234"/>
                          <a:pt x="138829" y="1825"/>
                          <a:pt x="141263" y="0"/>
                        </a:cubicBezTo>
                        <a:cubicBezTo>
                          <a:pt x="123984" y="47334"/>
                          <a:pt x="108409" y="99292"/>
                          <a:pt x="127634" y="152953"/>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053" name="Freihandform: Form 2052">
                    <a:extLst>
                      <a:ext uri="{FF2B5EF4-FFF2-40B4-BE49-F238E27FC236}">
                        <a16:creationId xmlns:a16="http://schemas.microsoft.com/office/drawing/2014/main" id="{74C419A4-17CF-4745-904A-43EA19A3EBA6}"/>
                      </a:ext>
                    </a:extLst>
                  </p:cNvPr>
                  <p:cNvSpPr/>
                  <p:nvPr/>
                </p:nvSpPr>
                <p:spPr>
                  <a:xfrm>
                    <a:off x="5997655" y="2953870"/>
                    <a:ext cx="484656" cy="351755"/>
                  </a:xfrm>
                  <a:custGeom>
                    <a:avLst/>
                    <a:gdLst>
                      <a:gd name="connsiteX0" fmla="*/ 374170 w 484656"/>
                      <a:gd name="connsiteY0" fmla="*/ 227641 h 351755"/>
                      <a:gd name="connsiteX1" fmla="*/ 230951 w 484656"/>
                      <a:gd name="connsiteY1" fmla="*/ 166800 h 351755"/>
                      <a:gd name="connsiteX2" fmla="*/ 179480 w 484656"/>
                      <a:gd name="connsiteY2" fmla="*/ 67387 h 351755"/>
                      <a:gd name="connsiteX3" fmla="*/ 0 w 484656"/>
                      <a:gd name="connsiteY3" fmla="*/ 14456 h 351755"/>
                      <a:gd name="connsiteX4" fmla="*/ 168529 w 484656"/>
                      <a:gd name="connsiteY4" fmla="*/ 11048 h 351755"/>
                      <a:gd name="connsiteX5" fmla="*/ 294590 w 484656"/>
                      <a:gd name="connsiteY5" fmla="*/ 151104 h 351755"/>
                      <a:gd name="connsiteX6" fmla="*/ 405199 w 484656"/>
                      <a:gd name="connsiteY6" fmla="*/ 207807 h 351755"/>
                      <a:gd name="connsiteX7" fmla="*/ 484656 w 484656"/>
                      <a:gd name="connsiteY7" fmla="*/ 351756 h 351755"/>
                      <a:gd name="connsiteX8" fmla="*/ 417488 w 484656"/>
                      <a:gd name="connsiteY8" fmla="*/ 337763 h 351755"/>
                      <a:gd name="connsiteX9" fmla="*/ 374170 w 484656"/>
                      <a:gd name="connsiteY9" fmla="*/ 227641 h 351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4656" h="351755">
                        <a:moveTo>
                          <a:pt x="374170" y="227641"/>
                        </a:moveTo>
                        <a:cubicBezTo>
                          <a:pt x="339004" y="185661"/>
                          <a:pt x="258086" y="171059"/>
                          <a:pt x="230951" y="166800"/>
                        </a:cubicBezTo>
                        <a:cubicBezTo>
                          <a:pt x="222969" y="129663"/>
                          <a:pt x="205203" y="95337"/>
                          <a:pt x="179480" y="67387"/>
                        </a:cubicBezTo>
                        <a:cubicBezTo>
                          <a:pt x="144071" y="32951"/>
                          <a:pt x="40276" y="18714"/>
                          <a:pt x="0" y="14456"/>
                        </a:cubicBezTo>
                        <a:cubicBezTo>
                          <a:pt x="730" y="11414"/>
                          <a:pt x="98197" y="-14261"/>
                          <a:pt x="168529" y="11048"/>
                        </a:cubicBezTo>
                        <a:cubicBezTo>
                          <a:pt x="287411" y="54002"/>
                          <a:pt x="290210" y="150008"/>
                          <a:pt x="294590" y="151104"/>
                        </a:cubicBezTo>
                        <a:cubicBezTo>
                          <a:pt x="334867" y="162465"/>
                          <a:pt x="372466" y="181743"/>
                          <a:pt x="405199" y="207807"/>
                        </a:cubicBezTo>
                        <a:cubicBezTo>
                          <a:pt x="448882" y="244311"/>
                          <a:pt x="478207" y="331435"/>
                          <a:pt x="484656" y="351756"/>
                        </a:cubicBezTo>
                        <a:cubicBezTo>
                          <a:pt x="462997" y="344075"/>
                          <a:pt x="440413" y="339369"/>
                          <a:pt x="417488" y="337763"/>
                        </a:cubicBezTo>
                        <a:cubicBezTo>
                          <a:pt x="413741" y="297700"/>
                          <a:pt x="398725" y="259518"/>
                          <a:pt x="374170" y="227641"/>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054" name="Freihandform: Form 2053">
                    <a:extLst>
                      <a:ext uri="{FF2B5EF4-FFF2-40B4-BE49-F238E27FC236}">
                        <a16:creationId xmlns:a16="http://schemas.microsoft.com/office/drawing/2014/main" id="{EF828550-EC13-48BC-8E49-87A1A8A3A22B}"/>
                      </a:ext>
                    </a:extLst>
                  </p:cNvPr>
                  <p:cNvSpPr/>
                  <p:nvPr/>
                </p:nvSpPr>
                <p:spPr>
                  <a:xfrm>
                    <a:off x="5296528" y="2877272"/>
                    <a:ext cx="1236803" cy="881415"/>
                  </a:xfrm>
                  <a:custGeom>
                    <a:avLst/>
                    <a:gdLst>
                      <a:gd name="connsiteX0" fmla="*/ 674114 w 1236803"/>
                      <a:gd name="connsiteY0" fmla="*/ 97382 h 881415"/>
                      <a:gd name="connsiteX1" fmla="*/ 651968 w 1236803"/>
                      <a:gd name="connsiteY1" fmla="*/ 111862 h 881415"/>
                      <a:gd name="connsiteX2" fmla="*/ 543550 w 1236803"/>
                      <a:gd name="connsiteY2" fmla="*/ 87526 h 881415"/>
                      <a:gd name="connsiteX3" fmla="*/ 529800 w 1236803"/>
                      <a:gd name="connsiteY3" fmla="*/ 93610 h 881415"/>
                      <a:gd name="connsiteX4" fmla="*/ 532720 w 1236803"/>
                      <a:gd name="connsiteY4" fmla="*/ 108455 h 881415"/>
                      <a:gd name="connsiteX5" fmla="*/ 628362 w 1236803"/>
                      <a:gd name="connsiteY5" fmla="*/ 262503 h 881415"/>
                      <a:gd name="connsiteX6" fmla="*/ 628362 w 1236803"/>
                      <a:gd name="connsiteY6" fmla="*/ 272968 h 881415"/>
                      <a:gd name="connsiteX7" fmla="*/ 607798 w 1236803"/>
                      <a:gd name="connsiteY7" fmla="*/ 428111 h 881415"/>
                      <a:gd name="connsiteX8" fmla="*/ 593683 w 1236803"/>
                      <a:gd name="connsiteY8" fmla="*/ 539328 h 881415"/>
                      <a:gd name="connsiteX9" fmla="*/ 603052 w 1236803"/>
                      <a:gd name="connsiteY9" fmla="*/ 546750 h 881415"/>
                      <a:gd name="connsiteX10" fmla="*/ 603052 w 1236803"/>
                      <a:gd name="connsiteY10" fmla="*/ 546750 h 881415"/>
                      <a:gd name="connsiteX11" fmla="*/ 610353 w 1236803"/>
                      <a:gd name="connsiteY11" fmla="*/ 537381 h 881415"/>
                      <a:gd name="connsiteX12" fmla="*/ 629944 w 1236803"/>
                      <a:gd name="connsiteY12" fmla="*/ 437116 h 881415"/>
                      <a:gd name="connsiteX13" fmla="*/ 641382 w 1236803"/>
                      <a:gd name="connsiteY13" fmla="*/ 403897 h 881415"/>
                      <a:gd name="connsiteX14" fmla="*/ 641382 w 1236803"/>
                      <a:gd name="connsiteY14" fmla="*/ 403897 h 881415"/>
                      <a:gd name="connsiteX15" fmla="*/ 687012 w 1236803"/>
                      <a:gd name="connsiteY15" fmla="*/ 340744 h 881415"/>
                      <a:gd name="connsiteX16" fmla="*/ 823174 w 1236803"/>
                      <a:gd name="connsiteY16" fmla="*/ 351330 h 881415"/>
                      <a:gd name="connsiteX17" fmla="*/ 894722 w 1236803"/>
                      <a:gd name="connsiteY17" fmla="*/ 452934 h 881415"/>
                      <a:gd name="connsiteX18" fmla="*/ 912366 w 1236803"/>
                      <a:gd name="connsiteY18" fmla="*/ 494671 h 881415"/>
                      <a:gd name="connsiteX19" fmla="*/ 1028085 w 1236803"/>
                      <a:gd name="connsiteY19" fmla="*/ 555511 h 881415"/>
                      <a:gd name="connsiteX20" fmla="*/ 1029910 w 1236803"/>
                      <a:gd name="connsiteY20" fmla="*/ 555511 h 881415"/>
                      <a:gd name="connsiteX21" fmla="*/ 1037211 w 1236803"/>
                      <a:gd name="connsiteY21" fmla="*/ 547724 h 881415"/>
                      <a:gd name="connsiteX22" fmla="*/ 1029472 w 1236803"/>
                      <a:gd name="connsiteY22" fmla="*/ 538723 h 881415"/>
                      <a:gd name="connsiteX23" fmla="*/ 1029423 w 1236803"/>
                      <a:gd name="connsiteY23" fmla="*/ 538719 h 881415"/>
                      <a:gd name="connsiteX24" fmla="*/ 934025 w 1236803"/>
                      <a:gd name="connsiteY24" fmla="*/ 484693 h 881415"/>
                      <a:gd name="connsiteX25" fmla="*/ 917233 w 1236803"/>
                      <a:gd name="connsiteY25" fmla="*/ 444782 h 881415"/>
                      <a:gd name="connsiteX26" fmla="*/ 832056 w 1236803"/>
                      <a:gd name="connsiteY26" fmla="*/ 329549 h 881415"/>
                      <a:gd name="connsiteX27" fmla="*/ 678008 w 1236803"/>
                      <a:gd name="connsiteY27" fmla="*/ 318963 h 881415"/>
                      <a:gd name="connsiteX28" fmla="*/ 651360 w 1236803"/>
                      <a:gd name="connsiteY28" fmla="*/ 337824 h 881415"/>
                      <a:gd name="connsiteX29" fmla="*/ 652211 w 1236803"/>
                      <a:gd name="connsiteY29" fmla="*/ 273576 h 881415"/>
                      <a:gd name="connsiteX30" fmla="*/ 652211 w 1236803"/>
                      <a:gd name="connsiteY30" fmla="*/ 266275 h 881415"/>
                      <a:gd name="connsiteX31" fmla="*/ 699180 w 1236803"/>
                      <a:gd name="connsiteY31" fmla="*/ 205921 h 881415"/>
                      <a:gd name="connsiteX32" fmla="*/ 749191 w 1236803"/>
                      <a:gd name="connsiteY32" fmla="*/ 194727 h 881415"/>
                      <a:gd name="connsiteX33" fmla="*/ 760751 w 1236803"/>
                      <a:gd name="connsiteY33" fmla="*/ 191806 h 881415"/>
                      <a:gd name="connsiteX34" fmla="*/ 757831 w 1236803"/>
                      <a:gd name="connsiteY34" fmla="*/ 180247 h 881415"/>
                      <a:gd name="connsiteX35" fmla="*/ 682997 w 1236803"/>
                      <a:gd name="connsiteY35" fmla="*/ 188034 h 881415"/>
                      <a:gd name="connsiteX36" fmla="*/ 647466 w 1236803"/>
                      <a:gd name="connsiteY36" fmla="*/ 228432 h 881415"/>
                      <a:gd name="connsiteX37" fmla="*/ 581028 w 1236803"/>
                      <a:gd name="connsiteY37" fmla="*/ 121231 h 881415"/>
                      <a:gd name="connsiteX38" fmla="*/ 647831 w 1236803"/>
                      <a:gd name="connsiteY38" fmla="*/ 135346 h 881415"/>
                      <a:gd name="connsiteX39" fmla="*/ 681293 w 1236803"/>
                      <a:gd name="connsiteY39" fmla="*/ 127194 h 881415"/>
                      <a:gd name="connsiteX40" fmla="*/ 692123 w 1236803"/>
                      <a:gd name="connsiteY40" fmla="*/ 115026 h 881415"/>
                      <a:gd name="connsiteX41" fmla="*/ 863450 w 1236803"/>
                      <a:gd name="connsiteY41" fmla="*/ 162603 h 881415"/>
                      <a:gd name="connsiteX42" fmla="*/ 909932 w 1236803"/>
                      <a:gd name="connsiteY42" fmla="*/ 257758 h 881415"/>
                      <a:gd name="connsiteX43" fmla="*/ 920640 w 1236803"/>
                      <a:gd name="connsiteY43" fmla="*/ 267735 h 881415"/>
                      <a:gd name="connsiteX44" fmla="*/ 1056680 w 1236803"/>
                      <a:gd name="connsiteY44" fmla="*/ 320667 h 881415"/>
                      <a:gd name="connsiteX45" fmla="*/ 1095375 w 1236803"/>
                      <a:gd name="connsiteY45" fmla="*/ 425921 h 881415"/>
                      <a:gd name="connsiteX46" fmla="*/ 1107543 w 1236803"/>
                      <a:gd name="connsiteY46" fmla="*/ 438089 h 881415"/>
                      <a:gd name="connsiteX47" fmla="*/ 1235551 w 1236803"/>
                      <a:gd name="connsiteY47" fmla="*/ 511098 h 881415"/>
                      <a:gd name="connsiteX48" fmla="*/ 1177753 w 1236803"/>
                      <a:gd name="connsiteY48" fmla="*/ 635334 h 881415"/>
                      <a:gd name="connsiteX49" fmla="*/ 1169843 w 1236803"/>
                      <a:gd name="connsiteY49" fmla="*/ 607834 h 881415"/>
                      <a:gd name="connsiteX50" fmla="*/ 1182012 w 1236803"/>
                      <a:gd name="connsiteY50" fmla="*/ 548454 h 881415"/>
                      <a:gd name="connsiteX51" fmla="*/ 1178799 w 1236803"/>
                      <a:gd name="connsiteY51" fmla="*/ 536489 h 881415"/>
                      <a:gd name="connsiteX52" fmla="*/ 1167897 w 1236803"/>
                      <a:gd name="connsiteY52" fmla="*/ 538233 h 881415"/>
                      <a:gd name="connsiteX53" fmla="*/ 1145507 w 1236803"/>
                      <a:gd name="connsiteY53" fmla="*/ 608443 h 881415"/>
                      <a:gd name="connsiteX54" fmla="*/ 1159866 w 1236803"/>
                      <a:gd name="connsiteY54" fmla="*/ 654073 h 881415"/>
                      <a:gd name="connsiteX55" fmla="*/ 1165220 w 1236803"/>
                      <a:gd name="connsiteY55" fmla="*/ 733288 h 881415"/>
                      <a:gd name="connsiteX56" fmla="*/ 1066293 w 1236803"/>
                      <a:gd name="connsiteY56" fmla="*/ 804958 h 881415"/>
                      <a:gd name="connsiteX57" fmla="*/ 1068970 w 1236803"/>
                      <a:gd name="connsiteY57" fmla="*/ 761153 h 881415"/>
                      <a:gd name="connsiteX58" fmla="*/ 1070065 w 1236803"/>
                      <a:gd name="connsiteY58" fmla="*/ 727447 h 881415"/>
                      <a:gd name="connsiteX59" fmla="*/ 1097687 w 1236803"/>
                      <a:gd name="connsiteY59" fmla="*/ 619394 h 881415"/>
                      <a:gd name="connsiteX60" fmla="*/ 1091590 w 1236803"/>
                      <a:gd name="connsiteY60" fmla="*/ 608609 h 881415"/>
                      <a:gd name="connsiteX61" fmla="*/ 1081381 w 1236803"/>
                      <a:gd name="connsiteY61" fmla="*/ 613188 h 881415"/>
                      <a:gd name="connsiteX62" fmla="*/ 1046337 w 1236803"/>
                      <a:gd name="connsiteY62" fmla="*/ 723553 h 881415"/>
                      <a:gd name="connsiteX63" fmla="*/ 1044877 w 1236803"/>
                      <a:gd name="connsiteY63" fmla="*/ 761883 h 881415"/>
                      <a:gd name="connsiteX64" fmla="*/ 1003262 w 1236803"/>
                      <a:gd name="connsiteY64" fmla="*/ 847060 h 881415"/>
                      <a:gd name="connsiteX65" fmla="*/ 907620 w 1236803"/>
                      <a:gd name="connsiteY65" fmla="*/ 881374 h 881415"/>
                      <a:gd name="connsiteX66" fmla="*/ 815021 w 1236803"/>
                      <a:gd name="connsiteY66" fmla="*/ 752878 h 881415"/>
                      <a:gd name="connsiteX67" fmla="*/ 822809 w 1236803"/>
                      <a:gd name="connsiteY67" fmla="*/ 752027 h 881415"/>
                      <a:gd name="connsiteX68" fmla="*/ 892167 w 1236803"/>
                      <a:gd name="connsiteY68" fmla="*/ 726960 h 881415"/>
                      <a:gd name="connsiteX69" fmla="*/ 939379 w 1236803"/>
                      <a:gd name="connsiteY69" fmla="*/ 601629 h 881415"/>
                      <a:gd name="connsiteX70" fmla="*/ 930423 w 1236803"/>
                      <a:gd name="connsiteY70" fmla="*/ 593837 h 881415"/>
                      <a:gd name="connsiteX71" fmla="*/ 930375 w 1236803"/>
                      <a:gd name="connsiteY71" fmla="*/ 593841 h 881415"/>
                      <a:gd name="connsiteX72" fmla="*/ 922587 w 1236803"/>
                      <a:gd name="connsiteY72" fmla="*/ 602967 h 881415"/>
                      <a:gd name="connsiteX73" fmla="*/ 879755 w 1236803"/>
                      <a:gd name="connsiteY73" fmla="*/ 706396 h 881415"/>
                      <a:gd name="connsiteX74" fmla="*/ 787521 w 1236803"/>
                      <a:gd name="connsiteY74" fmla="*/ 728664 h 881415"/>
                      <a:gd name="connsiteX75" fmla="*/ 724368 w 1236803"/>
                      <a:gd name="connsiteY75" fmla="*/ 688144 h 881415"/>
                      <a:gd name="connsiteX76" fmla="*/ 736537 w 1236803"/>
                      <a:gd name="connsiteY76" fmla="*/ 672082 h 881415"/>
                      <a:gd name="connsiteX77" fmla="*/ 749800 w 1236803"/>
                      <a:gd name="connsiteY77" fmla="*/ 566463 h 881415"/>
                      <a:gd name="connsiteX78" fmla="*/ 749800 w 1236803"/>
                      <a:gd name="connsiteY78" fmla="*/ 525578 h 881415"/>
                      <a:gd name="connsiteX79" fmla="*/ 794578 w 1236803"/>
                      <a:gd name="connsiteY79" fmla="*/ 460965 h 881415"/>
                      <a:gd name="connsiteX80" fmla="*/ 798472 w 1236803"/>
                      <a:gd name="connsiteY80" fmla="*/ 449649 h 881415"/>
                      <a:gd name="connsiteX81" fmla="*/ 787156 w 1236803"/>
                      <a:gd name="connsiteY81" fmla="*/ 445877 h 881415"/>
                      <a:gd name="connsiteX82" fmla="*/ 726315 w 1236803"/>
                      <a:gd name="connsiteY82" fmla="*/ 524969 h 881415"/>
                      <a:gd name="connsiteX83" fmla="*/ 726315 w 1236803"/>
                      <a:gd name="connsiteY83" fmla="*/ 567071 h 881415"/>
                      <a:gd name="connsiteX84" fmla="*/ 719623 w 1236803"/>
                      <a:gd name="connsiteY84" fmla="*/ 655655 h 881415"/>
                      <a:gd name="connsiteX85" fmla="*/ 703196 w 1236803"/>
                      <a:gd name="connsiteY85" fmla="*/ 678044 h 881415"/>
                      <a:gd name="connsiteX86" fmla="*/ 438661 w 1236803"/>
                      <a:gd name="connsiteY86" fmla="*/ 631684 h 881415"/>
                      <a:gd name="connsiteX87" fmla="*/ 449369 w 1236803"/>
                      <a:gd name="connsiteY87" fmla="*/ 557337 h 881415"/>
                      <a:gd name="connsiteX88" fmla="*/ 502787 w 1236803"/>
                      <a:gd name="connsiteY88" fmla="*/ 498078 h 881415"/>
                      <a:gd name="connsiteX89" fmla="*/ 503639 w 1236803"/>
                      <a:gd name="connsiteY89" fmla="*/ 486153 h 881415"/>
                      <a:gd name="connsiteX90" fmla="*/ 491714 w 1236803"/>
                      <a:gd name="connsiteY90" fmla="*/ 485301 h 881415"/>
                      <a:gd name="connsiteX91" fmla="*/ 430873 w 1236803"/>
                      <a:gd name="connsiteY91" fmla="*/ 541762 h 881415"/>
                      <a:gd name="connsiteX92" fmla="*/ 404225 w 1236803"/>
                      <a:gd name="connsiteY92" fmla="*/ 595058 h 881415"/>
                      <a:gd name="connsiteX93" fmla="*/ 331216 w 1236803"/>
                      <a:gd name="connsiteY93" fmla="*/ 579726 h 881415"/>
                      <a:gd name="connsiteX94" fmla="*/ 281205 w 1236803"/>
                      <a:gd name="connsiteY94" fmla="*/ 455368 h 881415"/>
                      <a:gd name="connsiteX95" fmla="*/ 293373 w 1236803"/>
                      <a:gd name="connsiteY95" fmla="*/ 269317 h 881415"/>
                      <a:gd name="connsiteX96" fmla="*/ 324281 w 1236803"/>
                      <a:gd name="connsiteY96" fmla="*/ 230258 h 881415"/>
                      <a:gd name="connsiteX97" fmla="*/ 329391 w 1236803"/>
                      <a:gd name="connsiteY97" fmla="*/ 225025 h 881415"/>
                      <a:gd name="connsiteX98" fmla="*/ 371858 w 1236803"/>
                      <a:gd name="connsiteY98" fmla="*/ 216508 h 881415"/>
                      <a:gd name="connsiteX99" fmla="*/ 383431 w 1236803"/>
                      <a:gd name="connsiteY99" fmla="*/ 213166 h 881415"/>
                      <a:gd name="connsiteX100" fmla="*/ 381714 w 1236803"/>
                      <a:gd name="connsiteY100" fmla="*/ 202758 h 881415"/>
                      <a:gd name="connsiteX101" fmla="*/ 373926 w 1236803"/>
                      <a:gd name="connsiteY101" fmla="*/ 198864 h 881415"/>
                      <a:gd name="connsiteX102" fmla="*/ 340586 w 1236803"/>
                      <a:gd name="connsiteY102" fmla="*/ 193023 h 881415"/>
                      <a:gd name="connsiteX103" fmla="*/ 312477 w 1236803"/>
                      <a:gd name="connsiteY103" fmla="*/ 206895 h 881415"/>
                      <a:gd name="connsiteX104" fmla="*/ 306515 w 1236803"/>
                      <a:gd name="connsiteY104" fmla="*/ 212979 h 881415"/>
                      <a:gd name="connsiteX105" fmla="*/ 289358 w 1236803"/>
                      <a:gd name="connsiteY105" fmla="*/ 232326 h 881415"/>
                      <a:gd name="connsiteX106" fmla="*/ 231438 w 1236803"/>
                      <a:gd name="connsiteY106" fmla="*/ 105899 h 881415"/>
                      <a:gd name="connsiteX107" fmla="*/ 242511 w 1236803"/>
                      <a:gd name="connsiteY107" fmla="*/ 73045 h 881415"/>
                      <a:gd name="connsiteX108" fmla="*/ 271106 w 1236803"/>
                      <a:gd name="connsiteY108" fmla="*/ 62338 h 881415"/>
                      <a:gd name="connsiteX109" fmla="*/ 273539 w 1236803"/>
                      <a:gd name="connsiteY109" fmla="*/ 62338 h 881415"/>
                      <a:gd name="connsiteX110" fmla="*/ 283152 w 1236803"/>
                      <a:gd name="connsiteY110" fmla="*/ 55402 h 881415"/>
                      <a:gd name="connsiteX111" fmla="*/ 276216 w 1236803"/>
                      <a:gd name="connsiteY111" fmla="*/ 45667 h 881415"/>
                      <a:gd name="connsiteX112" fmla="*/ 221095 w 1236803"/>
                      <a:gd name="connsiteY112" fmla="*/ 61486 h 881415"/>
                      <a:gd name="connsiteX113" fmla="*/ 211239 w 1236803"/>
                      <a:gd name="connsiteY113" fmla="*/ 85214 h 881415"/>
                      <a:gd name="connsiteX114" fmla="*/ 110365 w 1236803"/>
                      <a:gd name="connsiteY114" fmla="*/ 35933 h 881415"/>
                      <a:gd name="connsiteX115" fmla="*/ 0 w 1236803"/>
                      <a:gd name="connsiteY115" fmla="*/ 38975 h 881415"/>
                      <a:gd name="connsiteX116" fmla="*/ 76294 w 1236803"/>
                      <a:gd name="connsiteY116" fmla="*/ 10015 h 881415"/>
                      <a:gd name="connsiteX117" fmla="*/ 98075 w 1236803"/>
                      <a:gd name="connsiteY117" fmla="*/ 5634 h 881415"/>
                      <a:gd name="connsiteX118" fmla="*/ 321969 w 1236803"/>
                      <a:gd name="connsiteY118" fmla="*/ 26563 h 881415"/>
                      <a:gd name="connsiteX119" fmla="*/ 379159 w 1236803"/>
                      <a:gd name="connsiteY119" fmla="*/ 77669 h 881415"/>
                      <a:gd name="connsiteX120" fmla="*/ 371006 w 1236803"/>
                      <a:gd name="connsiteY120" fmla="*/ 161386 h 881415"/>
                      <a:gd name="connsiteX121" fmla="*/ 366261 w 1236803"/>
                      <a:gd name="connsiteY121" fmla="*/ 172459 h 881415"/>
                      <a:gd name="connsiteX122" fmla="*/ 377334 w 1236803"/>
                      <a:gd name="connsiteY122" fmla="*/ 177205 h 881415"/>
                      <a:gd name="connsiteX123" fmla="*/ 433550 w 1236803"/>
                      <a:gd name="connsiteY123" fmla="*/ 233543 h 881415"/>
                      <a:gd name="connsiteX124" fmla="*/ 434889 w 1236803"/>
                      <a:gd name="connsiteY124" fmla="*/ 363012 h 881415"/>
                      <a:gd name="connsiteX125" fmla="*/ 434889 w 1236803"/>
                      <a:gd name="connsiteY125" fmla="*/ 363012 h 881415"/>
                      <a:gd name="connsiteX126" fmla="*/ 441714 w 1236803"/>
                      <a:gd name="connsiteY126" fmla="*/ 372728 h 881415"/>
                      <a:gd name="connsiteX127" fmla="*/ 441825 w 1236803"/>
                      <a:gd name="connsiteY127" fmla="*/ 372746 h 881415"/>
                      <a:gd name="connsiteX128" fmla="*/ 444380 w 1236803"/>
                      <a:gd name="connsiteY128" fmla="*/ 372746 h 881415"/>
                      <a:gd name="connsiteX129" fmla="*/ 451559 w 1236803"/>
                      <a:gd name="connsiteY129" fmla="*/ 365810 h 881415"/>
                      <a:gd name="connsiteX130" fmla="*/ 481371 w 1236803"/>
                      <a:gd name="connsiteY130" fmla="*/ 285988 h 881415"/>
                      <a:gd name="connsiteX131" fmla="*/ 538805 w 1236803"/>
                      <a:gd name="connsiteY131" fmla="*/ 246806 h 881415"/>
                      <a:gd name="connsiteX132" fmla="*/ 546245 w 1236803"/>
                      <a:gd name="connsiteY132" fmla="*/ 237333 h 881415"/>
                      <a:gd name="connsiteX133" fmla="*/ 538805 w 1236803"/>
                      <a:gd name="connsiteY133" fmla="*/ 229893 h 881415"/>
                      <a:gd name="connsiteX134" fmla="*/ 462267 w 1236803"/>
                      <a:gd name="connsiteY134" fmla="*/ 269682 h 881415"/>
                      <a:gd name="connsiteX135" fmla="*/ 456548 w 1236803"/>
                      <a:gd name="connsiteY135" fmla="*/ 226364 h 881415"/>
                      <a:gd name="connsiteX136" fmla="*/ 397168 w 1236803"/>
                      <a:gd name="connsiteY136" fmla="*/ 160291 h 881415"/>
                      <a:gd name="connsiteX137" fmla="*/ 402156 w 1236803"/>
                      <a:gd name="connsiteY137" fmla="*/ 70612 h 881415"/>
                      <a:gd name="connsiteX138" fmla="*/ 357378 w 1236803"/>
                      <a:gd name="connsiteY138" fmla="*/ 17194 h 881415"/>
                      <a:gd name="connsiteX139" fmla="*/ 475530 w 1236803"/>
                      <a:gd name="connsiteY139" fmla="*/ 1497 h 881415"/>
                      <a:gd name="connsiteX140" fmla="*/ 678495 w 1236803"/>
                      <a:gd name="connsiteY140" fmla="*/ 80833 h 881415"/>
                      <a:gd name="connsiteX141" fmla="*/ 674114 w 1236803"/>
                      <a:gd name="connsiteY141" fmla="*/ 97382 h 881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236803" h="881415">
                        <a:moveTo>
                          <a:pt x="674114" y="97382"/>
                        </a:moveTo>
                        <a:cubicBezTo>
                          <a:pt x="671109" y="106854"/>
                          <a:pt x="661849" y="112906"/>
                          <a:pt x="651968" y="111862"/>
                        </a:cubicBezTo>
                        <a:cubicBezTo>
                          <a:pt x="613882" y="105534"/>
                          <a:pt x="544280" y="87526"/>
                          <a:pt x="543550" y="87526"/>
                        </a:cubicBezTo>
                        <a:cubicBezTo>
                          <a:pt x="538112" y="86140"/>
                          <a:pt x="532432" y="88654"/>
                          <a:pt x="529800" y="93610"/>
                        </a:cubicBezTo>
                        <a:cubicBezTo>
                          <a:pt x="527205" y="98635"/>
                          <a:pt x="528415" y="104787"/>
                          <a:pt x="532720" y="108455"/>
                        </a:cubicBezTo>
                        <a:cubicBezTo>
                          <a:pt x="533694" y="109185"/>
                          <a:pt x="628240" y="189008"/>
                          <a:pt x="628362" y="262503"/>
                        </a:cubicBezTo>
                        <a:lnTo>
                          <a:pt x="628362" y="272968"/>
                        </a:lnTo>
                        <a:cubicBezTo>
                          <a:pt x="628362" y="345976"/>
                          <a:pt x="628362" y="376397"/>
                          <a:pt x="607798" y="428111"/>
                        </a:cubicBezTo>
                        <a:cubicBezTo>
                          <a:pt x="593476" y="463320"/>
                          <a:pt x="588609" y="501659"/>
                          <a:pt x="593683" y="539328"/>
                        </a:cubicBezTo>
                        <a:cubicBezTo>
                          <a:pt x="594255" y="543946"/>
                          <a:pt x="598428" y="547251"/>
                          <a:pt x="603052" y="546750"/>
                        </a:cubicBezTo>
                        <a:lnTo>
                          <a:pt x="603052" y="546750"/>
                        </a:lnTo>
                        <a:cubicBezTo>
                          <a:pt x="607591" y="546060"/>
                          <a:pt x="610791" y="541948"/>
                          <a:pt x="610353" y="537381"/>
                        </a:cubicBezTo>
                        <a:cubicBezTo>
                          <a:pt x="610511" y="503023"/>
                          <a:pt x="617155" y="469003"/>
                          <a:pt x="629944" y="437116"/>
                        </a:cubicBezTo>
                        <a:cubicBezTo>
                          <a:pt x="634397" y="426275"/>
                          <a:pt x="638218" y="415183"/>
                          <a:pt x="641382" y="403897"/>
                        </a:cubicBezTo>
                        <a:lnTo>
                          <a:pt x="641382" y="403897"/>
                        </a:lnTo>
                        <a:cubicBezTo>
                          <a:pt x="646006" y="389417"/>
                          <a:pt x="662676" y="350114"/>
                          <a:pt x="687012" y="340744"/>
                        </a:cubicBezTo>
                        <a:cubicBezTo>
                          <a:pt x="721691" y="326994"/>
                          <a:pt x="772189" y="331010"/>
                          <a:pt x="823174" y="351330"/>
                        </a:cubicBezTo>
                        <a:cubicBezTo>
                          <a:pt x="860895" y="366419"/>
                          <a:pt x="878052" y="410467"/>
                          <a:pt x="894722" y="452934"/>
                        </a:cubicBezTo>
                        <a:cubicBezTo>
                          <a:pt x="900563" y="467779"/>
                          <a:pt x="906039" y="481773"/>
                          <a:pt x="912366" y="494671"/>
                        </a:cubicBezTo>
                        <a:cubicBezTo>
                          <a:pt x="940109" y="551131"/>
                          <a:pt x="1025651" y="554660"/>
                          <a:pt x="1028085" y="555511"/>
                        </a:cubicBezTo>
                        <a:lnTo>
                          <a:pt x="1029910" y="555511"/>
                        </a:lnTo>
                        <a:cubicBezTo>
                          <a:pt x="1033852" y="554909"/>
                          <a:pt x="1036858" y="551693"/>
                          <a:pt x="1037211" y="547724"/>
                        </a:cubicBezTo>
                        <a:cubicBezTo>
                          <a:pt x="1037564" y="543100"/>
                          <a:pt x="1034096" y="539070"/>
                          <a:pt x="1029472" y="538723"/>
                        </a:cubicBezTo>
                        <a:cubicBezTo>
                          <a:pt x="1029448" y="538722"/>
                          <a:pt x="1029436" y="538721"/>
                          <a:pt x="1029423" y="538719"/>
                        </a:cubicBezTo>
                        <a:cubicBezTo>
                          <a:pt x="1029423" y="538719"/>
                          <a:pt x="955685" y="528742"/>
                          <a:pt x="934025" y="484693"/>
                        </a:cubicBezTo>
                        <a:cubicBezTo>
                          <a:pt x="928185" y="472525"/>
                          <a:pt x="922831" y="459140"/>
                          <a:pt x="917233" y="444782"/>
                        </a:cubicBezTo>
                        <a:cubicBezTo>
                          <a:pt x="899589" y="399638"/>
                          <a:pt x="879512" y="348532"/>
                          <a:pt x="832056" y="329549"/>
                        </a:cubicBezTo>
                        <a:cubicBezTo>
                          <a:pt x="774988" y="306673"/>
                          <a:pt x="718771" y="302780"/>
                          <a:pt x="678008" y="318963"/>
                        </a:cubicBezTo>
                        <a:cubicBezTo>
                          <a:pt x="667811" y="323158"/>
                          <a:pt x="658709" y="329605"/>
                          <a:pt x="651360" y="337824"/>
                        </a:cubicBezTo>
                        <a:cubicBezTo>
                          <a:pt x="652211" y="319450"/>
                          <a:pt x="652211" y="298886"/>
                          <a:pt x="652211" y="273576"/>
                        </a:cubicBezTo>
                        <a:lnTo>
                          <a:pt x="652211" y="266275"/>
                        </a:lnTo>
                        <a:cubicBezTo>
                          <a:pt x="664732" y="243904"/>
                          <a:pt x="680575" y="223555"/>
                          <a:pt x="699180" y="205921"/>
                        </a:cubicBezTo>
                        <a:cubicBezTo>
                          <a:pt x="712383" y="193005"/>
                          <a:pt x="731742" y="188669"/>
                          <a:pt x="749191" y="194727"/>
                        </a:cubicBezTo>
                        <a:cubicBezTo>
                          <a:pt x="753195" y="197113"/>
                          <a:pt x="758366" y="195805"/>
                          <a:pt x="760751" y="191806"/>
                        </a:cubicBezTo>
                        <a:cubicBezTo>
                          <a:pt x="763136" y="187808"/>
                          <a:pt x="761834" y="182633"/>
                          <a:pt x="757831" y="180247"/>
                        </a:cubicBezTo>
                        <a:cubicBezTo>
                          <a:pt x="733750" y="166742"/>
                          <a:pt x="703780" y="169862"/>
                          <a:pt x="682997" y="188034"/>
                        </a:cubicBezTo>
                        <a:cubicBezTo>
                          <a:pt x="669746" y="200199"/>
                          <a:pt x="657833" y="213741"/>
                          <a:pt x="647466" y="228432"/>
                        </a:cubicBezTo>
                        <a:cubicBezTo>
                          <a:pt x="635298" y="186452"/>
                          <a:pt x="605243" y="147271"/>
                          <a:pt x="581028" y="121231"/>
                        </a:cubicBezTo>
                        <a:cubicBezTo>
                          <a:pt x="602931" y="126464"/>
                          <a:pt x="628849" y="132304"/>
                          <a:pt x="647831" y="135346"/>
                        </a:cubicBezTo>
                        <a:cubicBezTo>
                          <a:pt x="659646" y="137723"/>
                          <a:pt x="671900" y="134737"/>
                          <a:pt x="681293" y="127194"/>
                        </a:cubicBezTo>
                        <a:cubicBezTo>
                          <a:pt x="685613" y="123825"/>
                          <a:pt x="689276" y="119703"/>
                          <a:pt x="692123" y="115026"/>
                        </a:cubicBezTo>
                        <a:cubicBezTo>
                          <a:pt x="736780" y="119406"/>
                          <a:pt x="834855" y="134251"/>
                          <a:pt x="863450" y="162603"/>
                        </a:cubicBezTo>
                        <a:cubicBezTo>
                          <a:pt x="887397" y="189446"/>
                          <a:pt x="903483" y="222369"/>
                          <a:pt x="909932" y="257758"/>
                        </a:cubicBezTo>
                        <a:cubicBezTo>
                          <a:pt x="910881" y="263098"/>
                          <a:pt x="915250" y="267168"/>
                          <a:pt x="920640" y="267735"/>
                        </a:cubicBezTo>
                        <a:cubicBezTo>
                          <a:pt x="921614" y="267735"/>
                          <a:pt x="1021392" y="278443"/>
                          <a:pt x="1056680" y="320667"/>
                        </a:cubicBezTo>
                        <a:cubicBezTo>
                          <a:pt x="1091968" y="362890"/>
                          <a:pt x="1095375" y="425921"/>
                          <a:pt x="1095375" y="425921"/>
                        </a:cubicBezTo>
                        <a:cubicBezTo>
                          <a:pt x="1095375" y="432641"/>
                          <a:pt x="1100826" y="438089"/>
                          <a:pt x="1107543" y="438089"/>
                        </a:cubicBezTo>
                        <a:cubicBezTo>
                          <a:pt x="1108638" y="438089"/>
                          <a:pt x="1224235" y="439914"/>
                          <a:pt x="1235551" y="511098"/>
                        </a:cubicBezTo>
                        <a:cubicBezTo>
                          <a:pt x="1245164" y="571087"/>
                          <a:pt x="1196857" y="619029"/>
                          <a:pt x="1177753" y="635334"/>
                        </a:cubicBezTo>
                        <a:cubicBezTo>
                          <a:pt x="1173080" y="626879"/>
                          <a:pt x="1170379" y="617479"/>
                          <a:pt x="1169843" y="607834"/>
                        </a:cubicBezTo>
                        <a:cubicBezTo>
                          <a:pt x="1169369" y="587377"/>
                          <a:pt x="1173530" y="567077"/>
                          <a:pt x="1182012" y="548454"/>
                        </a:cubicBezTo>
                        <a:cubicBezTo>
                          <a:pt x="1184421" y="544261"/>
                          <a:pt x="1182985" y="538904"/>
                          <a:pt x="1178799" y="536489"/>
                        </a:cubicBezTo>
                        <a:cubicBezTo>
                          <a:pt x="1175210" y="534423"/>
                          <a:pt x="1170659" y="535149"/>
                          <a:pt x="1167897" y="538233"/>
                        </a:cubicBezTo>
                        <a:cubicBezTo>
                          <a:pt x="1152614" y="558380"/>
                          <a:pt x="1144704" y="583166"/>
                          <a:pt x="1145507" y="608443"/>
                        </a:cubicBezTo>
                        <a:cubicBezTo>
                          <a:pt x="1146566" y="624585"/>
                          <a:pt x="1151482" y="640237"/>
                          <a:pt x="1159866" y="654073"/>
                        </a:cubicBezTo>
                        <a:cubicBezTo>
                          <a:pt x="1170939" y="676341"/>
                          <a:pt x="1181525" y="697392"/>
                          <a:pt x="1165220" y="733288"/>
                        </a:cubicBezTo>
                        <a:cubicBezTo>
                          <a:pt x="1148781" y="774224"/>
                          <a:pt x="1110317" y="802094"/>
                          <a:pt x="1066293" y="804958"/>
                        </a:cubicBezTo>
                        <a:cubicBezTo>
                          <a:pt x="1069152" y="790544"/>
                          <a:pt x="1070053" y="775808"/>
                          <a:pt x="1068970" y="761153"/>
                        </a:cubicBezTo>
                        <a:cubicBezTo>
                          <a:pt x="1068227" y="749909"/>
                          <a:pt x="1068592" y="738619"/>
                          <a:pt x="1070065" y="727447"/>
                        </a:cubicBezTo>
                        <a:cubicBezTo>
                          <a:pt x="1077183" y="690928"/>
                          <a:pt x="1086407" y="654850"/>
                          <a:pt x="1097687" y="619394"/>
                        </a:cubicBezTo>
                        <a:cubicBezTo>
                          <a:pt x="1098976" y="614731"/>
                          <a:pt x="1096251" y="609903"/>
                          <a:pt x="1091590" y="608609"/>
                        </a:cubicBezTo>
                        <a:cubicBezTo>
                          <a:pt x="1087526" y="607484"/>
                          <a:pt x="1083243" y="609407"/>
                          <a:pt x="1081381" y="613188"/>
                        </a:cubicBezTo>
                        <a:cubicBezTo>
                          <a:pt x="1066135" y="648750"/>
                          <a:pt x="1054404" y="685713"/>
                          <a:pt x="1046337" y="723553"/>
                        </a:cubicBezTo>
                        <a:cubicBezTo>
                          <a:pt x="1043928" y="736184"/>
                          <a:pt x="1043441" y="749105"/>
                          <a:pt x="1044877" y="761883"/>
                        </a:cubicBezTo>
                        <a:cubicBezTo>
                          <a:pt x="1047907" y="795803"/>
                          <a:pt x="1031881" y="828608"/>
                          <a:pt x="1003262" y="847060"/>
                        </a:cubicBezTo>
                        <a:cubicBezTo>
                          <a:pt x="950331" y="880400"/>
                          <a:pt x="916382" y="881739"/>
                          <a:pt x="907620" y="881374"/>
                        </a:cubicBezTo>
                        <a:cubicBezTo>
                          <a:pt x="884294" y="833586"/>
                          <a:pt x="852973" y="790130"/>
                          <a:pt x="815021" y="752878"/>
                        </a:cubicBezTo>
                        <a:lnTo>
                          <a:pt x="822809" y="752027"/>
                        </a:lnTo>
                        <a:cubicBezTo>
                          <a:pt x="847413" y="748542"/>
                          <a:pt x="871019" y="740008"/>
                          <a:pt x="892167" y="726960"/>
                        </a:cubicBezTo>
                        <a:cubicBezTo>
                          <a:pt x="949844" y="692038"/>
                          <a:pt x="939623" y="604062"/>
                          <a:pt x="939379" y="601629"/>
                        </a:cubicBezTo>
                        <a:cubicBezTo>
                          <a:pt x="939051" y="597002"/>
                          <a:pt x="935047" y="593515"/>
                          <a:pt x="930423" y="593837"/>
                        </a:cubicBezTo>
                        <a:cubicBezTo>
                          <a:pt x="930399" y="593839"/>
                          <a:pt x="930387" y="593840"/>
                          <a:pt x="930375" y="593841"/>
                        </a:cubicBezTo>
                        <a:cubicBezTo>
                          <a:pt x="925714" y="594229"/>
                          <a:pt x="922234" y="598303"/>
                          <a:pt x="922587" y="602967"/>
                        </a:cubicBezTo>
                        <a:cubicBezTo>
                          <a:pt x="922587" y="603697"/>
                          <a:pt x="924412" y="679261"/>
                          <a:pt x="879755" y="706396"/>
                        </a:cubicBezTo>
                        <a:cubicBezTo>
                          <a:pt x="852170" y="723472"/>
                          <a:pt x="819852" y="731275"/>
                          <a:pt x="787521" y="728664"/>
                        </a:cubicBezTo>
                        <a:cubicBezTo>
                          <a:pt x="767955" y="712979"/>
                          <a:pt x="746782" y="699398"/>
                          <a:pt x="724368" y="688144"/>
                        </a:cubicBezTo>
                        <a:cubicBezTo>
                          <a:pt x="726194" y="684737"/>
                          <a:pt x="731183" y="679991"/>
                          <a:pt x="736537" y="672082"/>
                        </a:cubicBezTo>
                        <a:cubicBezTo>
                          <a:pt x="741891" y="664173"/>
                          <a:pt x="751017" y="622071"/>
                          <a:pt x="749800" y="566463"/>
                        </a:cubicBezTo>
                        <a:cubicBezTo>
                          <a:pt x="749800" y="551618"/>
                          <a:pt x="749070" y="537624"/>
                          <a:pt x="749800" y="525578"/>
                        </a:cubicBezTo>
                        <a:cubicBezTo>
                          <a:pt x="750652" y="487005"/>
                          <a:pt x="794335" y="461087"/>
                          <a:pt x="794578" y="460965"/>
                        </a:cubicBezTo>
                        <a:cubicBezTo>
                          <a:pt x="798704" y="458848"/>
                          <a:pt x="800419" y="453855"/>
                          <a:pt x="798472" y="449649"/>
                        </a:cubicBezTo>
                        <a:cubicBezTo>
                          <a:pt x="796355" y="445519"/>
                          <a:pt x="791330" y="443842"/>
                          <a:pt x="787156" y="445877"/>
                        </a:cubicBezTo>
                        <a:cubicBezTo>
                          <a:pt x="785452" y="446607"/>
                          <a:pt x="726315" y="471673"/>
                          <a:pt x="726315" y="524969"/>
                        </a:cubicBezTo>
                        <a:cubicBezTo>
                          <a:pt x="726315" y="537138"/>
                          <a:pt x="726315" y="551861"/>
                          <a:pt x="726315" y="567071"/>
                        </a:cubicBezTo>
                        <a:cubicBezTo>
                          <a:pt x="727045" y="598708"/>
                          <a:pt x="728749" y="638011"/>
                          <a:pt x="719623" y="655655"/>
                        </a:cubicBezTo>
                        <a:cubicBezTo>
                          <a:pt x="715766" y="664181"/>
                          <a:pt x="710168" y="671807"/>
                          <a:pt x="703196" y="678044"/>
                        </a:cubicBezTo>
                        <a:cubicBezTo>
                          <a:pt x="619966" y="643730"/>
                          <a:pt x="500597" y="634361"/>
                          <a:pt x="438661" y="631684"/>
                        </a:cubicBezTo>
                        <a:cubicBezTo>
                          <a:pt x="433550" y="626938"/>
                          <a:pt x="411526" y="602115"/>
                          <a:pt x="449369" y="557337"/>
                        </a:cubicBezTo>
                        <a:cubicBezTo>
                          <a:pt x="476990" y="524848"/>
                          <a:pt x="502543" y="498321"/>
                          <a:pt x="502787" y="498078"/>
                        </a:cubicBezTo>
                        <a:cubicBezTo>
                          <a:pt x="506314" y="495020"/>
                          <a:pt x="506696" y="489681"/>
                          <a:pt x="503639" y="486153"/>
                        </a:cubicBezTo>
                        <a:cubicBezTo>
                          <a:pt x="500581" y="482624"/>
                          <a:pt x="495243" y="482244"/>
                          <a:pt x="491714" y="485301"/>
                        </a:cubicBezTo>
                        <a:cubicBezTo>
                          <a:pt x="469376" y="501773"/>
                          <a:pt x="448966" y="520713"/>
                          <a:pt x="430873" y="541762"/>
                        </a:cubicBezTo>
                        <a:cubicBezTo>
                          <a:pt x="417144" y="556659"/>
                          <a:pt x="407906" y="575135"/>
                          <a:pt x="404225" y="595058"/>
                        </a:cubicBezTo>
                        <a:cubicBezTo>
                          <a:pt x="379104" y="594919"/>
                          <a:pt x="354271" y="589704"/>
                          <a:pt x="331216" y="579726"/>
                        </a:cubicBezTo>
                        <a:cubicBezTo>
                          <a:pt x="291548" y="563786"/>
                          <a:pt x="281692" y="485423"/>
                          <a:pt x="281205" y="455368"/>
                        </a:cubicBezTo>
                        <a:cubicBezTo>
                          <a:pt x="290841" y="393842"/>
                          <a:pt x="294914" y="331574"/>
                          <a:pt x="293373" y="269317"/>
                        </a:cubicBezTo>
                        <a:cubicBezTo>
                          <a:pt x="302526" y="255427"/>
                          <a:pt x="312868" y="242359"/>
                          <a:pt x="324281" y="230258"/>
                        </a:cubicBezTo>
                        <a:cubicBezTo>
                          <a:pt x="325984" y="228432"/>
                          <a:pt x="327566" y="226729"/>
                          <a:pt x="329391" y="225025"/>
                        </a:cubicBezTo>
                        <a:cubicBezTo>
                          <a:pt x="341268" y="215342"/>
                          <a:pt x="357165" y="212154"/>
                          <a:pt x="371858" y="216508"/>
                        </a:cubicBezTo>
                        <a:cubicBezTo>
                          <a:pt x="375977" y="218781"/>
                          <a:pt x="381158" y="217284"/>
                          <a:pt x="383431" y="213166"/>
                        </a:cubicBezTo>
                        <a:cubicBezTo>
                          <a:pt x="385334" y="209717"/>
                          <a:pt x="384625" y="205413"/>
                          <a:pt x="381714" y="202758"/>
                        </a:cubicBezTo>
                        <a:cubicBezTo>
                          <a:pt x="379301" y="201122"/>
                          <a:pt x="376683" y="199813"/>
                          <a:pt x="373926" y="198864"/>
                        </a:cubicBezTo>
                        <a:cubicBezTo>
                          <a:pt x="363229" y="195024"/>
                          <a:pt x="351952" y="193048"/>
                          <a:pt x="340586" y="193023"/>
                        </a:cubicBezTo>
                        <a:cubicBezTo>
                          <a:pt x="330021" y="194673"/>
                          <a:pt x="320214" y="199514"/>
                          <a:pt x="312477" y="206895"/>
                        </a:cubicBezTo>
                        <a:lnTo>
                          <a:pt x="306515" y="212979"/>
                        </a:lnTo>
                        <a:cubicBezTo>
                          <a:pt x="299701" y="219915"/>
                          <a:pt x="294347" y="226607"/>
                          <a:pt x="289358" y="232326"/>
                        </a:cubicBezTo>
                        <a:cubicBezTo>
                          <a:pt x="281525" y="185817"/>
                          <a:pt x="261544" y="142204"/>
                          <a:pt x="231438" y="105899"/>
                        </a:cubicBezTo>
                        <a:cubicBezTo>
                          <a:pt x="233772" y="94537"/>
                          <a:pt x="237490" y="83503"/>
                          <a:pt x="242511" y="73045"/>
                        </a:cubicBezTo>
                        <a:cubicBezTo>
                          <a:pt x="246161" y="65988"/>
                          <a:pt x="265022" y="61851"/>
                          <a:pt x="271106" y="62338"/>
                        </a:cubicBezTo>
                        <a:lnTo>
                          <a:pt x="273539" y="62338"/>
                        </a:lnTo>
                        <a:cubicBezTo>
                          <a:pt x="278107" y="63069"/>
                          <a:pt x="282406" y="59967"/>
                          <a:pt x="283152" y="55402"/>
                        </a:cubicBezTo>
                        <a:cubicBezTo>
                          <a:pt x="283820" y="50823"/>
                          <a:pt x="280762" y="46531"/>
                          <a:pt x="276216" y="45667"/>
                        </a:cubicBezTo>
                        <a:cubicBezTo>
                          <a:pt x="273296" y="45667"/>
                          <a:pt x="234480" y="36176"/>
                          <a:pt x="221095" y="61486"/>
                        </a:cubicBezTo>
                        <a:cubicBezTo>
                          <a:pt x="216965" y="69017"/>
                          <a:pt x="213660" y="76972"/>
                          <a:pt x="211239" y="85214"/>
                        </a:cubicBezTo>
                        <a:cubicBezTo>
                          <a:pt x="183158" y="59274"/>
                          <a:pt x="148086" y="42140"/>
                          <a:pt x="110365" y="35933"/>
                        </a:cubicBezTo>
                        <a:cubicBezTo>
                          <a:pt x="73740" y="29608"/>
                          <a:pt x="36221" y="30642"/>
                          <a:pt x="0" y="38975"/>
                        </a:cubicBezTo>
                        <a:cubicBezTo>
                          <a:pt x="24479" y="26977"/>
                          <a:pt x="50019" y="17282"/>
                          <a:pt x="76294" y="10015"/>
                        </a:cubicBezTo>
                        <a:cubicBezTo>
                          <a:pt x="83447" y="8063"/>
                          <a:pt x="90724" y="6600"/>
                          <a:pt x="98075" y="5634"/>
                        </a:cubicBezTo>
                        <a:cubicBezTo>
                          <a:pt x="180818" y="-5804"/>
                          <a:pt x="300674" y="18897"/>
                          <a:pt x="321969" y="26563"/>
                        </a:cubicBezTo>
                        <a:cubicBezTo>
                          <a:pt x="347073" y="35311"/>
                          <a:pt x="367655" y="53703"/>
                          <a:pt x="379159" y="77669"/>
                        </a:cubicBezTo>
                        <a:cubicBezTo>
                          <a:pt x="391327" y="104683"/>
                          <a:pt x="371250" y="160899"/>
                          <a:pt x="371006" y="161386"/>
                        </a:cubicBezTo>
                        <a:lnTo>
                          <a:pt x="366261" y="172459"/>
                        </a:lnTo>
                        <a:lnTo>
                          <a:pt x="377334" y="177205"/>
                        </a:lnTo>
                        <a:cubicBezTo>
                          <a:pt x="367234" y="172824"/>
                          <a:pt x="427466" y="213709"/>
                          <a:pt x="433550" y="233543"/>
                        </a:cubicBezTo>
                        <a:cubicBezTo>
                          <a:pt x="443528" y="265910"/>
                          <a:pt x="437687" y="345855"/>
                          <a:pt x="434889" y="363012"/>
                        </a:cubicBezTo>
                        <a:lnTo>
                          <a:pt x="434889" y="363012"/>
                        </a:lnTo>
                        <a:cubicBezTo>
                          <a:pt x="434091" y="367580"/>
                          <a:pt x="437146" y="371930"/>
                          <a:pt x="441714" y="372728"/>
                        </a:cubicBezTo>
                        <a:cubicBezTo>
                          <a:pt x="441750" y="372734"/>
                          <a:pt x="441788" y="372740"/>
                          <a:pt x="441825" y="372746"/>
                        </a:cubicBezTo>
                        <a:cubicBezTo>
                          <a:pt x="442672" y="372868"/>
                          <a:pt x="443533" y="372868"/>
                          <a:pt x="444380" y="372746"/>
                        </a:cubicBezTo>
                        <a:cubicBezTo>
                          <a:pt x="448036" y="372262"/>
                          <a:pt x="450949" y="369449"/>
                          <a:pt x="451559" y="365810"/>
                        </a:cubicBezTo>
                        <a:cubicBezTo>
                          <a:pt x="459182" y="338394"/>
                          <a:pt x="469157" y="311688"/>
                          <a:pt x="481371" y="285988"/>
                        </a:cubicBezTo>
                        <a:cubicBezTo>
                          <a:pt x="492770" y="264156"/>
                          <a:pt x="514317" y="249455"/>
                          <a:pt x="538805" y="246806"/>
                        </a:cubicBezTo>
                        <a:cubicBezTo>
                          <a:pt x="543475" y="246245"/>
                          <a:pt x="546806" y="242003"/>
                          <a:pt x="546245" y="237333"/>
                        </a:cubicBezTo>
                        <a:cubicBezTo>
                          <a:pt x="545777" y="233435"/>
                          <a:pt x="542703" y="230361"/>
                          <a:pt x="538805" y="229893"/>
                        </a:cubicBezTo>
                        <a:cubicBezTo>
                          <a:pt x="507884" y="227924"/>
                          <a:pt x="478418" y="243243"/>
                          <a:pt x="462267" y="269682"/>
                        </a:cubicBezTo>
                        <a:cubicBezTo>
                          <a:pt x="462321" y="255051"/>
                          <a:pt x="460397" y="240480"/>
                          <a:pt x="456548" y="226364"/>
                        </a:cubicBezTo>
                        <a:cubicBezTo>
                          <a:pt x="445718" y="191441"/>
                          <a:pt x="413838" y="169660"/>
                          <a:pt x="397168" y="160291"/>
                        </a:cubicBezTo>
                        <a:cubicBezTo>
                          <a:pt x="407630" y="131543"/>
                          <a:pt x="409365" y="100344"/>
                          <a:pt x="402156" y="70612"/>
                        </a:cubicBezTo>
                        <a:cubicBezTo>
                          <a:pt x="394128" y="48007"/>
                          <a:pt x="378234" y="29046"/>
                          <a:pt x="357378" y="17194"/>
                        </a:cubicBezTo>
                        <a:cubicBezTo>
                          <a:pt x="370641" y="13787"/>
                          <a:pt x="429413" y="-5439"/>
                          <a:pt x="475530" y="1497"/>
                        </a:cubicBezTo>
                        <a:cubicBezTo>
                          <a:pt x="612057" y="22183"/>
                          <a:pt x="655010" y="63919"/>
                          <a:pt x="678495" y="80833"/>
                        </a:cubicBezTo>
                        <a:cubicBezTo>
                          <a:pt x="678373" y="82050"/>
                          <a:pt x="674844" y="97382"/>
                          <a:pt x="674114" y="97382"/>
                        </a:cubicBezTo>
                        <a:close/>
                      </a:path>
                    </a:pathLst>
                  </a:custGeom>
                  <a:solidFill>
                    <a:schemeClr val="bg2"/>
                  </a:solidFill>
                  <a:ln w="12128" cap="flat">
                    <a:noFill/>
                    <a:prstDash val="solid"/>
                    <a:miter/>
                  </a:ln>
                </p:spPr>
                <p:txBody>
                  <a:bodyPr rtlCol="0" anchor="ctr"/>
                  <a:lstStyle/>
                  <a:p>
                    <a:pPr defTabSz="685526">
                      <a:defRPr/>
                    </a:pPr>
                    <a:endParaRPr lang="de-DE" sz="1275" dirty="0">
                      <a:solidFill>
                        <a:srgbClr val="000000"/>
                      </a:solidFill>
                      <a:latin typeface="Arial"/>
                    </a:endParaRPr>
                  </a:p>
                </p:txBody>
              </p:sp>
              <p:sp>
                <p:nvSpPr>
                  <p:cNvPr id="2055" name="Freihandform: Form 2054">
                    <a:extLst>
                      <a:ext uri="{FF2B5EF4-FFF2-40B4-BE49-F238E27FC236}">
                        <a16:creationId xmlns:a16="http://schemas.microsoft.com/office/drawing/2014/main" id="{69735B39-B228-419B-8B04-323C3FD61386}"/>
                      </a:ext>
                    </a:extLst>
                  </p:cNvPr>
                  <p:cNvSpPr/>
                  <p:nvPr/>
                </p:nvSpPr>
                <p:spPr>
                  <a:xfrm>
                    <a:off x="5476251" y="3385693"/>
                    <a:ext cx="229004" cy="122929"/>
                  </a:xfrm>
                  <a:custGeom>
                    <a:avLst/>
                    <a:gdLst>
                      <a:gd name="connsiteX0" fmla="*/ 82622 w 229004"/>
                      <a:gd name="connsiteY0" fmla="*/ 0 h 122929"/>
                      <a:gd name="connsiteX1" fmla="*/ 141637 w 229004"/>
                      <a:gd name="connsiteY1" fmla="*/ 93573 h 122929"/>
                      <a:gd name="connsiteX2" fmla="*/ 224989 w 229004"/>
                      <a:gd name="connsiteY2" fmla="*/ 111095 h 122929"/>
                      <a:gd name="connsiteX3" fmla="*/ 229004 w 229004"/>
                      <a:gd name="connsiteY3" fmla="*/ 122290 h 122929"/>
                      <a:gd name="connsiteX4" fmla="*/ 217688 w 229004"/>
                      <a:gd name="connsiteY4" fmla="*/ 122290 h 122929"/>
                      <a:gd name="connsiteX5" fmla="*/ 37478 w 229004"/>
                      <a:gd name="connsiteY5" fmla="*/ 107323 h 122929"/>
                      <a:gd name="connsiteX6" fmla="*/ 0 w 229004"/>
                      <a:gd name="connsiteY6" fmla="*/ 96858 h 122929"/>
                      <a:gd name="connsiteX7" fmla="*/ 26405 w 229004"/>
                      <a:gd name="connsiteY7" fmla="*/ 85542 h 122929"/>
                      <a:gd name="connsiteX8" fmla="*/ 82622 w 229004"/>
                      <a:gd name="connsiteY8" fmla="*/ 0 h 12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004" h="122929">
                        <a:moveTo>
                          <a:pt x="82622" y="0"/>
                        </a:moveTo>
                        <a:cubicBezTo>
                          <a:pt x="89922" y="36504"/>
                          <a:pt x="106106" y="79336"/>
                          <a:pt x="141637" y="93573"/>
                        </a:cubicBezTo>
                        <a:cubicBezTo>
                          <a:pt x="167802" y="105448"/>
                          <a:pt x="196257" y="111430"/>
                          <a:pt x="224989" y="111095"/>
                        </a:cubicBezTo>
                        <a:cubicBezTo>
                          <a:pt x="225938" y="114955"/>
                          <a:pt x="227284" y="118706"/>
                          <a:pt x="229004" y="122290"/>
                        </a:cubicBezTo>
                        <a:lnTo>
                          <a:pt x="217688" y="122290"/>
                        </a:lnTo>
                        <a:cubicBezTo>
                          <a:pt x="157229" y="124829"/>
                          <a:pt x="96689" y="119801"/>
                          <a:pt x="37478" y="107323"/>
                        </a:cubicBezTo>
                        <a:cubicBezTo>
                          <a:pt x="24793" y="104567"/>
                          <a:pt x="12279" y="101072"/>
                          <a:pt x="0" y="96858"/>
                        </a:cubicBezTo>
                        <a:cubicBezTo>
                          <a:pt x="9182" y="94044"/>
                          <a:pt x="18034" y="90251"/>
                          <a:pt x="26405" y="85542"/>
                        </a:cubicBezTo>
                        <a:cubicBezTo>
                          <a:pt x="49403" y="72644"/>
                          <a:pt x="69237" y="33219"/>
                          <a:pt x="82622" y="0"/>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056" name="Freihandform: Form 2055">
                    <a:extLst>
                      <a:ext uri="{FF2B5EF4-FFF2-40B4-BE49-F238E27FC236}">
                        <a16:creationId xmlns:a16="http://schemas.microsoft.com/office/drawing/2014/main" id="{820FCF23-8206-4B68-B210-3202F5D2EA05}"/>
                      </a:ext>
                    </a:extLst>
                  </p:cNvPr>
                  <p:cNvSpPr/>
                  <p:nvPr/>
                </p:nvSpPr>
                <p:spPr>
                  <a:xfrm>
                    <a:off x="4722989" y="2931943"/>
                    <a:ext cx="1489903" cy="1178479"/>
                  </a:xfrm>
                  <a:custGeom>
                    <a:avLst/>
                    <a:gdLst>
                      <a:gd name="connsiteX0" fmla="*/ 28283 w 1489902"/>
                      <a:gd name="connsiteY0" fmla="*/ 962252 h 1178478"/>
                      <a:gd name="connsiteX1" fmla="*/ 111878 w 1489902"/>
                      <a:gd name="connsiteY1" fmla="*/ 1010924 h 1178478"/>
                      <a:gd name="connsiteX2" fmla="*/ 132199 w 1489902"/>
                      <a:gd name="connsiteY2" fmla="*/ 911024 h 1178478"/>
                      <a:gd name="connsiteX3" fmla="*/ 214091 w 1489902"/>
                      <a:gd name="connsiteY3" fmla="*/ 847506 h 1178478"/>
                      <a:gd name="connsiteX4" fmla="*/ 201923 w 1489902"/>
                      <a:gd name="connsiteY4" fmla="*/ 839476 h 1178478"/>
                      <a:gd name="connsiteX5" fmla="*/ 165418 w 1489902"/>
                      <a:gd name="connsiteY5" fmla="*/ 771212 h 1178478"/>
                      <a:gd name="connsiteX6" fmla="*/ 170955 w 1489902"/>
                      <a:gd name="connsiteY6" fmla="*/ 760687 h 1178478"/>
                      <a:gd name="connsiteX7" fmla="*/ 181480 w 1489902"/>
                      <a:gd name="connsiteY7" fmla="*/ 766223 h 1178478"/>
                      <a:gd name="connsiteX8" fmla="*/ 217984 w 1489902"/>
                      <a:gd name="connsiteY8" fmla="*/ 820007 h 1178478"/>
                      <a:gd name="connsiteX9" fmla="*/ 256436 w 1489902"/>
                      <a:gd name="connsiteY9" fmla="*/ 845803 h 1178478"/>
                      <a:gd name="connsiteX10" fmla="*/ 343438 w 1489902"/>
                      <a:gd name="connsiteY10" fmla="*/ 908590 h 1178478"/>
                      <a:gd name="connsiteX11" fmla="*/ 434334 w 1489902"/>
                      <a:gd name="connsiteY11" fmla="*/ 868922 h 1178478"/>
                      <a:gd name="connsiteX12" fmla="*/ 639975 w 1489902"/>
                      <a:gd name="connsiteY12" fmla="*/ 894475 h 1178478"/>
                      <a:gd name="connsiteX13" fmla="*/ 747541 w 1489902"/>
                      <a:gd name="connsiteY13" fmla="*/ 905792 h 1178478"/>
                      <a:gd name="connsiteX14" fmla="*/ 802663 w 1489902"/>
                      <a:gd name="connsiteY14" fmla="*/ 931710 h 1178478"/>
                      <a:gd name="connsiteX15" fmla="*/ 863504 w 1489902"/>
                      <a:gd name="connsiteY15" fmla="*/ 958236 h 1178478"/>
                      <a:gd name="connsiteX16" fmla="*/ 898548 w 1489902"/>
                      <a:gd name="connsiteY16" fmla="*/ 959940 h 1178478"/>
                      <a:gd name="connsiteX17" fmla="*/ 964012 w 1489902"/>
                      <a:gd name="connsiteY17" fmla="*/ 968336 h 1178478"/>
                      <a:gd name="connsiteX18" fmla="*/ 1009886 w 1489902"/>
                      <a:gd name="connsiteY18" fmla="*/ 998269 h 1178478"/>
                      <a:gd name="connsiteX19" fmla="*/ 1058559 w 1489902"/>
                      <a:gd name="connsiteY19" fmla="*/ 1027230 h 1178478"/>
                      <a:gd name="connsiteX20" fmla="*/ 1067563 w 1489902"/>
                      <a:gd name="connsiteY20" fmla="*/ 1035017 h 1178478"/>
                      <a:gd name="connsiteX21" fmla="*/ 1059775 w 1489902"/>
                      <a:gd name="connsiteY21" fmla="*/ 1044022 h 1178478"/>
                      <a:gd name="connsiteX22" fmla="*/ 1058559 w 1489902"/>
                      <a:gd name="connsiteY22" fmla="*/ 1044022 h 1178478"/>
                      <a:gd name="connsiteX23" fmla="*/ 993581 w 1489902"/>
                      <a:gd name="connsiteY23" fmla="*/ 1016400 h 1178478"/>
                      <a:gd name="connsiteX24" fmla="*/ 956346 w 1489902"/>
                      <a:gd name="connsiteY24" fmla="*/ 991820 h 1178478"/>
                      <a:gd name="connsiteX25" fmla="*/ 898791 w 1489902"/>
                      <a:gd name="connsiteY25" fmla="*/ 984885 h 1178478"/>
                      <a:gd name="connsiteX26" fmla="*/ 859001 w 1489902"/>
                      <a:gd name="connsiteY26" fmla="*/ 982329 h 1178478"/>
                      <a:gd name="connsiteX27" fmla="*/ 790616 w 1489902"/>
                      <a:gd name="connsiteY27" fmla="*/ 953369 h 1178478"/>
                      <a:gd name="connsiteX28" fmla="*/ 739024 w 1489902"/>
                      <a:gd name="connsiteY28" fmla="*/ 929033 h 1178478"/>
                      <a:gd name="connsiteX29" fmla="*/ 638150 w 1489902"/>
                      <a:gd name="connsiteY29" fmla="*/ 919055 h 1178478"/>
                      <a:gd name="connsiteX30" fmla="*/ 636325 w 1489902"/>
                      <a:gd name="connsiteY30" fmla="*/ 919055 h 1178478"/>
                      <a:gd name="connsiteX31" fmla="*/ 634621 w 1489902"/>
                      <a:gd name="connsiteY31" fmla="*/ 919055 h 1178478"/>
                      <a:gd name="connsiteX32" fmla="*/ 436281 w 1489902"/>
                      <a:gd name="connsiteY32" fmla="*/ 892772 h 1178478"/>
                      <a:gd name="connsiteX33" fmla="*/ 350495 w 1489902"/>
                      <a:gd name="connsiteY33" fmla="*/ 941444 h 1178478"/>
                      <a:gd name="connsiteX34" fmla="*/ 337475 w 1489902"/>
                      <a:gd name="connsiteY34" fmla="*/ 950084 h 1178478"/>
                      <a:gd name="connsiteX35" fmla="*/ 326889 w 1489902"/>
                      <a:gd name="connsiteY35" fmla="*/ 937916 h 1178478"/>
                      <a:gd name="connsiteX36" fmla="*/ 326889 w 1489902"/>
                      <a:gd name="connsiteY36" fmla="*/ 937916 h 1178478"/>
                      <a:gd name="connsiteX37" fmla="*/ 326889 w 1489902"/>
                      <a:gd name="connsiteY37" fmla="*/ 937064 h 1178478"/>
                      <a:gd name="connsiteX38" fmla="*/ 250230 w 1489902"/>
                      <a:gd name="connsiteY38" fmla="*/ 868192 h 1178478"/>
                      <a:gd name="connsiteX39" fmla="*/ 250230 w 1489902"/>
                      <a:gd name="connsiteY39" fmla="*/ 868192 h 1178478"/>
                      <a:gd name="connsiteX40" fmla="*/ 163471 w 1489902"/>
                      <a:gd name="connsiteY40" fmla="*/ 906279 h 1178478"/>
                      <a:gd name="connsiteX41" fmla="*/ 187077 w 1489902"/>
                      <a:gd name="connsiteY41" fmla="*/ 1058502 h 1178478"/>
                      <a:gd name="connsiteX42" fmla="*/ 300728 w 1489902"/>
                      <a:gd name="connsiteY42" fmla="*/ 1064342 h 1178478"/>
                      <a:gd name="connsiteX43" fmla="*/ 356823 w 1489902"/>
                      <a:gd name="connsiteY43" fmla="*/ 1031002 h 1178478"/>
                      <a:gd name="connsiteX44" fmla="*/ 369843 w 1489902"/>
                      <a:gd name="connsiteY44" fmla="*/ 1028325 h 1178478"/>
                      <a:gd name="connsiteX45" fmla="*/ 574876 w 1489902"/>
                      <a:gd name="connsiteY45" fmla="*/ 1067019 h 1178478"/>
                      <a:gd name="connsiteX46" fmla="*/ 776136 w 1489902"/>
                      <a:gd name="connsiteY46" fmla="*/ 1079188 h 1178478"/>
                      <a:gd name="connsiteX47" fmla="*/ 852187 w 1489902"/>
                      <a:gd name="connsiteY47" fmla="*/ 1094884 h 1178478"/>
                      <a:gd name="connsiteX48" fmla="*/ 887231 w 1489902"/>
                      <a:gd name="connsiteY48" fmla="*/ 1106079 h 1178478"/>
                      <a:gd name="connsiteX49" fmla="*/ 1216501 w 1489902"/>
                      <a:gd name="connsiteY49" fmla="*/ 1178114 h 1178478"/>
                      <a:gd name="connsiteX50" fmla="*/ 1415936 w 1489902"/>
                      <a:gd name="connsiteY50" fmla="*/ 1114597 h 1178478"/>
                      <a:gd name="connsiteX51" fmla="*/ 1474587 w 1489902"/>
                      <a:gd name="connsiteY51" fmla="*/ 871234 h 1178478"/>
                      <a:gd name="connsiteX52" fmla="*/ 1277828 w 1489902"/>
                      <a:gd name="connsiteY52" fmla="*/ 650626 h 1178478"/>
                      <a:gd name="connsiteX53" fmla="*/ 971800 w 1489902"/>
                      <a:gd name="connsiteY53" fmla="*/ 600250 h 1178478"/>
                      <a:gd name="connsiteX54" fmla="*/ 785993 w 1489902"/>
                      <a:gd name="connsiteY54" fmla="*/ 584675 h 1178478"/>
                      <a:gd name="connsiteX55" fmla="*/ 634013 w 1489902"/>
                      <a:gd name="connsiteY55" fmla="*/ 503635 h 1178478"/>
                      <a:gd name="connsiteX56" fmla="*/ 633715 w 1489902"/>
                      <a:gd name="connsiteY56" fmla="*/ 491765 h 1178478"/>
                      <a:gd name="connsiteX57" fmla="*/ 634013 w 1489902"/>
                      <a:gd name="connsiteY57" fmla="*/ 491467 h 1178478"/>
                      <a:gd name="connsiteX58" fmla="*/ 645883 w 1489902"/>
                      <a:gd name="connsiteY58" fmla="*/ 491169 h 1178478"/>
                      <a:gd name="connsiteX59" fmla="*/ 646181 w 1489902"/>
                      <a:gd name="connsiteY59" fmla="*/ 491467 h 1178478"/>
                      <a:gd name="connsiteX60" fmla="*/ 683415 w 1489902"/>
                      <a:gd name="connsiteY60" fmla="*/ 515804 h 1178478"/>
                      <a:gd name="connsiteX61" fmla="*/ 768592 w 1489902"/>
                      <a:gd name="connsiteY61" fmla="*/ 517264 h 1178478"/>
                      <a:gd name="connsiteX62" fmla="*/ 830650 w 1489902"/>
                      <a:gd name="connsiteY62" fmla="*/ 395582 h 1178478"/>
                      <a:gd name="connsiteX63" fmla="*/ 842818 w 1489902"/>
                      <a:gd name="connsiteY63" fmla="*/ 206977 h 1178478"/>
                      <a:gd name="connsiteX64" fmla="*/ 842818 w 1489902"/>
                      <a:gd name="connsiteY64" fmla="*/ 206977 h 1178478"/>
                      <a:gd name="connsiteX65" fmla="*/ 839897 w 1489902"/>
                      <a:gd name="connsiteY65" fmla="*/ 181667 h 1178478"/>
                      <a:gd name="connsiteX66" fmla="*/ 680617 w 1489902"/>
                      <a:gd name="connsiteY66" fmla="*/ 3526 h 1178478"/>
                      <a:gd name="connsiteX67" fmla="*/ 455263 w 1489902"/>
                      <a:gd name="connsiteY67" fmla="*/ 77264 h 1178478"/>
                      <a:gd name="connsiteX68" fmla="*/ 454411 w 1489902"/>
                      <a:gd name="connsiteY68" fmla="*/ 77995 h 1178478"/>
                      <a:gd name="connsiteX69" fmla="*/ 452343 w 1489902"/>
                      <a:gd name="connsiteY69" fmla="*/ 79698 h 1178478"/>
                      <a:gd name="connsiteX70" fmla="*/ 450639 w 1489902"/>
                      <a:gd name="connsiteY70" fmla="*/ 80550 h 1178478"/>
                      <a:gd name="connsiteX71" fmla="*/ 449666 w 1489902"/>
                      <a:gd name="connsiteY71" fmla="*/ 80550 h 1178478"/>
                      <a:gd name="connsiteX72" fmla="*/ 257409 w 1489902"/>
                      <a:gd name="connsiteY72" fmla="*/ 184101 h 1178478"/>
                      <a:gd name="connsiteX73" fmla="*/ 255827 w 1489902"/>
                      <a:gd name="connsiteY73" fmla="*/ 186169 h 1178478"/>
                      <a:gd name="connsiteX74" fmla="*/ 277608 w 1489902"/>
                      <a:gd name="connsiteY74" fmla="*/ 177895 h 1178478"/>
                      <a:gd name="connsiteX75" fmla="*/ 281137 w 1489902"/>
                      <a:gd name="connsiteY75" fmla="*/ 176678 h 1178478"/>
                      <a:gd name="connsiteX76" fmla="*/ 300728 w 1489902"/>
                      <a:gd name="connsiteY76" fmla="*/ 170837 h 1178478"/>
                      <a:gd name="connsiteX77" fmla="*/ 423382 w 1489902"/>
                      <a:gd name="connsiteY77" fmla="*/ 178625 h 1178478"/>
                      <a:gd name="connsiteX78" fmla="*/ 433117 w 1489902"/>
                      <a:gd name="connsiteY78" fmla="*/ 130196 h 1178478"/>
                      <a:gd name="connsiteX79" fmla="*/ 541292 w 1489902"/>
                      <a:gd name="connsiteY79" fmla="*/ 55362 h 1178478"/>
                      <a:gd name="connsiteX80" fmla="*/ 551749 w 1489902"/>
                      <a:gd name="connsiteY80" fmla="*/ 61341 h 1178478"/>
                      <a:gd name="connsiteX81" fmla="*/ 547376 w 1489902"/>
                      <a:gd name="connsiteY81" fmla="*/ 71180 h 1178478"/>
                      <a:gd name="connsiteX82" fmla="*/ 455993 w 1489902"/>
                      <a:gd name="connsiteY82" fmla="*/ 137983 h 1178478"/>
                      <a:gd name="connsiteX83" fmla="*/ 445772 w 1489902"/>
                      <a:gd name="connsiteY83" fmla="*/ 198824 h 1178478"/>
                      <a:gd name="connsiteX84" fmla="*/ 447597 w 1489902"/>
                      <a:gd name="connsiteY84" fmla="*/ 221943 h 1178478"/>
                      <a:gd name="connsiteX85" fmla="*/ 427641 w 1489902"/>
                      <a:gd name="connsiteY85" fmla="*/ 209775 h 1178478"/>
                      <a:gd name="connsiteX86" fmla="*/ 305960 w 1489902"/>
                      <a:gd name="connsiteY86" fmla="*/ 196025 h 1178478"/>
                      <a:gd name="connsiteX87" fmla="*/ 170529 w 1489902"/>
                      <a:gd name="connsiteY87" fmla="*/ 324277 h 1178478"/>
                      <a:gd name="connsiteX88" fmla="*/ 152642 w 1489902"/>
                      <a:gd name="connsiteY88" fmla="*/ 473824 h 1178478"/>
                      <a:gd name="connsiteX89" fmla="*/ 243416 w 1489902"/>
                      <a:gd name="connsiteY89" fmla="*/ 569952 h 1178478"/>
                      <a:gd name="connsiteX90" fmla="*/ 249743 w 1489902"/>
                      <a:gd name="connsiteY90" fmla="*/ 573359 h 1178478"/>
                      <a:gd name="connsiteX91" fmla="*/ 249743 w 1489902"/>
                      <a:gd name="connsiteY91" fmla="*/ 580416 h 1178478"/>
                      <a:gd name="connsiteX92" fmla="*/ 279190 w 1489902"/>
                      <a:gd name="connsiteY92" fmla="*/ 714266 h 1178478"/>
                      <a:gd name="connsiteX93" fmla="*/ 365219 w 1489902"/>
                      <a:gd name="connsiteY93" fmla="*/ 786423 h 1178478"/>
                      <a:gd name="connsiteX94" fmla="*/ 372155 w 1489902"/>
                      <a:gd name="connsiteY94" fmla="*/ 796035 h 1178478"/>
                      <a:gd name="connsiteX95" fmla="*/ 364975 w 1489902"/>
                      <a:gd name="connsiteY95" fmla="*/ 803093 h 1178478"/>
                      <a:gd name="connsiteX96" fmla="*/ 362420 w 1489902"/>
                      <a:gd name="connsiteY96" fmla="*/ 803093 h 1178478"/>
                      <a:gd name="connsiteX97" fmla="*/ 257409 w 1489902"/>
                      <a:gd name="connsiteY97" fmla="*/ 724122 h 1178478"/>
                      <a:gd name="connsiteX98" fmla="*/ 226259 w 1489902"/>
                      <a:gd name="connsiteY98" fmla="*/ 587839 h 1178478"/>
                      <a:gd name="connsiteX99" fmla="*/ 204843 w 1489902"/>
                      <a:gd name="connsiteY99" fmla="*/ 573602 h 1178478"/>
                      <a:gd name="connsiteX100" fmla="*/ 137066 w 1489902"/>
                      <a:gd name="connsiteY100" fmla="*/ 658779 h 1178478"/>
                      <a:gd name="connsiteX101" fmla="*/ 111513 w 1489902"/>
                      <a:gd name="connsiteY101" fmla="*/ 794088 h 1178478"/>
                      <a:gd name="connsiteX102" fmla="*/ 104334 w 1489902"/>
                      <a:gd name="connsiteY102" fmla="*/ 801633 h 1178478"/>
                      <a:gd name="connsiteX103" fmla="*/ 102144 w 1489902"/>
                      <a:gd name="connsiteY103" fmla="*/ 801633 h 1178478"/>
                      <a:gd name="connsiteX104" fmla="*/ 94478 w 1489902"/>
                      <a:gd name="connsiteY104" fmla="*/ 792385 h 1178478"/>
                      <a:gd name="connsiteX105" fmla="*/ 109201 w 1489902"/>
                      <a:gd name="connsiteY105" fmla="*/ 668513 h 1178478"/>
                      <a:gd name="connsiteX106" fmla="*/ 60529 w 1489902"/>
                      <a:gd name="connsiteY106" fmla="*/ 653912 h 1178478"/>
                      <a:gd name="connsiteX107" fmla="*/ 53 w 1489902"/>
                      <a:gd name="connsiteY107" fmla="*/ 839476 h 1178478"/>
                      <a:gd name="connsiteX108" fmla="*/ 28283 w 1489902"/>
                      <a:gd name="connsiteY108" fmla="*/ 962252 h 1178478"/>
                      <a:gd name="connsiteX109" fmla="*/ 552243 w 1489902"/>
                      <a:gd name="connsiteY109" fmla="*/ 202839 h 1178478"/>
                      <a:gd name="connsiteX110" fmla="*/ 427885 w 1489902"/>
                      <a:gd name="connsiteY110" fmla="*/ 371246 h 1178478"/>
                      <a:gd name="connsiteX111" fmla="*/ 420705 w 1489902"/>
                      <a:gd name="connsiteY111" fmla="*/ 380737 h 1178478"/>
                      <a:gd name="connsiteX112" fmla="*/ 420705 w 1489902"/>
                      <a:gd name="connsiteY112" fmla="*/ 380737 h 1178478"/>
                      <a:gd name="connsiteX113" fmla="*/ 411214 w 1489902"/>
                      <a:gd name="connsiteY113" fmla="*/ 373437 h 1178478"/>
                      <a:gd name="connsiteX114" fmla="*/ 545794 w 1489902"/>
                      <a:gd name="connsiteY114" fmla="*/ 180085 h 1178478"/>
                      <a:gd name="connsiteX115" fmla="*/ 661999 w 1489902"/>
                      <a:gd name="connsiteY115" fmla="*/ 213669 h 1178478"/>
                      <a:gd name="connsiteX116" fmla="*/ 648006 w 1489902"/>
                      <a:gd name="connsiteY116" fmla="*/ 173393 h 1178478"/>
                      <a:gd name="connsiteX117" fmla="*/ 653482 w 1489902"/>
                      <a:gd name="connsiteY117" fmla="*/ 73127 h 1178478"/>
                      <a:gd name="connsiteX118" fmla="*/ 664007 w 1489902"/>
                      <a:gd name="connsiteY118" fmla="*/ 67469 h 1178478"/>
                      <a:gd name="connsiteX119" fmla="*/ 669665 w 1489902"/>
                      <a:gd name="connsiteY119" fmla="*/ 77995 h 1178478"/>
                      <a:gd name="connsiteX120" fmla="*/ 671004 w 1489902"/>
                      <a:gd name="connsiteY120" fmla="*/ 166213 h 1178478"/>
                      <a:gd name="connsiteX121" fmla="*/ 703006 w 1489902"/>
                      <a:gd name="connsiteY121" fmla="*/ 249565 h 1178478"/>
                      <a:gd name="connsiteX122" fmla="*/ 696125 w 1489902"/>
                      <a:gd name="connsiteY122" fmla="*/ 265337 h 1178478"/>
                      <a:gd name="connsiteX123" fmla="*/ 683294 w 1489902"/>
                      <a:gd name="connsiteY123" fmla="*/ 262828 h 1178478"/>
                      <a:gd name="connsiteX124" fmla="*/ 552243 w 1489902"/>
                      <a:gd name="connsiteY124" fmla="*/ 202839 h 1178478"/>
                      <a:gd name="connsiteX125" fmla="*/ 407442 w 1489902"/>
                      <a:gd name="connsiteY125" fmla="*/ 797130 h 1178478"/>
                      <a:gd name="connsiteX126" fmla="*/ 452221 w 1489902"/>
                      <a:gd name="connsiteY126" fmla="*/ 721931 h 1178478"/>
                      <a:gd name="connsiteX127" fmla="*/ 481789 w 1489902"/>
                      <a:gd name="connsiteY127" fmla="*/ 701124 h 1178478"/>
                      <a:gd name="connsiteX128" fmla="*/ 345628 w 1489902"/>
                      <a:gd name="connsiteY128" fmla="*/ 590029 h 1178478"/>
                      <a:gd name="connsiteX129" fmla="*/ 276148 w 1489902"/>
                      <a:gd name="connsiteY129" fmla="*/ 447540 h 1178478"/>
                      <a:gd name="connsiteX130" fmla="*/ 227476 w 1489902"/>
                      <a:gd name="connsiteY130" fmla="*/ 433547 h 1178478"/>
                      <a:gd name="connsiteX131" fmla="*/ 197299 w 1489902"/>
                      <a:gd name="connsiteY131" fmla="*/ 450826 h 1178478"/>
                      <a:gd name="connsiteX132" fmla="*/ 190363 w 1489902"/>
                      <a:gd name="connsiteY132" fmla="*/ 441091 h 1178478"/>
                      <a:gd name="connsiteX133" fmla="*/ 239035 w 1489902"/>
                      <a:gd name="connsiteY133" fmla="*/ 408481 h 1178478"/>
                      <a:gd name="connsiteX134" fmla="*/ 268360 w 1489902"/>
                      <a:gd name="connsiteY134" fmla="*/ 419554 h 1178478"/>
                      <a:gd name="connsiteX135" fmla="*/ 268360 w 1489902"/>
                      <a:gd name="connsiteY135" fmla="*/ 317220 h 1178478"/>
                      <a:gd name="connsiteX136" fmla="*/ 329201 w 1489902"/>
                      <a:gd name="connsiteY136" fmla="*/ 235328 h 1178478"/>
                      <a:gd name="connsiteX137" fmla="*/ 340943 w 1489902"/>
                      <a:gd name="connsiteY137" fmla="*/ 237336 h 1178478"/>
                      <a:gd name="connsiteX138" fmla="*/ 338936 w 1489902"/>
                      <a:gd name="connsiteY138" fmla="*/ 249078 h 1178478"/>
                      <a:gd name="connsiteX139" fmla="*/ 291845 w 1489902"/>
                      <a:gd name="connsiteY139" fmla="*/ 324034 h 1178478"/>
                      <a:gd name="connsiteX140" fmla="*/ 291845 w 1489902"/>
                      <a:gd name="connsiteY140" fmla="*/ 415903 h 1178478"/>
                      <a:gd name="connsiteX141" fmla="*/ 366557 w 1489902"/>
                      <a:gd name="connsiteY141" fmla="*/ 577496 h 1178478"/>
                      <a:gd name="connsiteX142" fmla="*/ 573537 w 1489902"/>
                      <a:gd name="connsiteY142" fmla="*/ 730571 h 1178478"/>
                      <a:gd name="connsiteX143" fmla="*/ 639975 w 1489902"/>
                      <a:gd name="connsiteY143" fmla="*/ 712805 h 1178478"/>
                      <a:gd name="connsiteX144" fmla="*/ 647276 w 1489902"/>
                      <a:gd name="connsiteY144" fmla="*/ 706356 h 1178478"/>
                      <a:gd name="connsiteX145" fmla="*/ 655185 w 1489902"/>
                      <a:gd name="connsiteY145" fmla="*/ 712075 h 1178478"/>
                      <a:gd name="connsiteX146" fmla="*/ 750218 w 1489902"/>
                      <a:gd name="connsiteY146" fmla="*/ 759774 h 1178478"/>
                      <a:gd name="connsiteX147" fmla="*/ 847563 w 1489902"/>
                      <a:gd name="connsiteY147" fmla="*/ 741035 h 1178478"/>
                      <a:gd name="connsiteX148" fmla="*/ 852430 w 1489902"/>
                      <a:gd name="connsiteY148" fmla="*/ 704531 h 1178478"/>
                      <a:gd name="connsiteX149" fmla="*/ 833083 w 1489902"/>
                      <a:gd name="connsiteY149" fmla="*/ 657927 h 1178478"/>
                      <a:gd name="connsiteX150" fmla="*/ 833083 w 1489902"/>
                      <a:gd name="connsiteY150" fmla="*/ 645759 h 1178478"/>
                      <a:gd name="connsiteX151" fmla="*/ 845251 w 1489902"/>
                      <a:gd name="connsiteY151" fmla="*/ 645759 h 1178478"/>
                      <a:gd name="connsiteX152" fmla="*/ 876523 w 1489902"/>
                      <a:gd name="connsiteY152" fmla="*/ 702097 h 1178478"/>
                      <a:gd name="connsiteX153" fmla="*/ 871656 w 1489902"/>
                      <a:gd name="connsiteY153" fmla="*/ 744321 h 1178478"/>
                      <a:gd name="connsiteX154" fmla="*/ 960118 w 1489902"/>
                      <a:gd name="connsiteY154" fmla="*/ 809299 h 1178478"/>
                      <a:gd name="connsiteX155" fmla="*/ 1054786 w 1489902"/>
                      <a:gd name="connsiteY155" fmla="*/ 794332 h 1178478"/>
                      <a:gd name="connsiteX156" fmla="*/ 1065859 w 1489902"/>
                      <a:gd name="connsiteY156" fmla="*/ 784962 h 1178478"/>
                      <a:gd name="connsiteX157" fmla="*/ 1065859 w 1489902"/>
                      <a:gd name="connsiteY157" fmla="*/ 785814 h 1178478"/>
                      <a:gd name="connsiteX158" fmla="*/ 1106258 w 1489902"/>
                      <a:gd name="connsiteY158" fmla="*/ 749310 h 1178478"/>
                      <a:gd name="connsiteX159" fmla="*/ 1120616 w 1489902"/>
                      <a:gd name="connsiteY159" fmla="*/ 726190 h 1178478"/>
                      <a:gd name="connsiteX160" fmla="*/ 1137895 w 1489902"/>
                      <a:gd name="connsiteY160" fmla="*/ 693215 h 1178478"/>
                      <a:gd name="connsiteX161" fmla="*/ 1137895 w 1489902"/>
                      <a:gd name="connsiteY161" fmla="*/ 693215 h 1178478"/>
                      <a:gd name="connsiteX162" fmla="*/ 1148663 w 1489902"/>
                      <a:gd name="connsiteY162" fmla="*/ 688043 h 1178478"/>
                      <a:gd name="connsiteX163" fmla="*/ 1153835 w 1489902"/>
                      <a:gd name="connsiteY163" fmla="*/ 698812 h 1178478"/>
                      <a:gd name="connsiteX164" fmla="*/ 1141667 w 1489902"/>
                      <a:gd name="connsiteY164" fmla="*/ 737263 h 1178478"/>
                      <a:gd name="connsiteX165" fmla="*/ 1114167 w 1489902"/>
                      <a:gd name="connsiteY165" fmla="*/ 785936 h 1178478"/>
                      <a:gd name="connsiteX166" fmla="*/ 1080096 w 1489902"/>
                      <a:gd name="connsiteY166" fmla="*/ 812219 h 1178478"/>
                      <a:gd name="connsiteX167" fmla="*/ 1139842 w 1489902"/>
                      <a:gd name="connsiteY167" fmla="*/ 871721 h 1178478"/>
                      <a:gd name="connsiteX168" fmla="*/ 1305815 w 1489902"/>
                      <a:gd name="connsiteY168" fmla="*/ 812462 h 1178478"/>
                      <a:gd name="connsiteX169" fmla="*/ 1305815 w 1489902"/>
                      <a:gd name="connsiteY169" fmla="*/ 812462 h 1178478"/>
                      <a:gd name="connsiteX170" fmla="*/ 1315549 w 1489902"/>
                      <a:gd name="connsiteY170" fmla="*/ 809542 h 1178478"/>
                      <a:gd name="connsiteX171" fmla="*/ 1320563 w 1489902"/>
                      <a:gd name="connsiteY171" fmla="*/ 820306 h 1178478"/>
                      <a:gd name="connsiteX172" fmla="*/ 1320538 w 1489902"/>
                      <a:gd name="connsiteY172" fmla="*/ 820372 h 1178478"/>
                      <a:gd name="connsiteX173" fmla="*/ 1286589 w 1489902"/>
                      <a:gd name="connsiteY173" fmla="*/ 874398 h 1178478"/>
                      <a:gd name="connsiteX174" fmla="*/ 1285859 w 1489902"/>
                      <a:gd name="connsiteY174" fmla="*/ 875371 h 1178478"/>
                      <a:gd name="connsiteX175" fmla="*/ 1284156 w 1489902"/>
                      <a:gd name="connsiteY175" fmla="*/ 876345 h 1178478"/>
                      <a:gd name="connsiteX176" fmla="*/ 1253127 w 1489902"/>
                      <a:gd name="connsiteY176" fmla="*/ 895449 h 1178478"/>
                      <a:gd name="connsiteX177" fmla="*/ 1260306 w 1489902"/>
                      <a:gd name="connsiteY177" fmla="*/ 958967 h 1178478"/>
                      <a:gd name="connsiteX178" fmla="*/ 1291578 w 1489902"/>
                      <a:gd name="connsiteY178" fmla="*/ 1015062 h 1178478"/>
                      <a:gd name="connsiteX179" fmla="*/ 1291578 w 1489902"/>
                      <a:gd name="connsiteY179" fmla="*/ 1015062 h 1178478"/>
                      <a:gd name="connsiteX180" fmla="*/ 1292552 w 1489902"/>
                      <a:gd name="connsiteY180" fmla="*/ 1027230 h 1178478"/>
                      <a:gd name="connsiteX181" fmla="*/ 1280749 w 1489902"/>
                      <a:gd name="connsiteY181" fmla="*/ 1028513 h 1178478"/>
                      <a:gd name="connsiteX182" fmla="*/ 1280383 w 1489902"/>
                      <a:gd name="connsiteY182" fmla="*/ 1028203 h 1178478"/>
                      <a:gd name="connsiteX183" fmla="*/ 1236578 w 1489902"/>
                      <a:gd name="connsiteY183" fmla="*/ 964442 h 1178478"/>
                      <a:gd name="connsiteX184" fmla="*/ 1229034 w 1489902"/>
                      <a:gd name="connsiteY184" fmla="*/ 901776 h 1178478"/>
                      <a:gd name="connsiteX185" fmla="*/ 1129255 w 1489902"/>
                      <a:gd name="connsiteY185" fmla="*/ 893745 h 1178478"/>
                      <a:gd name="connsiteX186" fmla="*/ 1056247 w 1489902"/>
                      <a:gd name="connsiteY186" fmla="*/ 821467 h 1178478"/>
                      <a:gd name="connsiteX187" fmla="*/ 943691 w 1489902"/>
                      <a:gd name="connsiteY187" fmla="*/ 829133 h 1178478"/>
                      <a:gd name="connsiteX188" fmla="*/ 854499 w 1489902"/>
                      <a:gd name="connsiteY188" fmla="*/ 764520 h 1178478"/>
                      <a:gd name="connsiteX189" fmla="*/ 741457 w 1489902"/>
                      <a:gd name="connsiteY189" fmla="*/ 783624 h 1178478"/>
                      <a:gd name="connsiteX190" fmla="*/ 648736 w 1489902"/>
                      <a:gd name="connsiteY190" fmla="*/ 736290 h 1178478"/>
                      <a:gd name="connsiteX191" fmla="*/ 569643 w 1489902"/>
                      <a:gd name="connsiteY191" fmla="*/ 754055 h 1178478"/>
                      <a:gd name="connsiteX192" fmla="*/ 502840 w 1489902"/>
                      <a:gd name="connsiteY192" fmla="*/ 719133 h 1178478"/>
                      <a:gd name="connsiteX193" fmla="*/ 467918 w 1489902"/>
                      <a:gd name="connsiteY193" fmla="*/ 739575 h 1178478"/>
                      <a:gd name="connsiteX194" fmla="*/ 424112 w 1489902"/>
                      <a:gd name="connsiteY194" fmla="*/ 799321 h 1178478"/>
                      <a:gd name="connsiteX195" fmla="*/ 416933 w 1489902"/>
                      <a:gd name="connsiteY195" fmla="*/ 806257 h 1178478"/>
                      <a:gd name="connsiteX196" fmla="*/ 414500 w 1489902"/>
                      <a:gd name="connsiteY196" fmla="*/ 806257 h 1178478"/>
                      <a:gd name="connsiteX197" fmla="*/ 407442 w 1489902"/>
                      <a:gd name="connsiteY197" fmla="*/ 797130 h 11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489902" h="1178478">
                        <a:moveTo>
                          <a:pt x="28283" y="962252"/>
                        </a:moveTo>
                        <a:cubicBezTo>
                          <a:pt x="52452" y="984124"/>
                          <a:pt x="80926" y="1000703"/>
                          <a:pt x="111878" y="1010924"/>
                        </a:cubicBezTo>
                        <a:cubicBezTo>
                          <a:pt x="107937" y="976315"/>
                          <a:pt x="115051" y="941345"/>
                          <a:pt x="132199" y="911024"/>
                        </a:cubicBezTo>
                        <a:cubicBezTo>
                          <a:pt x="150057" y="879885"/>
                          <a:pt x="179488" y="857057"/>
                          <a:pt x="214091" y="847506"/>
                        </a:cubicBezTo>
                        <a:cubicBezTo>
                          <a:pt x="210319" y="845073"/>
                          <a:pt x="206546" y="842396"/>
                          <a:pt x="201923" y="839476"/>
                        </a:cubicBezTo>
                        <a:cubicBezTo>
                          <a:pt x="176126" y="820128"/>
                          <a:pt x="165418" y="772794"/>
                          <a:pt x="165418" y="771212"/>
                        </a:cubicBezTo>
                        <a:cubicBezTo>
                          <a:pt x="164041" y="766777"/>
                          <a:pt x="166519" y="762064"/>
                          <a:pt x="170955" y="760687"/>
                        </a:cubicBezTo>
                        <a:cubicBezTo>
                          <a:pt x="175390" y="759310"/>
                          <a:pt x="180103" y="761788"/>
                          <a:pt x="181480" y="766223"/>
                        </a:cubicBezTo>
                        <a:cubicBezTo>
                          <a:pt x="189522" y="786629"/>
                          <a:pt x="201989" y="804998"/>
                          <a:pt x="217984" y="820007"/>
                        </a:cubicBezTo>
                        <a:cubicBezTo>
                          <a:pt x="230297" y="829333"/>
                          <a:pt x="243136" y="837947"/>
                          <a:pt x="256436" y="845803"/>
                        </a:cubicBezTo>
                        <a:cubicBezTo>
                          <a:pt x="310097" y="855416"/>
                          <a:pt x="333338" y="885349"/>
                          <a:pt x="343438" y="908590"/>
                        </a:cubicBezTo>
                        <a:cubicBezTo>
                          <a:pt x="358161" y="891920"/>
                          <a:pt x="385418" y="872816"/>
                          <a:pt x="434334" y="868922"/>
                        </a:cubicBezTo>
                        <a:cubicBezTo>
                          <a:pt x="512331" y="861865"/>
                          <a:pt x="623426" y="890582"/>
                          <a:pt x="639975" y="894475"/>
                        </a:cubicBezTo>
                        <a:cubicBezTo>
                          <a:pt x="651413" y="894475"/>
                          <a:pt x="711159" y="893380"/>
                          <a:pt x="747541" y="905792"/>
                        </a:cubicBezTo>
                        <a:cubicBezTo>
                          <a:pt x="766528" y="913061"/>
                          <a:pt x="784953" y="921724"/>
                          <a:pt x="802663" y="931710"/>
                        </a:cubicBezTo>
                        <a:cubicBezTo>
                          <a:pt x="821650" y="943262"/>
                          <a:pt x="842117" y="952185"/>
                          <a:pt x="863504" y="958236"/>
                        </a:cubicBezTo>
                        <a:cubicBezTo>
                          <a:pt x="875111" y="959844"/>
                          <a:pt x="886838" y="960414"/>
                          <a:pt x="898548" y="959940"/>
                        </a:cubicBezTo>
                        <a:cubicBezTo>
                          <a:pt x="920697" y="958769"/>
                          <a:pt x="942875" y="961614"/>
                          <a:pt x="964012" y="968336"/>
                        </a:cubicBezTo>
                        <a:cubicBezTo>
                          <a:pt x="981132" y="975183"/>
                          <a:pt x="996724" y="985357"/>
                          <a:pt x="1009886" y="998269"/>
                        </a:cubicBezTo>
                        <a:cubicBezTo>
                          <a:pt x="1025705" y="1012020"/>
                          <a:pt x="1046390" y="1027230"/>
                          <a:pt x="1058559" y="1027230"/>
                        </a:cubicBezTo>
                        <a:cubicBezTo>
                          <a:pt x="1063196" y="1026894"/>
                          <a:pt x="1067227" y="1030380"/>
                          <a:pt x="1067563" y="1035017"/>
                        </a:cubicBezTo>
                        <a:cubicBezTo>
                          <a:pt x="1067899" y="1039654"/>
                          <a:pt x="1064413" y="1043686"/>
                          <a:pt x="1059775" y="1044022"/>
                        </a:cubicBezTo>
                        <a:lnTo>
                          <a:pt x="1058559" y="1044022"/>
                        </a:lnTo>
                        <a:cubicBezTo>
                          <a:pt x="1034542" y="1041840"/>
                          <a:pt x="1011816" y="1032180"/>
                          <a:pt x="993581" y="1016400"/>
                        </a:cubicBezTo>
                        <a:cubicBezTo>
                          <a:pt x="982790" y="1005982"/>
                          <a:pt x="970167" y="997649"/>
                          <a:pt x="956346" y="991820"/>
                        </a:cubicBezTo>
                        <a:cubicBezTo>
                          <a:pt x="937734" y="986068"/>
                          <a:pt x="918237" y="983719"/>
                          <a:pt x="898791" y="984885"/>
                        </a:cubicBezTo>
                        <a:cubicBezTo>
                          <a:pt x="885479" y="985180"/>
                          <a:pt x="872166" y="984325"/>
                          <a:pt x="859001" y="982329"/>
                        </a:cubicBezTo>
                        <a:cubicBezTo>
                          <a:pt x="834885" y="976153"/>
                          <a:pt x="811834" y="966390"/>
                          <a:pt x="790616" y="953369"/>
                        </a:cubicBezTo>
                        <a:cubicBezTo>
                          <a:pt x="774041" y="943998"/>
                          <a:pt x="756796" y="935865"/>
                          <a:pt x="739024" y="929033"/>
                        </a:cubicBezTo>
                        <a:cubicBezTo>
                          <a:pt x="703614" y="916865"/>
                          <a:pt x="638880" y="919055"/>
                          <a:pt x="638150" y="919055"/>
                        </a:cubicBezTo>
                        <a:lnTo>
                          <a:pt x="636325" y="919055"/>
                        </a:lnTo>
                        <a:lnTo>
                          <a:pt x="634621" y="919055"/>
                        </a:lnTo>
                        <a:cubicBezTo>
                          <a:pt x="633404" y="919055"/>
                          <a:pt x="514400" y="886323"/>
                          <a:pt x="436281" y="892772"/>
                        </a:cubicBezTo>
                        <a:cubicBezTo>
                          <a:pt x="365097" y="898613"/>
                          <a:pt x="351104" y="940106"/>
                          <a:pt x="350495" y="941444"/>
                        </a:cubicBezTo>
                        <a:cubicBezTo>
                          <a:pt x="348822" y="947099"/>
                          <a:pt x="343336" y="950738"/>
                          <a:pt x="337475" y="950084"/>
                        </a:cubicBezTo>
                        <a:cubicBezTo>
                          <a:pt x="331379" y="949284"/>
                          <a:pt x="326837" y="944064"/>
                          <a:pt x="326889" y="937916"/>
                        </a:cubicBezTo>
                        <a:lnTo>
                          <a:pt x="326889" y="937916"/>
                        </a:lnTo>
                        <a:lnTo>
                          <a:pt x="326889" y="937064"/>
                        </a:lnTo>
                        <a:cubicBezTo>
                          <a:pt x="326281" y="930250"/>
                          <a:pt x="319467" y="879752"/>
                          <a:pt x="250230" y="868192"/>
                        </a:cubicBezTo>
                        <a:lnTo>
                          <a:pt x="250230" y="868192"/>
                        </a:lnTo>
                        <a:cubicBezTo>
                          <a:pt x="222000" y="863568"/>
                          <a:pt x="191336" y="876102"/>
                          <a:pt x="163471" y="906279"/>
                        </a:cubicBezTo>
                        <a:cubicBezTo>
                          <a:pt x="113217" y="961035"/>
                          <a:pt x="128914" y="1032219"/>
                          <a:pt x="187077" y="1058502"/>
                        </a:cubicBezTo>
                        <a:cubicBezTo>
                          <a:pt x="222749" y="1075195"/>
                          <a:pt x="263532" y="1077291"/>
                          <a:pt x="300728" y="1064342"/>
                        </a:cubicBezTo>
                        <a:cubicBezTo>
                          <a:pt x="320918" y="1055957"/>
                          <a:pt x="339808" y="1044731"/>
                          <a:pt x="356823" y="1031002"/>
                        </a:cubicBezTo>
                        <a:cubicBezTo>
                          <a:pt x="360249" y="1027608"/>
                          <a:pt x="365355" y="1026558"/>
                          <a:pt x="369843" y="1028325"/>
                        </a:cubicBezTo>
                        <a:cubicBezTo>
                          <a:pt x="436075" y="1050619"/>
                          <a:pt x="505073" y="1063642"/>
                          <a:pt x="574876" y="1067019"/>
                        </a:cubicBezTo>
                        <a:cubicBezTo>
                          <a:pt x="642142" y="1067154"/>
                          <a:pt x="709343" y="1071217"/>
                          <a:pt x="776136" y="1079188"/>
                        </a:cubicBezTo>
                        <a:cubicBezTo>
                          <a:pt x="801809" y="1082716"/>
                          <a:pt x="827216" y="1087960"/>
                          <a:pt x="852187" y="1094884"/>
                        </a:cubicBezTo>
                        <a:cubicBezTo>
                          <a:pt x="860218" y="1097075"/>
                          <a:pt x="887231" y="1106079"/>
                          <a:pt x="887231" y="1106079"/>
                        </a:cubicBezTo>
                        <a:cubicBezTo>
                          <a:pt x="973503" y="1135648"/>
                          <a:pt x="1118426" y="1183103"/>
                          <a:pt x="1216501" y="1178114"/>
                        </a:cubicBezTo>
                        <a:cubicBezTo>
                          <a:pt x="1322485" y="1172882"/>
                          <a:pt x="1373348" y="1148667"/>
                          <a:pt x="1415936" y="1114597"/>
                        </a:cubicBezTo>
                        <a:cubicBezTo>
                          <a:pt x="1484966" y="1054032"/>
                          <a:pt x="1508451" y="956597"/>
                          <a:pt x="1474587" y="871234"/>
                        </a:cubicBezTo>
                        <a:cubicBezTo>
                          <a:pt x="1456578" y="823292"/>
                          <a:pt x="1398901" y="706843"/>
                          <a:pt x="1277828" y="650626"/>
                        </a:cubicBezTo>
                        <a:cubicBezTo>
                          <a:pt x="1169897" y="600494"/>
                          <a:pt x="972895" y="600250"/>
                          <a:pt x="971800" y="600250"/>
                        </a:cubicBezTo>
                        <a:cubicBezTo>
                          <a:pt x="909506" y="601083"/>
                          <a:pt x="847278" y="595866"/>
                          <a:pt x="785993" y="584675"/>
                        </a:cubicBezTo>
                        <a:cubicBezTo>
                          <a:pt x="727998" y="574526"/>
                          <a:pt x="674756" y="546136"/>
                          <a:pt x="634013" y="503635"/>
                        </a:cubicBezTo>
                        <a:cubicBezTo>
                          <a:pt x="630653" y="500440"/>
                          <a:pt x="630519" y="495125"/>
                          <a:pt x="633715" y="491765"/>
                        </a:cubicBezTo>
                        <a:cubicBezTo>
                          <a:pt x="633812" y="491663"/>
                          <a:pt x="633910" y="491565"/>
                          <a:pt x="634013" y="491467"/>
                        </a:cubicBezTo>
                        <a:cubicBezTo>
                          <a:pt x="637208" y="488108"/>
                          <a:pt x="642523" y="487974"/>
                          <a:pt x="645883" y="491169"/>
                        </a:cubicBezTo>
                        <a:cubicBezTo>
                          <a:pt x="645985" y="491266"/>
                          <a:pt x="646083" y="491365"/>
                          <a:pt x="646181" y="491467"/>
                        </a:cubicBezTo>
                        <a:cubicBezTo>
                          <a:pt x="646181" y="491467"/>
                          <a:pt x="660904" y="502175"/>
                          <a:pt x="683415" y="515804"/>
                        </a:cubicBezTo>
                        <a:cubicBezTo>
                          <a:pt x="709189" y="532549"/>
                          <a:pt x="742260" y="533116"/>
                          <a:pt x="768592" y="517264"/>
                        </a:cubicBezTo>
                        <a:cubicBezTo>
                          <a:pt x="792077" y="504122"/>
                          <a:pt x="819090" y="436224"/>
                          <a:pt x="830650" y="395582"/>
                        </a:cubicBezTo>
                        <a:cubicBezTo>
                          <a:pt x="840716" y="333246"/>
                          <a:pt x="844791" y="270089"/>
                          <a:pt x="842818" y="206977"/>
                        </a:cubicBezTo>
                        <a:lnTo>
                          <a:pt x="842818" y="206977"/>
                        </a:lnTo>
                        <a:cubicBezTo>
                          <a:pt x="842088" y="198094"/>
                          <a:pt x="841236" y="189698"/>
                          <a:pt x="839897" y="181667"/>
                        </a:cubicBezTo>
                        <a:cubicBezTo>
                          <a:pt x="827729" y="104034"/>
                          <a:pt x="773459" y="18857"/>
                          <a:pt x="680617" y="3526"/>
                        </a:cubicBezTo>
                        <a:cubicBezTo>
                          <a:pt x="597951" y="-10343"/>
                          <a:pt x="513740" y="17212"/>
                          <a:pt x="455263" y="77264"/>
                        </a:cubicBezTo>
                        <a:cubicBezTo>
                          <a:pt x="455263" y="77264"/>
                          <a:pt x="455263" y="77264"/>
                          <a:pt x="454411" y="77995"/>
                        </a:cubicBezTo>
                        <a:lnTo>
                          <a:pt x="452343" y="79698"/>
                        </a:lnTo>
                        <a:lnTo>
                          <a:pt x="450639" y="80550"/>
                        </a:lnTo>
                        <a:lnTo>
                          <a:pt x="449666" y="80550"/>
                        </a:lnTo>
                        <a:cubicBezTo>
                          <a:pt x="448205" y="80550"/>
                          <a:pt x="304865" y="125937"/>
                          <a:pt x="257409" y="184101"/>
                        </a:cubicBezTo>
                        <a:lnTo>
                          <a:pt x="255827" y="186169"/>
                        </a:lnTo>
                        <a:cubicBezTo>
                          <a:pt x="262641" y="183249"/>
                          <a:pt x="269942" y="180450"/>
                          <a:pt x="277608" y="177895"/>
                        </a:cubicBezTo>
                        <a:lnTo>
                          <a:pt x="281137" y="176678"/>
                        </a:lnTo>
                        <a:cubicBezTo>
                          <a:pt x="287464" y="174609"/>
                          <a:pt x="293914" y="172663"/>
                          <a:pt x="300728" y="170837"/>
                        </a:cubicBezTo>
                        <a:cubicBezTo>
                          <a:pt x="341381" y="160122"/>
                          <a:pt x="384410" y="162854"/>
                          <a:pt x="423382" y="178625"/>
                        </a:cubicBezTo>
                        <a:cubicBezTo>
                          <a:pt x="424749" y="162160"/>
                          <a:pt x="428015" y="145910"/>
                          <a:pt x="433117" y="130196"/>
                        </a:cubicBezTo>
                        <a:cubicBezTo>
                          <a:pt x="447475" y="88094"/>
                          <a:pt x="534842" y="57795"/>
                          <a:pt x="541292" y="55362"/>
                        </a:cubicBezTo>
                        <a:cubicBezTo>
                          <a:pt x="545830" y="54125"/>
                          <a:pt x="550513" y="56802"/>
                          <a:pt x="551749" y="61341"/>
                        </a:cubicBezTo>
                        <a:cubicBezTo>
                          <a:pt x="552812" y="65243"/>
                          <a:pt x="550985" y="69355"/>
                          <a:pt x="547376" y="71180"/>
                        </a:cubicBezTo>
                        <a:cubicBezTo>
                          <a:pt x="525595" y="79455"/>
                          <a:pt x="464024" y="114256"/>
                          <a:pt x="455993" y="137983"/>
                        </a:cubicBezTo>
                        <a:cubicBezTo>
                          <a:pt x="448951" y="157483"/>
                          <a:pt x="445488" y="178094"/>
                          <a:pt x="445772" y="198824"/>
                        </a:cubicBezTo>
                        <a:lnTo>
                          <a:pt x="447597" y="221943"/>
                        </a:lnTo>
                        <a:lnTo>
                          <a:pt x="427641" y="209775"/>
                        </a:lnTo>
                        <a:cubicBezTo>
                          <a:pt x="390163" y="190348"/>
                          <a:pt x="346828" y="185450"/>
                          <a:pt x="305960" y="196025"/>
                        </a:cubicBezTo>
                        <a:cubicBezTo>
                          <a:pt x="241560" y="212271"/>
                          <a:pt x="190255" y="260857"/>
                          <a:pt x="170529" y="324277"/>
                        </a:cubicBezTo>
                        <a:cubicBezTo>
                          <a:pt x="155197" y="373680"/>
                          <a:pt x="134024" y="423204"/>
                          <a:pt x="152642" y="473824"/>
                        </a:cubicBezTo>
                        <a:cubicBezTo>
                          <a:pt x="173571" y="532474"/>
                          <a:pt x="242686" y="569587"/>
                          <a:pt x="243416" y="569952"/>
                        </a:cubicBezTo>
                        <a:lnTo>
                          <a:pt x="249743" y="573359"/>
                        </a:lnTo>
                        <a:lnTo>
                          <a:pt x="249743" y="580416"/>
                        </a:lnTo>
                        <a:cubicBezTo>
                          <a:pt x="251522" y="626429"/>
                          <a:pt x="261494" y="671755"/>
                          <a:pt x="279190" y="714266"/>
                        </a:cubicBezTo>
                        <a:cubicBezTo>
                          <a:pt x="295983" y="749703"/>
                          <a:pt x="327399" y="776053"/>
                          <a:pt x="365219" y="786423"/>
                        </a:cubicBezTo>
                        <a:cubicBezTo>
                          <a:pt x="369784" y="787168"/>
                          <a:pt x="372886" y="791467"/>
                          <a:pt x="372155" y="796035"/>
                        </a:cubicBezTo>
                        <a:cubicBezTo>
                          <a:pt x="371557" y="799702"/>
                          <a:pt x="368651" y="802557"/>
                          <a:pt x="364975" y="803093"/>
                        </a:cubicBezTo>
                        <a:cubicBezTo>
                          <a:pt x="364128" y="803215"/>
                          <a:pt x="363267" y="803215"/>
                          <a:pt x="362420" y="803093"/>
                        </a:cubicBezTo>
                        <a:cubicBezTo>
                          <a:pt x="316457" y="795881"/>
                          <a:pt x="277092" y="766278"/>
                          <a:pt x="257409" y="724122"/>
                        </a:cubicBezTo>
                        <a:cubicBezTo>
                          <a:pt x="239086" y="680881"/>
                          <a:pt x="228542" y="634746"/>
                          <a:pt x="226259" y="587839"/>
                        </a:cubicBezTo>
                        <a:cubicBezTo>
                          <a:pt x="218884" y="583458"/>
                          <a:pt x="211736" y="578707"/>
                          <a:pt x="204843" y="573602"/>
                        </a:cubicBezTo>
                        <a:cubicBezTo>
                          <a:pt x="192675" y="583215"/>
                          <a:pt x="148748" y="619233"/>
                          <a:pt x="137066" y="658779"/>
                        </a:cubicBezTo>
                        <a:cubicBezTo>
                          <a:pt x="125847" y="703330"/>
                          <a:pt x="117314" y="748514"/>
                          <a:pt x="111513" y="794088"/>
                        </a:cubicBezTo>
                        <a:cubicBezTo>
                          <a:pt x="111157" y="797963"/>
                          <a:pt x="108187" y="801085"/>
                          <a:pt x="104334" y="801633"/>
                        </a:cubicBezTo>
                        <a:lnTo>
                          <a:pt x="102144" y="801633"/>
                        </a:lnTo>
                        <a:cubicBezTo>
                          <a:pt x="97480" y="801184"/>
                          <a:pt x="94055" y="797051"/>
                          <a:pt x="94478" y="792385"/>
                        </a:cubicBezTo>
                        <a:cubicBezTo>
                          <a:pt x="96066" y="750767"/>
                          <a:pt x="100989" y="709344"/>
                          <a:pt x="109201" y="668513"/>
                        </a:cubicBezTo>
                        <a:cubicBezTo>
                          <a:pt x="92086" y="667366"/>
                          <a:pt x="75449" y="662375"/>
                          <a:pt x="60529" y="653912"/>
                        </a:cubicBezTo>
                        <a:cubicBezTo>
                          <a:pt x="43737" y="687617"/>
                          <a:pt x="-1772" y="787153"/>
                          <a:pt x="53" y="839476"/>
                        </a:cubicBezTo>
                        <a:cubicBezTo>
                          <a:pt x="1879" y="891798"/>
                          <a:pt x="8206" y="935482"/>
                          <a:pt x="28283" y="962252"/>
                        </a:cubicBezTo>
                        <a:close/>
                        <a:moveTo>
                          <a:pt x="552243" y="202839"/>
                        </a:moveTo>
                        <a:cubicBezTo>
                          <a:pt x="417177" y="241899"/>
                          <a:pt x="427398" y="367231"/>
                          <a:pt x="427885" y="371246"/>
                        </a:cubicBezTo>
                        <a:cubicBezTo>
                          <a:pt x="428465" y="375835"/>
                          <a:pt x="425278" y="380047"/>
                          <a:pt x="420705" y="380737"/>
                        </a:cubicBezTo>
                        <a:lnTo>
                          <a:pt x="420705" y="380737"/>
                        </a:lnTo>
                        <a:cubicBezTo>
                          <a:pt x="416077" y="381313"/>
                          <a:pt x="411845" y="378058"/>
                          <a:pt x="411214" y="373437"/>
                        </a:cubicBezTo>
                        <a:cubicBezTo>
                          <a:pt x="411214" y="372341"/>
                          <a:pt x="390407" y="224864"/>
                          <a:pt x="545794" y="180085"/>
                        </a:cubicBezTo>
                        <a:cubicBezTo>
                          <a:pt x="586679" y="167917"/>
                          <a:pt x="630971" y="191401"/>
                          <a:pt x="661999" y="213669"/>
                        </a:cubicBezTo>
                        <a:cubicBezTo>
                          <a:pt x="657254" y="201501"/>
                          <a:pt x="652265" y="187264"/>
                          <a:pt x="648006" y="173393"/>
                        </a:cubicBezTo>
                        <a:cubicBezTo>
                          <a:pt x="634013" y="128127"/>
                          <a:pt x="652995" y="74709"/>
                          <a:pt x="653482" y="73127"/>
                        </a:cubicBezTo>
                        <a:cubicBezTo>
                          <a:pt x="654826" y="68658"/>
                          <a:pt x="659538" y="66125"/>
                          <a:pt x="664007" y="67469"/>
                        </a:cubicBezTo>
                        <a:cubicBezTo>
                          <a:pt x="668476" y="68814"/>
                          <a:pt x="671010" y="73525"/>
                          <a:pt x="669665" y="77995"/>
                        </a:cubicBezTo>
                        <a:cubicBezTo>
                          <a:pt x="663762" y="107155"/>
                          <a:pt x="664219" y="137246"/>
                          <a:pt x="671004" y="166213"/>
                        </a:cubicBezTo>
                        <a:cubicBezTo>
                          <a:pt x="680255" y="194520"/>
                          <a:pt x="690936" y="222340"/>
                          <a:pt x="703006" y="249565"/>
                        </a:cubicBezTo>
                        <a:cubicBezTo>
                          <a:pt x="705461" y="255821"/>
                          <a:pt x="702380" y="262882"/>
                          <a:pt x="696125" y="265337"/>
                        </a:cubicBezTo>
                        <a:cubicBezTo>
                          <a:pt x="691724" y="267065"/>
                          <a:pt x="686720" y="266087"/>
                          <a:pt x="683294" y="262828"/>
                        </a:cubicBezTo>
                        <a:cubicBezTo>
                          <a:pt x="662851" y="241899"/>
                          <a:pt x="599455" y="188724"/>
                          <a:pt x="552243" y="202839"/>
                        </a:cubicBezTo>
                        <a:close/>
                        <a:moveTo>
                          <a:pt x="407442" y="797130"/>
                        </a:moveTo>
                        <a:cubicBezTo>
                          <a:pt x="412379" y="767325"/>
                          <a:pt x="428368" y="740473"/>
                          <a:pt x="452221" y="721931"/>
                        </a:cubicBezTo>
                        <a:cubicBezTo>
                          <a:pt x="461150" y="713763"/>
                          <a:pt x="471086" y="706770"/>
                          <a:pt x="481789" y="701124"/>
                        </a:cubicBezTo>
                        <a:cubicBezTo>
                          <a:pt x="476557" y="696257"/>
                          <a:pt x="395761" y="654277"/>
                          <a:pt x="345628" y="590029"/>
                        </a:cubicBezTo>
                        <a:cubicBezTo>
                          <a:pt x="314439" y="546887"/>
                          <a:pt x="290932" y="498682"/>
                          <a:pt x="276148" y="447540"/>
                        </a:cubicBezTo>
                        <a:cubicBezTo>
                          <a:pt x="261240" y="439137"/>
                          <a:pt x="244571" y="434344"/>
                          <a:pt x="227476" y="433547"/>
                        </a:cubicBezTo>
                        <a:cubicBezTo>
                          <a:pt x="206790" y="434642"/>
                          <a:pt x="212752" y="446567"/>
                          <a:pt x="197299" y="450826"/>
                        </a:cubicBezTo>
                        <a:cubicBezTo>
                          <a:pt x="192796" y="452043"/>
                          <a:pt x="189511" y="445715"/>
                          <a:pt x="190363" y="441091"/>
                        </a:cubicBezTo>
                        <a:cubicBezTo>
                          <a:pt x="194891" y="418707"/>
                          <a:pt x="216612" y="404155"/>
                          <a:pt x="239035" y="408481"/>
                        </a:cubicBezTo>
                        <a:cubicBezTo>
                          <a:pt x="249159" y="411172"/>
                          <a:pt x="258984" y="414882"/>
                          <a:pt x="268360" y="419554"/>
                        </a:cubicBezTo>
                        <a:cubicBezTo>
                          <a:pt x="258200" y="386200"/>
                          <a:pt x="258200" y="350575"/>
                          <a:pt x="268360" y="317220"/>
                        </a:cubicBezTo>
                        <a:cubicBezTo>
                          <a:pt x="278751" y="283805"/>
                          <a:pt x="300208" y="254923"/>
                          <a:pt x="329201" y="235328"/>
                        </a:cubicBezTo>
                        <a:cubicBezTo>
                          <a:pt x="332998" y="232640"/>
                          <a:pt x="338255" y="233540"/>
                          <a:pt x="340943" y="237336"/>
                        </a:cubicBezTo>
                        <a:cubicBezTo>
                          <a:pt x="343631" y="241133"/>
                          <a:pt x="342732" y="246390"/>
                          <a:pt x="338936" y="249078"/>
                        </a:cubicBezTo>
                        <a:cubicBezTo>
                          <a:pt x="316975" y="269533"/>
                          <a:pt x="300741" y="295372"/>
                          <a:pt x="291845" y="324034"/>
                        </a:cubicBezTo>
                        <a:cubicBezTo>
                          <a:pt x="282713" y="353976"/>
                          <a:pt x="282713" y="385961"/>
                          <a:pt x="291845" y="415903"/>
                        </a:cubicBezTo>
                        <a:cubicBezTo>
                          <a:pt x="292453" y="418094"/>
                          <a:pt x="313626" y="511788"/>
                          <a:pt x="366557" y="577496"/>
                        </a:cubicBezTo>
                        <a:cubicBezTo>
                          <a:pt x="437862" y="664741"/>
                          <a:pt x="554798" y="727407"/>
                          <a:pt x="573537" y="730571"/>
                        </a:cubicBezTo>
                        <a:cubicBezTo>
                          <a:pt x="597196" y="734250"/>
                          <a:pt x="621310" y="727801"/>
                          <a:pt x="639975" y="712805"/>
                        </a:cubicBezTo>
                        <a:lnTo>
                          <a:pt x="647276" y="706356"/>
                        </a:lnTo>
                        <a:lnTo>
                          <a:pt x="655185" y="712075"/>
                        </a:lnTo>
                        <a:cubicBezTo>
                          <a:pt x="684389" y="732490"/>
                          <a:pt x="716399" y="748557"/>
                          <a:pt x="750218" y="759774"/>
                        </a:cubicBezTo>
                        <a:cubicBezTo>
                          <a:pt x="789156" y="771334"/>
                          <a:pt x="835395" y="747606"/>
                          <a:pt x="847563" y="741035"/>
                        </a:cubicBezTo>
                        <a:cubicBezTo>
                          <a:pt x="851936" y="729394"/>
                          <a:pt x="853601" y="716911"/>
                          <a:pt x="852430" y="704531"/>
                        </a:cubicBezTo>
                        <a:cubicBezTo>
                          <a:pt x="849662" y="687712"/>
                          <a:pt x="843040" y="671761"/>
                          <a:pt x="833083" y="657927"/>
                        </a:cubicBezTo>
                        <a:cubicBezTo>
                          <a:pt x="829724" y="654568"/>
                          <a:pt x="829724" y="649119"/>
                          <a:pt x="833083" y="645759"/>
                        </a:cubicBezTo>
                        <a:cubicBezTo>
                          <a:pt x="836443" y="642399"/>
                          <a:pt x="841892" y="642399"/>
                          <a:pt x="845251" y="645759"/>
                        </a:cubicBezTo>
                        <a:cubicBezTo>
                          <a:pt x="845981" y="646489"/>
                          <a:pt x="874090" y="671190"/>
                          <a:pt x="876523" y="702097"/>
                        </a:cubicBezTo>
                        <a:cubicBezTo>
                          <a:pt x="877722" y="716356"/>
                          <a:pt x="876067" y="730710"/>
                          <a:pt x="871656" y="744321"/>
                        </a:cubicBezTo>
                        <a:lnTo>
                          <a:pt x="960118" y="809299"/>
                        </a:lnTo>
                        <a:cubicBezTo>
                          <a:pt x="999665" y="838015"/>
                          <a:pt x="1054178" y="794819"/>
                          <a:pt x="1054786" y="794332"/>
                        </a:cubicBezTo>
                        <a:lnTo>
                          <a:pt x="1065859" y="784962"/>
                        </a:lnTo>
                        <a:lnTo>
                          <a:pt x="1065859" y="785814"/>
                        </a:lnTo>
                        <a:cubicBezTo>
                          <a:pt x="1080376" y="774862"/>
                          <a:pt x="1093895" y="762645"/>
                          <a:pt x="1106258" y="749310"/>
                        </a:cubicBezTo>
                        <a:cubicBezTo>
                          <a:pt x="1112051" y="742277"/>
                          <a:pt x="1116879" y="734501"/>
                          <a:pt x="1120616" y="726190"/>
                        </a:cubicBezTo>
                        <a:cubicBezTo>
                          <a:pt x="1125970" y="714022"/>
                          <a:pt x="1135461" y="699664"/>
                          <a:pt x="1137895" y="693215"/>
                        </a:cubicBezTo>
                        <a:lnTo>
                          <a:pt x="1137895" y="693215"/>
                        </a:lnTo>
                        <a:cubicBezTo>
                          <a:pt x="1139440" y="688814"/>
                          <a:pt x="1144259" y="686498"/>
                          <a:pt x="1148663" y="688043"/>
                        </a:cubicBezTo>
                        <a:cubicBezTo>
                          <a:pt x="1153068" y="689589"/>
                          <a:pt x="1155380" y="694411"/>
                          <a:pt x="1153835" y="698812"/>
                        </a:cubicBezTo>
                        <a:cubicBezTo>
                          <a:pt x="1151353" y="712074"/>
                          <a:pt x="1147264" y="724984"/>
                          <a:pt x="1141667" y="737263"/>
                        </a:cubicBezTo>
                        <a:cubicBezTo>
                          <a:pt x="1134691" y="754631"/>
                          <a:pt x="1125443" y="770998"/>
                          <a:pt x="1114167" y="785936"/>
                        </a:cubicBezTo>
                        <a:cubicBezTo>
                          <a:pt x="1104676" y="796881"/>
                          <a:pt x="1093092" y="805817"/>
                          <a:pt x="1080096" y="812219"/>
                        </a:cubicBezTo>
                        <a:cubicBezTo>
                          <a:pt x="1091412" y="829741"/>
                          <a:pt x="1111733" y="862960"/>
                          <a:pt x="1139842" y="871721"/>
                        </a:cubicBezTo>
                        <a:cubicBezTo>
                          <a:pt x="1202215" y="894164"/>
                          <a:pt x="1271756" y="869336"/>
                          <a:pt x="1305815" y="812462"/>
                        </a:cubicBezTo>
                        <a:lnTo>
                          <a:pt x="1305815" y="812462"/>
                        </a:lnTo>
                        <a:cubicBezTo>
                          <a:pt x="1307981" y="809337"/>
                          <a:pt x="1312021" y="808127"/>
                          <a:pt x="1315549" y="809542"/>
                        </a:cubicBezTo>
                        <a:cubicBezTo>
                          <a:pt x="1319905" y="811130"/>
                          <a:pt x="1322157" y="815948"/>
                          <a:pt x="1320563" y="820306"/>
                        </a:cubicBezTo>
                        <a:cubicBezTo>
                          <a:pt x="1320550" y="820328"/>
                          <a:pt x="1320550" y="820350"/>
                          <a:pt x="1320538" y="820372"/>
                        </a:cubicBezTo>
                        <a:cubicBezTo>
                          <a:pt x="1314491" y="841199"/>
                          <a:pt x="1302724" y="859914"/>
                          <a:pt x="1286589" y="874398"/>
                        </a:cubicBezTo>
                        <a:lnTo>
                          <a:pt x="1285859" y="875371"/>
                        </a:lnTo>
                        <a:lnTo>
                          <a:pt x="1284156" y="876345"/>
                        </a:lnTo>
                        <a:cubicBezTo>
                          <a:pt x="1274689" y="884033"/>
                          <a:pt x="1264261" y="890454"/>
                          <a:pt x="1253127" y="895449"/>
                        </a:cubicBezTo>
                        <a:cubicBezTo>
                          <a:pt x="1253784" y="916782"/>
                          <a:pt x="1256181" y="938025"/>
                          <a:pt x="1260306" y="958967"/>
                        </a:cubicBezTo>
                        <a:cubicBezTo>
                          <a:pt x="1266183" y="979859"/>
                          <a:pt x="1276903" y="999075"/>
                          <a:pt x="1291578" y="1015062"/>
                        </a:cubicBezTo>
                        <a:lnTo>
                          <a:pt x="1291578" y="1015062"/>
                        </a:lnTo>
                        <a:cubicBezTo>
                          <a:pt x="1295204" y="1018155"/>
                          <a:pt x="1295642" y="1023600"/>
                          <a:pt x="1292552" y="1027230"/>
                        </a:cubicBezTo>
                        <a:cubicBezTo>
                          <a:pt x="1289643" y="1030844"/>
                          <a:pt x="1284362" y="1031418"/>
                          <a:pt x="1280749" y="1028513"/>
                        </a:cubicBezTo>
                        <a:cubicBezTo>
                          <a:pt x="1280627" y="1028414"/>
                          <a:pt x="1280505" y="1028310"/>
                          <a:pt x="1280383" y="1028203"/>
                        </a:cubicBezTo>
                        <a:cubicBezTo>
                          <a:pt x="1259199" y="1012318"/>
                          <a:pt x="1243806" y="989918"/>
                          <a:pt x="1236578" y="964442"/>
                        </a:cubicBezTo>
                        <a:cubicBezTo>
                          <a:pt x="1232283" y="943806"/>
                          <a:pt x="1229764" y="922842"/>
                          <a:pt x="1229034" y="901776"/>
                        </a:cubicBezTo>
                        <a:cubicBezTo>
                          <a:pt x="1206645" y="905548"/>
                          <a:pt x="1163204" y="909807"/>
                          <a:pt x="1129255" y="893745"/>
                        </a:cubicBezTo>
                        <a:cubicBezTo>
                          <a:pt x="1095306" y="877683"/>
                          <a:pt x="1068415" y="840571"/>
                          <a:pt x="1056247" y="821467"/>
                        </a:cubicBezTo>
                        <a:cubicBezTo>
                          <a:pt x="1034466" y="835338"/>
                          <a:pt x="985550" y="859431"/>
                          <a:pt x="943691" y="829133"/>
                        </a:cubicBezTo>
                        <a:lnTo>
                          <a:pt x="854499" y="764520"/>
                        </a:lnTo>
                        <a:cubicBezTo>
                          <a:pt x="836247" y="774254"/>
                          <a:pt x="786723" y="797009"/>
                          <a:pt x="741457" y="783624"/>
                        </a:cubicBezTo>
                        <a:cubicBezTo>
                          <a:pt x="708522" y="772181"/>
                          <a:pt x="677321" y="756253"/>
                          <a:pt x="648736" y="736290"/>
                        </a:cubicBezTo>
                        <a:cubicBezTo>
                          <a:pt x="625614" y="752111"/>
                          <a:pt x="597310" y="758469"/>
                          <a:pt x="569643" y="754055"/>
                        </a:cubicBezTo>
                        <a:cubicBezTo>
                          <a:pt x="545015" y="747632"/>
                          <a:pt x="522171" y="735690"/>
                          <a:pt x="502840" y="719133"/>
                        </a:cubicBezTo>
                        <a:cubicBezTo>
                          <a:pt x="489774" y="723153"/>
                          <a:pt x="477820" y="730151"/>
                          <a:pt x="467918" y="739575"/>
                        </a:cubicBezTo>
                        <a:cubicBezTo>
                          <a:pt x="448370" y="755343"/>
                          <a:pt x="433271" y="775936"/>
                          <a:pt x="424112" y="799321"/>
                        </a:cubicBezTo>
                        <a:cubicBezTo>
                          <a:pt x="423503" y="802959"/>
                          <a:pt x="420590" y="805772"/>
                          <a:pt x="416933" y="806257"/>
                        </a:cubicBezTo>
                        <a:cubicBezTo>
                          <a:pt x="416127" y="806378"/>
                          <a:pt x="415306" y="806378"/>
                          <a:pt x="414500" y="806257"/>
                        </a:cubicBezTo>
                        <a:cubicBezTo>
                          <a:pt x="410163" y="805461"/>
                          <a:pt x="407121" y="801528"/>
                          <a:pt x="407442" y="797130"/>
                        </a:cubicBezTo>
                        <a:close/>
                      </a:path>
                    </a:pathLst>
                  </a:custGeom>
                  <a:solidFill>
                    <a:schemeClr val="bg2"/>
                  </a:solidFill>
                  <a:ln w="12128" cap="flat">
                    <a:noFill/>
                    <a:prstDash val="solid"/>
                    <a:miter/>
                  </a:ln>
                </p:spPr>
                <p:txBody>
                  <a:bodyPr rtlCol="0" anchor="ctr"/>
                  <a:lstStyle/>
                  <a:p>
                    <a:pPr defTabSz="685526">
                      <a:defRPr/>
                    </a:pPr>
                    <a:endParaRPr lang="de-DE" sz="1275" dirty="0">
                      <a:solidFill>
                        <a:srgbClr val="000000"/>
                      </a:solidFill>
                      <a:latin typeface="Arial"/>
                    </a:endParaRPr>
                  </a:p>
                </p:txBody>
              </p:sp>
              <p:sp>
                <p:nvSpPr>
                  <p:cNvPr id="2057" name="Freihandform: Form 2056">
                    <a:extLst>
                      <a:ext uri="{FF2B5EF4-FFF2-40B4-BE49-F238E27FC236}">
                        <a16:creationId xmlns:a16="http://schemas.microsoft.com/office/drawing/2014/main" id="{99C72D4C-B18C-422B-AD95-BA1A601F22F5}"/>
                      </a:ext>
                    </a:extLst>
                  </p:cNvPr>
                  <p:cNvSpPr/>
                  <p:nvPr/>
                </p:nvSpPr>
                <p:spPr>
                  <a:xfrm>
                    <a:off x="6215100" y="3501655"/>
                    <a:ext cx="316963" cy="324803"/>
                  </a:xfrm>
                  <a:custGeom>
                    <a:avLst/>
                    <a:gdLst>
                      <a:gd name="connsiteX0" fmla="*/ 97588 w 316963"/>
                      <a:gd name="connsiteY0" fmla="*/ 242997 h 324803"/>
                      <a:gd name="connsiteX1" fmla="*/ 137743 w 316963"/>
                      <a:gd name="connsiteY1" fmla="*/ 204303 h 324803"/>
                      <a:gd name="connsiteX2" fmla="*/ 158429 w 316963"/>
                      <a:gd name="connsiteY2" fmla="*/ 202843 h 324803"/>
                      <a:gd name="connsiteX3" fmla="*/ 268672 w 316963"/>
                      <a:gd name="connsiteY3" fmla="*/ 117666 h 324803"/>
                      <a:gd name="connsiteX4" fmla="*/ 269889 w 316963"/>
                      <a:gd name="connsiteY4" fmla="*/ 32489 h 324803"/>
                      <a:gd name="connsiteX5" fmla="*/ 302865 w 316963"/>
                      <a:gd name="connsiteY5" fmla="*/ 0 h 324803"/>
                      <a:gd name="connsiteX6" fmla="*/ 309192 w 316963"/>
                      <a:gd name="connsiteY6" fmla="*/ 132267 h 324803"/>
                      <a:gd name="connsiteX7" fmla="*/ 252732 w 316963"/>
                      <a:gd name="connsiteY7" fmla="*/ 200287 h 324803"/>
                      <a:gd name="connsiteX8" fmla="*/ 171936 w 316963"/>
                      <a:gd name="connsiteY8" fmla="*/ 302499 h 324803"/>
                      <a:gd name="connsiteX9" fmla="*/ 4016 w 316963"/>
                      <a:gd name="connsiteY9" fmla="*/ 289358 h 324803"/>
                      <a:gd name="connsiteX10" fmla="*/ 0 w 316963"/>
                      <a:gd name="connsiteY10" fmla="*/ 279867 h 324803"/>
                      <a:gd name="connsiteX11" fmla="*/ 6084 w 316963"/>
                      <a:gd name="connsiteY11" fmla="*/ 279137 h 324803"/>
                      <a:gd name="connsiteX12" fmla="*/ 97588 w 316963"/>
                      <a:gd name="connsiteY12" fmla="*/ 242997 h 324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963" h="324803">
                        <a:moveTo>
                          <a:pt x="97588" y="242997"/>
                        </a:moveTo>
                        <a:cubicBezTo>
                          <a:pt x="113845" y="233454"/>
                          <a:pt x="127607" y="220193"/>
                          <a:pt x="137743" y="204303"/>
                        </a:cubicBezTo>
                        <a:cubicBezTo>
                          <a:pt x="144667" y="204287"/>
                          <a:pt x="151578" y="203800"/>
                          <a:pt x="158429" y="202843"/>
                        </a:cubicBezTo>
                        <a:cubicBezTo>
                          <a:pt x="207892" y="196521"/>
                          <a:pt x="250067" y="163935"/>
                          <a:pt x="268672" y="117666"/>
                        </a:cubicBezTo>
                        <a:cubicBezTo>
                          <a:pt x="282325" y="91013"/>
                          <a:pt x="282775" y="59520"/>
                          <a:pt x="269889" y="32489"/>
                        </a:cubicBezTo>
                        <a:cubicBezTo>
                          <a:pt x="281960" y="22807"/>
                          <a:pt x="293008" y="11921"/>
                          <a:pt x="302865" y="0"/>
                        </a:cubicBezTo>
                        <a:cubicBezTo>
                          <a:pt x="311869" y="28108"/>
                          <a:pt x="325862" y="85177"/>
                          <a:pt x="309192" y="132267"/>
                        </a:cubicBezTo>
                        <a:cubicBezTo>
                          <a:pt x="287411" y="193108"/>
                          <a:pt x="253097" y="200287"/>
                          <a:pt x="252732" y="200287"/>
                        </a:cubicBezTo>
                        <a:cubicBezTo>
                          <a:pt x="247865" y="201139"/>
                          <a:pt x="228396" y="270862"/>
                          <a:pt x="171936" y="302499"/>
                        </a:cubicBezTo>
                        <a:cubicBezTo>
                          <a:pt x="78484" y="355066"/>
                          <a:pt x="14602" y="299579"/>
                          <a:pt x="4016" y="289358"/>
                        </a:cubicBezTo>
                        <a:lnTo>
                          <a:pt x="0" y="279867"/>
                        </a:lnTo>
                        <a:lnTo>
                          <a:pt x="6084" y="279137"/>
                        </a:lnTo>
                        <a:cubicBezTo>
                          <a:pt x="38792" y="273693"/>
                          <a:pt x="69979" y="261376"/>
                          <a:pt x="97588" y="242997"/>
                        </a:cubicBezTo>
                        <a:close/>
                      </a:path>
                    </a:pathLst>
                  </a:custGeom>
                  <a:solidFill>
                    <a:schemeClr val="bg2"/>
                  </a:solidFill>
                  <a:ln w="12128" cap="flat">
                    <a:noFill/>
                    <a:prstDash val="solid"/>
                    <a:miter/>
                  </a:ln>
                </p:spPr>
                <p:txBody>
                  <a:bodyPr rtlCol="0" anchor="ctr"/>
                  <a:lstStyle/>
                  <a:p>
                    <a:pPr defTabSz="685526">
                      <a:defRPr/>
                    </a:pPr>
                    <a:endParaRPr lang="de-DE" sz="1275" dirty="0">
                      <a:solidFill>
                        <a:srgbClr val="000000"/>
                      </a:solidFill>
                      <a:latin typeface="Arial"/>
                    </a:endParaRPr>
                  </a:p>
                </p:txBody>
              </p:sp>
              <p:sp>
                <p:nvSpPr>
                  <p:cNvPr id="2058" name="Freihandform: Form 2057">
                    <a:extLst>
                      <a:ext uri="{FF2B5EF4-FFF2-40B4-BE49-F238E27FC236}">
                        <a16:creationId xmlns:a16="http://schemas.microsoft.com/office/drawing/2014/main" id="{6398A554-98DE-4B46-8C92-C2E4D7E99A62}"/>
                      </a:ext>
                    </a:extLst>
                  </p:cNvPr>
                  <p:cNvSpPr/>
                  <p:nvPr/>
                </p:nvSpPr>
                <p:spPr>
                  <a:xfrm>
                    <a:off x="4645164" y="3543756"/>
                    <a:ext cx="117183" cy="304324"/>
                  </a:xfrm>
                  <a:custGeom>
                    <a:avLst/>
                    <a:gdLst>
                      <a:gd name="connsiteX0" fmla="*/ 76176 w 117183"/>
                      <a:gd name="connsiteY0" fmla="*/ 0 h 304324"/>
                      <a:gd name="connsiteX1" fmla="*/ 117183 w 117183"/>
                      <a:gd name="connsiteY1" fmla="*/ 29690 h 304324"/>
                      <a:gd name="connsiteX2" fmla="*/ 53787 w 117183"/>
                      <a:gd name="connsiteY2" fmla="*/ 228517 h 304324"/>
                      <a:gd name="connsiteX3" fmla="*/ 61696 w 117183"/>
                      <a:gd name="connsiteY3" fmla="*/ 304325 h 304324"/>
                      <a:gd name="connsiteX4" fmla="*/ 53300 w 117183"/>
                      <a:gd name="connsiteY4" fmla="*/ 293860 h 304324"/>
                      <a:gd name="connsiteX5" fmla="*/ 76176 w 117183"/>
                      <a:gd name="connsiteY5" fmla="*/ 0 h 304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183" h="304324">
                        <a:moveTo>
                          <a:pt x="76176" y="0"/>
                        </a:moveTo>
                        <a:cubicBezTo>
                          <a:pt x="89320" y="10602"/>
                          <a:pt x="103008" y="20513"/>
                          <a:pt x="117183" y="29690"/>
                        </a:cubicBezTo>
                        <a:cubicBezTo>
                          <a:pt x="101121" y="62422"/>
                          <a:pt x="51719" y="168894"/>
                          <a:pt x="53787" y="228517"/>
                        </a:cubicBezTo>
                        <a:cubicBezTo>
                          <a:pt x="54246" y="253967"/>
                          <a:pt x="56892" y="279329"/>
                          <a:pt x="61696" y="304325"/>
                        </a:cubicBezTo>
                        <a:cubicBezTo>
                          <a:pt x="59246" y="300571"/>
                          <a:pt x="56434" y="297066"/>
                          <a:pt x="53300" y="293860"/>
                        </a:cubicBezTo>
                        <a:cubicBezTo>
                          <a:pt x="-45870" y="212455"/>
                          <a:pt x="12050" y="47456"/>
                          <a:pt x="76176" y="0"/>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grpSp>
            <p:sp>
              <p:nvSpPr>
                <p:cNvPr id="2059" name="Grafik 102">
                  <a:extLst>
                    <a:ext uri="{FF2B5EF4-FFF2-40B4-BE49-F238E27FC236}">
                      <a16:creationId xmlns:a16="http://schemas.microsoft.com/office/drawing/2014/main" id="{B4735C57-00A3-49E4-904A-3B05086E7070}"/>
                    </a:ext>
                  </a:extLst>
                </p:cNvPr>
                <p:cNvSpPr/>
                <p:nvPr/>
              </p:nvSpPr>
              <p:spPr>
                <a:xfrm>
                  <a:off x="5536220" y="3326124"/>
                  <a:ext cx="1730589" cy="1591148"/>
                </a:xfrm>
                <a:custGeom>
                  <a:avLst/>
                  <a:gdLst>
                    <a:gd name="connsiteX0" fmla="*/ 427128 w 1730589"/>
                    <a:gd name="connsiteY0" fmla="*/ 191723 h 1591148"/>
                    <a:gd name="connsiteX1" fmla="*/ 396221 w 1730589"/>
                    <a:gd name="connsiteY1" fmla="*/ 268018 h 1591148"/>
                    <a:gd name="connsiteX2" fmla="*/ 319927 w 1730589"/>
                    <a:gd name="connsiteY2" fmla="*/ 237111 h 1591148"/>
                    <a:gd name="connsiteX3" fmla="*/ 350833 w 1730589"/>
                    <a:gd name="connsiteY3" fmla="*/ 160817 h 1591148"/>
                    <a:gd name="connsiteX4" fmla="*/ 396221 w 1730589"/>
                    <a:gd name="connsiteY4" fmla="*/ 160817 h 1591148"/>
                    <a:gd name="connsiteX5" fmla="*/ 550754 w 1730589"/>
                    <a:gd name="connsiteY5" fmla="*/ 6284 h 1591148"/>
                    <a:gd name="connsiteX6" fmla="*/ 556935 w 1730589"/>
                    <a:gd name="connsiteY6" fmla="*/ 0 h 1591148"/>
                    <a:gd name="connsiteX7" fmla="*/ 1344639 w 1730589"/>
                    <a:gd name="connsiteY7" fmla="*/ 0 h 1591148"/>
                    <a:gd name="connsiteX8" fmla="*/ 1351026 w 1730589"/>
                    <a:gd name="connsiteY8" fmla="*/ 6387 h 1591148"/>
                    <a:gd name="connsiteX9" fmla="*/ 1557070 w 1730589"/>
                    <a:gd name="connsiteY9" fmla="*/ 212431 h 1591148"/>
                    <a:gd name="connsiteX10" fmla="*/ 1633687 w 1730589"/>
                    <a:gd name="connsiteY10" fmla="*/ 243309 h 1591148"/>
                    <a:gd name="connsiteX11" fmla="*/ 1602811 w 1730589"/>
                    <a:gd name="connsiteY11" fmla="*/ 319931 h 1591148"/>
                    <a:gd name="connsiteX12" fmla="*/ 1526194 w 1730589"/>
                    <a:gd name="connsiteY12" fmla="*/ 289051 h 1591148"/>
                    <a:gd name="connsiteX13" fmla="*/ 1521527 w 1730589"/>
                    <a:gd name="connsiteY13" fmla="*/ 266208 h 1591148"/>
                    <a:gd name="connsiteX14" fmla="*/ 1526060 w 1730589"/>
                    <a:gd name="connsiteY14" fmla="*/ 243337 h 1591148"/>
                    <a:gd name="connsiteX15" fmla="*/ 1326404 w 1730589"/>
                    <a:gd name="connsiteY15" fmla="*/ 43784 h 1591148"/>
                    <a:gd name="connsiteX16" fmla="*/ 575067 w 1730589"/>
                    <a:gd name="connsiteY16" fmla="*/ 43784 h 1591148"/>
                    <a:gd name="connsiteX17" fmla="*/ 427128 w 1730589"/>
                    <a:gd name="connsiteY17" fmla="*/ 191723 h 1591148"/>
                    <a:gd name="connsiteX18" fmla="*/ 874551 w 1730589"/>
                    <a:gd name="connsiteY18" fmla="*/ 142994 h 1591148"/>
                    <a:gd name="connsiteX19" fmla="*/ 927195 w 1730589"/>
                    <a:gd name="connsiteY19" fmla="*/ 175137 h 1591148"/>
                    <a:gd name="connsiteX20" fmla="*/ 1040519 w 1730589"/>
                    <a:gd name="connsiteY20" fmla="*/ 175137 h 1591148"/>
                    <a:gd name="connsiteX21" fmla="*/ 1046906 w 1730589"/>
                    <a:gd name="connsiteY21" fmla="*/ 181524 h 1591148"/>
                    <a:gd name="connsiteX22" fmla="*/ 1143541 w 1730589"/>
                    <a:gd name="connsiteY22" fmla="*/ 278158 h 1591148"/>
                    <a:gd name="connsiteX23" fmla="*/ 1220147 w 1730589"/>
                    <a:gd name="connsiteY23" fmla="*/ 309065 h 1591148"/>
                    <a:gd name="connsiteX24" fmla="*/ 1189241 w 1730589"/>
                    <a:gd name="connsiteY24" fmla="*/ 385674 h 1591148"/>
                    <a:gd name="connsiteX25" fmla="*/ 1112634 w 1730589"/>
                    <a:gd name="connsiteY25" fmla="*/ 354767 h 1591148"/>
                    <a:gd name="connsiteX26" fmla="*/ 1112634 w 1730589"/>
                    <a:gd name="connsiteY26" fmla="*/ 309065 h 1591148"/>
                    <a:gd name="connsiteX27" fmla="*/ 1021975 w 1730589"/>
                    <a:gd name="connsiteY27" fmla="*/ 218303 h 1591148"/>
                    <a:gd name="connsiteX28" fmla="*/ 930389 w 1730589"/>
                    <a:gd name="connsiteY28" fmla="*/ 218303 h 1591148"/>
                    <a:gd name="connsiteX29" fmla="*/ 896289 w 1730589"/>
                    <a:gd name="connsiteY29" fmla="*/ 255597 h 1591148"/>
                    <a:gd name="connsiteX30" fmla="*/ 896289 w 1730589"/>
                    <a:gd name="connsiteY30" fmla="*/ 339971 h 1591148"/>
                    <a:gd name="connsiteX31" fmla="*/ 978706 w 1730589"/>
                    <a:gd name="connsiteY31" fmla="*/ 422389 h 1591148"/>
                    <a:gd name="connsiteX32" fmla="*/ 1055622 w 1730589"/>
                    <a:gd name="connsiteY32" fmla="*/ 452919 h 1591148"/>
                    <a:gd name="connsiteX33" fmla="*/ 1025092 w 1730589"/>
                    <a:gd name="connsiteY33" fmla="*/ 529836 h 1591148"/>
                    <a:gd name="connsiteX34" fmla="*/ 948175 w 1730589"/>
                    <a:gd name="connsiteY34" fmla="*/ 499306 h 1591148"/>
                    <a:gd name="connsiteX35" fmla="*/ 947799 w 1730589"/>
                    <a:gd name="connsiteY35" fmla="*/ 453810 h 1591148"/>
                    <a:gd name="connsiteX36" fmla="*/ 858171 w 1730589"/>
                    <a:gd name="connsiteY36" fmla="*/ 364284 h 1591148"/>
                    <a:gd name="connsiteX37" fmla="*/ 851783 w 1730589"/>
                    <a:gd name="connsiteY37" fmla="*/ 357794 h 1591148"/>
                    <a:gd name="connsiteX38" fmla="*/ 851783 w 1730589"/>
                    <a:gd name="connsiteY38" fmla="*/ 254772 h 1591148"/>
                    <a:gd name="connsiteX39" fmla="*/ 819402 w 1730589"/>
                    <a:gd name="connsiteY39" fmla="*/ 178774 h 1591148"/>
                    <a:gd name="connsiteX40" fmla="*/ 873624 w 1730589"/>
                    <a:gd name="connsiteY40" fmla="*/ 142170 h 1591148"/>
                    <a:gd name="connsiteX41" fmla="*/ 567134 w 1730589"/>
                    <a:gd name="connsiteY41" fmla="*/ 962531 h 1591148"/>
                    <a:gd name="connsiteX42" fmla="*/ 388495 w 1730589"/>
                    <a:gd name="connsiteY42" fmla="*/ 962531 h 1591148"/>
                    <a:gd name="connsiteX43" fmla="*/ 283928 w 1730589"/>
                    <a:gd name="connsiteY43" fmla="*/ 1067098 h 1591148"/>
                    <a:gd name="connsiteX44" fmla="*/ 286606 w 1730589"/>
                    <a:gd name="connsiteY44" fmla="*/ 1084509 h 1591148"/>
                    <a:gd name="connsiteX45" fmla="*/ 281970 w 1730589"/>
                    <a:gd name="connsiteY45" fmla="*/ 1107379 h 1591148"/>
                    <a:gd name="connsiteX46" fmla="*/ 377471 w 1730589"/>
                    <a:gd name="connsiteY46" fmla="*/ 1202881 h 1591148"/>
                    <a:gd name="connsiteX47" fmla="*/ 550033 w 1730589"/>
                    <a:gd name="connsiteY47" fmla="*/ 1202881 h 1591148"/>
                    <a:gd name="connsiteX48" fmla="*/ 556420 w 1730589"/>
                    <a:gd name="connsiteY48" fmla="*/ 1209268 h 1591148"/>
                    <a:gd name="connsiteX49" fmla="*/ 664799 w 1730589"/>
                    <a:gd name="connsiteY49" fmla="*/ 1317647 h 1591148"/>
                    <a:gd name="connsiteX50" fmla="*/ 671186 w 1730589"/>
                    <a:gd name="connsiteY50" fmla="*/ 1324034 h 1591148"/>
                    <a:gd name="connsiteX51" fmla="*/ 671186 w 1730589"/>
                    <a:gd name="connsiteY51" fmla="*/ 1478566 h 1591148"/>
                    <a:gd name="connsiteX52" fmla="*/ 703449 w 1730589"/>
                    <a:gd name="connsiteY52" fmla="*/ 1554617 h 1591148"/>
                    <a:gd name="connsiteX53" fmla="*/ 627402 w 1730589"/>
                    <a:gd name="connsiteY53" fmla="*/ 1586873 h 1591148"/>
                    <a:gd name="connsiteX54" fmla="*/ 595139 w 1730589"/>
                    <a:gd name="connsiteY54" fmla="*/ 1510833 h 1591148"/>
                    <a:gd name="connsiteX55" fmla="*/ 627402 w 1730589"/>
                    <a:gd name="connsiteY55" fmla="*/ 1478566 h 1591148"/>
                    <a:gd name="connsiteX56" fmla="*/ 627402 w 1730589"/>
                    <a:gd name="connsiteY56" fmla="*/ 1342166 h 1591148"/>
                    <a:gd name="connsiteX57" fmla="*/ 531901 w 1730589"/>
                    <a:gd name="connsiteY57" fmla="*/ 1246562 h 1591148"/>
                    <a:gd name="connsiteX58" fmla="*/ 359340 w 1730589"/>
                    <a:gd name="connsiteY58" fmla="*/ 1246562 h 1591148"/>
                    <a:gd name="connsiteX59" fmla="*/ 352952 w 1730589"/>
                    <a:gd name="connsiteY59" fmla="*/ 1240174 h 1591148"/>
                    <a:gd name="connsiteX60" fmla="*/ 250961 w 1730589"/>
                    <a:gd name="connsiteY60" fmla="*/ 1138183 h 1591148"/>
                    <a:gd name="connsiteX61" fmla="*/ 228193 w 1730589"/>
                    <a:gd name="connsiteY61" fmla="*/ 1142819 h 1591148"/>
                    <a:gd name="connsiteX62" fmla="*/ 169755 w 1730589"/>
                    <a:gd name="connsiteY62" fmla="*/ 1084426 h 1591148"/>
                    <a:gd name="connsiteX63" fmla="*/ 228145 w 1730589"/>
                    <a:gd name="connsiteY63" fmla="*/ 1025992 h 1591148"/>
                    <a:gd name="connsiteX64" fmla="*/ 255906 w 1730589"/>
                    <a:gd name="connsiteY64" fmla="*/ 1032998 h 1591148"/>
                    <a:gd name="connsiteX65" fmla="*/ 363976 w 1730589"/>
                    <a:gd name="connsiteY65" fmla="*/ 925134 h 1591148"/>
                    <a:gd name="connsiteX66" fmla="*/ 370363 w 1730589"/>
                    <a:gd name="connsiteY66" fmla="*/ 918644 h 1591148"/>
                    <a:gd name="connsiteX67" fmla="*/ 567134 w 1730589"/>
                    <a:gd name="connsiteY67" fmla="*/ 918644 h 1591148"/>
                    <a:gd name="connsiteX68" fmla="*/ 678707 w 1730589"/>
                    <a:gd name="connsiteY68" fmla="*/ 807174 h 1591148"/>
                    <a:gd name="connsiteX69" fmla="*/ 623281 w 1730589"/>
                    <a:gd name="connsiteY69" fmla="*/ 752058 h 1591148"/>
                    <a:gd name="connsiteX70" fmla="*/ 388804 w 1730589"/>
                    <a:gd name="connsiteY70" fmla="*/ 752058 h 1591148"/>
                    <a:gd name="connsiteX71" fmla="*/ 382416 w 1730589"/>
                    <a:gd name="connsiteY71" fmla="*/ 745671 h 1591148"/>
                    <a:gd name="connsiteX72" fmla="*/ 274656 w 1730589"/>
                    <a:gd name="connsiteY72" fmla="*/ 637601 h 1591148"/>
                    <a:gd name="connsiteX73" fmla="*/ 198047 w 1730589"/>
                    <a:gd name="connsiteY73" fmla="*/ 606694 h 1591148"/>
                    <a:gd name="connsiteX74" fmla="*/ 228953 w 1730589"/>
                    <a:gd name="connsiteY74" fmla="*/ 530085 h 1591148"/>
                    <a:gd name="connsiteX75" fmla="*/ 305562 w 1730589"/>
                    <a:gd name="connsiteY75" fmla="*/ 560992 h 1591148"/>
                    <a:gd name="connsiteX76" fmla="*/ 305562 w 1730589"/>
                    <a:gd name="connsiteY76" fmla="*/ 606694 h 1591148"/>
                    <a:gd name="connsiteX77" fmla="*/ 406833 w 1730589"/>
                    <a:gd name="connsiteY77" fmla="*/ 708068 h 1591148"/>
                    <a:gd name="connsiteX78" fmla="*/ 641413 w 1730589"/>
                    <a:gd name="connsiteY78" fmla="*/ 708068 h 1591148"/>
                    <a:gd name="connsiteX79" fmla="*/ 647903 w 1730589"/>
                    <a:gd name="connsiteY79" fmla="*/ 714455 h 1591148"/>
                    <a:gd name="connsiteX80" fmla="*/ 723109 w 1730589"/>
                    <a:gd name="connsiteY80" fmla="*/ 789661 h 1591148"/>
                    <a:gd name="connsiteX81" fmla="*/ 901131 w 1730589"/>
                    <a:gd name="connsiteY81" fmla="*/ 789661 h 1591148"/>
                    <a:gd name="connsiteX82" fmla="*/ 977289 w 1730589"/>
                    <a:gd name="connsiteY82" fmla="*/ 757286 h 1591148"/>
                    <a:gd name="connsiteX83" fmla="*/ 1009664 w 1730589"/>
                    <a:gd name="connsiteY83" fmla="*/ 833445 h 1591148"/>
                    <a:gd name="connsiteX84" fmla="*/ 933505 w 1730589"/>
                    <a:gd name="connsiteY84" fmla="*/ 865820 h 1591148"/>
                    <a:gd name="connsiteX85" fmla="*/ 901131 w 1730589"/>
                    <a:gd name="connsiteY85" fmla="*/ 833445 h 1591148"/>
                    <a:gd name="connsiteX86" fmla="*/ 714455 w 1730589"/>
                    <a:gd name="connsiteY86" fmla="*/ 833445 h 1591148"/>
                    <a:gd name="connsiteX87" fmla="*/ 607210 w 1730589"/>
                    <a:gd name="connsiteY87" fmla="*/ 940587 h 1591148"/>
                    <a:gd name="connsiteX88" fmla="*/ 684579 w 1730589"/>
                    <a:gd name="connsiteY88" fmla="*/ 1017957 h 1591148"/>
                    <a:gd name="connsiteX89" fmla="*/ 761346 w 1730589"/>
                    <a:gd name="connsiteY89" fmla="*/ 1048863 h 1591148"/>
                    <a:gd name="connsiteX90" fmla="*/ 730439 w 1730589"/>
                    <a:gd name="connsiteY90" fmla="*/ 1125625 h 1591148"/>
                    <a:gd name="connsiteX91" fmla="*/ 653673 w 1730589"/>
                    <a:gd name="connsiteY91" fmla="*/ 1094718 h 1591148"/>
                    <a:gd name="connsiteX92" fmla="*/ 653673 w 1730589"/>
                    <a:gd name="connsiteY92" fmla="*/ 1048863 h 1591148"/>
                    <a:gd name="connsiteX93" fmla="*/ 567134 w 1730589"/>
                    <a:gd name="connsiteY93" fmla="*/ 962428 h 1591148"/>
                    <a:gd name="connsiteX94" fmla="*/ 231387 w 1730589"/>
                    <a:gd name="connsiteY94" fmla="*/ 796460 h 1591148"/>
                    <a:gd name="connsiteX95" fmla="*/ 289735 w 1730589"/>
                    <a:gd name="connsiteY95" fmla="*/ 854938 h 1591148"/>
                    <a:gd name="connsiteX96" fmla="*/ 231257 w 1730589"/>
                    <a:gd name="connsiteY96" fmla="*/ 913287 h 1591148"/>
                    <a:gd name="connsiteX97" fmla="*/ 208516 w 1730589"/>
                    <a:gd name="connsiteY97" fmla="*/ 908651 h 1591148"/>
                    <a:gd name="connsiteX98" fmla="*/ 171119 w 1730589"/>
                    <a:gd name="connsiteY98" fmla="*/ 946048 h 1591148"/>
                    <a:gd name="connsiteX99" fmla="*/ 140148 w 1730589"/>
                    <a:gd name="connsiteY99" fmla="*/ 1022631 h 1591148"/>
                    <a:gd name="connsiteX100" fmla="*/ 63564 w 1730589"/>
                    <a:gd name="connsiteY100" fmla="*/ 991659 h 1591148"/>
                    <a:gd name="connsiteX101" fmla="*/ 63564 w 1730589"/>
                    <a:gd name="connsiteY101" fmla="*/ 946048 h 1591148"/>
                    <a:gd name="connsiteX102" fmla="*/ 6387 w 1730589"/>
                    <a:gd name="connsiteY102" fmla="*/ 888974 h 1591148"/>
                    <a:gd name="connsiteX103" fmla="*/ 0 w 1730589"/>
                    <a:gd name="connsiteY103" fmla="*/ 882586 h 1591148"/>
                    <a:gd name="connsiteX104" fmla="*/ 0 w 1730589"/>
                    <a:gd name="connsiteY104" fmla="*/ 527059 h 1591148"/>
                    <a:gd name="connsiteX105" fmla="*/ 6387 w 1730589"/>
                    <a:gd name="connsiteY105" fmla="*/ 520671 h 1591148"/>
                    <a:gd name="connsiteX106" fmla="*/ 186160 w 1730589"/>
                    <a:gd name="connsiteY106" fmla="*/ 340899 h 1591148"/>
                    <a:gd name="connsiteX107" fmla="*/ 192548 w 1730589"/>
                    <a:gd name="connsiteY107" fmla="*/ 334511 h 1591148"/>
                    <a:gd name="connsiteX108" fmla="*/ 378914 w 1730589"/>
                    <a:gd name="connsiteY108" fmla="*/ 334511 h 1591148"/>
                    <a:gd name="connsiteX109" fmla="*/ 454961 w 1730589"/>
                    <a:gd name="connsiteY109" fmla="*/ 302248 h 1591148"/>
                    <a:gd name="connsiteX110" fmla="*/ 487226 w 1730589"/>
                    <a:gd name="connsiteY110" fmla="*/ 378295 h 1591148"/>
                    <a:gd name="connsiteX111" fmla="*/ 411177 w 1730589"/>
                    <a:gd name="connsiteY111" fmla="*/ 410559 h 1591148"/>
                    <a:gd name="connsiteX112" fmla="*/ 378914 w 1730589"/>
                    <a:gd name="connsiteY112" fmla="*/ 378295 h 1591148"/>
                    <a:gd name="connsiteX113" fmla="*/ 210679 w 1730589"/>
                    <a:gd name="connsiteY113" fmla="*/ 378295 h 1591148"/>
                    <a:gd name="connsiteX114" fmla="*/ 43784 w 1730589"/>
                    <a:gd name="connsiteY114" fmla="*/ 545190 h 1591148"/>
                    <a:gd name="connsiteX115" fmla="*/ 43784 w 1730589"/>
                    <a:gd name="connsiteY115" fmla="*/ 864557 h 1591148"/>
                    <a:gd name="connsiteX116" fmla="*/ 94471 w 1730589"/>
                    <a:gd name="connsiteY116" fmla="*/ 915244 h 1591148"/>
                    <a:gd name="connsiteX117" fmla="*/ 140109 w 1730589"/>
                    <a:gd name="connsiteY117" fmla="*/ 915244 h 1591148"/>
                    <a:gd name="connsiteX118" fmla="*/ 177609 w 1730589"/>
                    <a:gd name="connsiteY118" fmla="*/ 877847 h 1591148"/>
                    <a:gd name="connsiteX119" fmla="*/ 208635 w 1730589"/>
                    <a:gd name="connsiteY119" fmla="*/ 801286 h 1591148"/>
                    <a:gd name="connsiteX120" fmla="*/ 231387 w 1730589"/>
                    <a:gd name="connsiteY120" fmla="*/ 796666 h 1591148"/>
                    <a:gd name="connsiteX121" fmla="*/ 1458787 w 1730589"/>
                    <a:gd name="connsiteY121" fmla="*/ 506351 h 1591148"/>
                    <a:gd name="connsiteX122" fmla="*/ 1435916 w 1730589"/>
                    <a:gd name="connsiteY122" fmla="*/ 510987 h 1591148"/>
                    <a:gd name="connsiteX123" fmla="*/ 1366891 w 1730589"/>
                    <a:gd name="connsiteY123" fmla="*/ 441963 h 1591148"/>
                    <a:gd name="connsiteX124" fmla="*/ 1366891 w 1730589"/>
                    <a:gd name="connsiteY124" fmla="*/ 357382 h 1591148"/>
                    <a:gd name="connsiteX125" fmla="*/ 1399158 w 1730589"/>
                    <a:gd name="connsiteY125" fmla="*/ 281335 h 1591148"/>
                    <a:gd name="connsiteX126" fmla="*/ 1323107 w 1730589"/>
                    <a:gd name="connsiteY126" fmla="*/ 249070 h 1591148"/>
                    <a:gd name="connsiteX127" fmla="*/ 1290841 w 1730589"/>
                    <a:gd name="connsiteY127" fmla="*/ 325119 h 1591148"/>
                    <a:gd name="connsiteX128" fmla="*/ 1323107 w 1730589"/>
                    <a:gd name="connsiteY128" fmla="*/ 357382 h 1591148"/>
                    <a:gd name="connsiteX129" fmla="*/ 1323107 w 1730589"/>
                    <a:gd name="connsiteY129" fmla="*/ 460404 h 1591148"/>
                    <a:gd name="connsiteX130" fmla="*/ 1329495 w 1730589"/>
                    <a:gd name="connsiteY130" fmla="*/ 466791 h 1591148"/>
                    <a:gd name="connsiteX131" fmla="*/ 1405010 w 1730589"/>
                    <a:gd name="connsiteY131" fmla="*/ 542306 h 1591148"/>
                    <a:gd name="connsiteX132" fmla="*/ 1436040 w 1730589"/>
                    <a:gd name="connsiteY132" fmla="*/ 618867 h 1591148"/>
                    <a:gd name="connsiteX133" fmla="*/ 1512595 w 1730589"/>
                    <a:gd name="connsiteY133" fmla="*/ 587841 h 1591148"/>
                    <a:gd name="connsiteX134" fmla="*/ 1481575 w 1730589"/>
                    <a:gd name="connsiteY134" fmla="*/ 511280 h 1591148"/>
                    <a:gd name="connsiteX135" fmla="*/ 1458787 w 1730589"/>
                    <a:gd name="connsiteY135" fmla="*/ 506660 h 1591148"/>
                    <a:gd name="connsiteX136" fmla="*/ 624311 w 1730589"/>
                    <a:gd name="connsiteY136" fmla="*/ 142994 h 1591148"/>
                    <a:gd name="connsiteX137" fmla="*/ 682700 w 1730589"/>
                    <a:gd name="connsiteY137" fmla="*/ 201638 h 1591148"/>
                    <a:gd name="connsiteX138" fmla="*/ 678089 w 1730589"/>
                    <a:gd name="connsiteY138" fmla="*/ 224278 h 1591148"/>
                    <a:gd name="connsiteX139" fmla="*/ 709922 w 1730589"/>
                    <a:gd name="connsiteY139" fmla="*/ 256112 h 1591148"/>
                    <a:gd name="connsiteX140" fmla="*/ 716310 w 1730589"/>
                    <a:gd name="connsiteY140" fmla="*/ 262499 h 1591148"/>
                    <a:gd name="connsiteX141" fmla="*/ 716310 w 1730589"/>
                    <a:gd name="connsiteY141" fmla="*/ 331627 h 1591148"/>
                    <a:gd name="connsiteX142" fmla="*/ 748573 w 1730589"/>
                    <a:gd name="connsiteY142" fmla="*/ 407674 h 1591148"/>
                    <a:gd name="connsiteX143" fmla="*/ 672525 w 1730589"/>
                    <a:gd name="connsiteY143" fmla="*/ 439938 h 1591148"/>
                    <a:gd name="connsiteX144" fmla="*/ 640262 w 1730589"/>
                    <a:gd name="connsiteY144" fmla="*/ 363890 h 1591148"/>
                    <a:gd name="connsiteX145" fmla="*/ 672525 w 1730589"/>
                    <a:gd name="connsiteY145" fmla="*/ 331627 h 1591148"/>
                    <a:gd name="connsiteX146" fmla="*/ 672525 w 1730589"/>
                    <a:gd name="connsiteY146" fmla="*/ 280631 h 1591148"/>
                    <a:gd name="connsiteX147" fmla="*/ 647079 w 1730589"/>
                    <a:gd name="connsiteY147" fmla="*/ 255185 h 1591148"/>
                    <a:gd name="connsiteX148" fmla="*/ 570496 w 1730589"/>
                    <a:gd name="connsiteY148" fmla="*/ 224213 h 1591148"/>
                    <a:gd name="connsiteX149" fmla="*/ 601467 w 1730589"/>
                    <a:gd name="connsiteY149" fmla="*/ 147630 h 1591148"/>
                    <a:gd name="connsiteX150" fmla="*/ 624311 w 1730589"/>
                    <a:gd name="connsiteY150" fmla="*/ 142994 h 1591148"/>
                    <a:gd name="connsiteX151" fmla="*/ 504806 w 1730589"/>
                    <a:gd name="connsiteY151" fmla="*/ 473899 h 1591148"/>
                    <a:gd name="connsiteX152" fmla="*/ 558996 w 1730589"/>
                    <a:gd name="connsiteY152" fmla="*/ 510472 h 1591148"/>
                    <a:gd name="connsiteX153" fmla="*/ 749071 w 1730589"/>
                    <a:gd name="connsiteY153" fmla="*/ 510472 h 1591148"/>
                    <a:gd name="connsiteX154" fmla="*/ 755458 w 1730589"/>
                    <a:gd name="connsiteY154" fmla="*/ 516859 h 1591148"/>
                    <a:gd name="connsiteX155" fmla="*/ 865382 w 1730589"/>
                    <a:gd name="connsiteY155" fmla="*/ 626681 h 1591148"/>
                    <a:gd name="connsiteX156" fmla="*/ 1150752 w 1730589"/>
                    <a:gd name="connsiteY156" fmla="*/ 626681 h 1591148"/>
                    <a:gd name="connsiteX157" fmla="*/ 1157139 w 1730589"/>
                    <a:gd name="connsiteY157" fmla="*/ 633068 h 1591148"/>
                    <a:gd name="connsiteX158" fmla="*/ 1207311 w 1730589"/>
                    <a:gd name="connsiteY158" fmla="*/ 683239 h 1591148"/>
                    <a:gd name="connsiteX159" fmla="*/ 1283918 w 1730589"/>
                    <a:gd name="connsiteY159" fmla="*/ 714146 h 1591148"/>
                    <a:gd name="connsiteX160" fmla="*/ 1253011 w 1730589"/>
                    <a:gd name="connsiteY160" fmla="*/ 790755 h 1591148"/>
                    <a:gd name="connsiteX161" fmla="*/ 1176404 w 1730589"/>
                    <a:gd name="connsiteY161" fmla="*/ 759848 h 1591148"/>
                    <a:gd name="connsiteX162" fmla="*/ 1176404 w 1730589"/>
                    <a:gd name="connsiteY162" fmla="*/ 714146 h 1591148"/>
                    <a:gd name="connsiteX163" fmla="*/ 1133238 w 1730589"/>
                    <a:gd name="connsiteY163" fmla="*/ 670465 h 1591148"/>
                    <a:gd name="connsiteX164" fmla="*/ 847662 w 1730589"/>
                    <a:gd name="connsiteY164" fmla="*/ 670465 h 1591148"/>
                    <a:gd name="connsiteX165" fmla="*/ 841172 w 1730589"/>
                    <a:gd name="connsiteY165" fmla="*/ 664077 h 1591148"/>
                    <a:gd name="connsiteX166" fmla="*/ 731454 w 1730589"/>
                    <a:gd name="connsiteY166" fmla="*/ 553741 h 1591148"/>
                    <a:gd name="connsiteX167" fmla="*/ 558790 w 1730589"/>
                    <a:gd name="connsiteY167" fmla="*/ 553741 h 1591148"/>
                    <a:gd name="connsiteX168" fmla="*/ 483019 w 1730589"/>
                    <a:gd name="connsiteY168" fmla="*/ 586653 h 1591148"/>
                    <a:gd name="connsiteX169" fmla="*/ 450109 w 1730589"/>
                    <a:gd name="connsiteY169" fmla="*/ 510882 h 1591148"/>
                    <a:gd name="connsiteX170" fmla="*/ 504806 w 1730589"/>
                    <a:gd name="connsiteY170" fmla="*/ 473899 h 1591148"/>
                    <a:gd name="connsiteX171" fmla="*/ 1672042 w 1730589"/>
                    <a:gd name="connsiteY171" fmla="*/ 370878 h 1591148"/>
                    <a:gd name="connsiteX172" fmla="*/ 1730589 w 1730589"/>
                    <a:gd name="connsiteY172" fmla="*/ 429156 h 1591148"/>
                    <a:gd name="connsiteX173" fmla="*/ 1693985 w 1730589"/>
                    <a:gd name="connsiteY173" fmla="*/ 483480 h 1591148"/>
                    <a:gd name="connsiteX174" fmla="*/ 1693985 w 1730589"/>
                    <a:gd name="connsiteY174" fmla="*/ 654187 h 1591148"/>
                    <a:gd name="connsiteX175" fmla="*/ 1687495 w 1730589"/>
                    <a:gd name="connsiteY175" fmla="*/ 660575 h 1591148"/>
                    <a:gd name="connsiteX176" fmla="*/ 1360504 w 1730589"/>
                    <a:gd name="connsiteY176" fmla="*/ 987565 h 1591148"/>
                    <a:gd name="connsiteX177" fmla="*/ 1354117 w 1730589"/>
                    <a:gd name="connsiteY177" fmla="*/ 993953 h 1591148"/>
                    <a:gd name="connsiteX178" fmla="*/ 1143541 w 1730589"/>
                    <a:gd name="connsiteY178" fmla="*/ 993953 h 1591148"/>
                    <a:gd name="connsiteX179" fmla="*/ 1067490 w 1730589"/>
                    <a:gd name="connsiteY179" fmla="*/ 1026216 h 1591148"/>
                    <a:gd name="connsiteX180" fmla="*/ 1035234 w 1730589"/>
                    <a:gd name="connsiteY180" fmla="*/ 950168 h 1591148"/>
                    <a:gd name="connsiteX181" fmla="*/ 1111274 w 1730589"/>
                    <a:gd name="connsiteY181" fmla="*/ 917905 h 1591148"/>
                    <a:gd name="connsiteX182" fmla="*/ 1143541 w 1730589"/>
                    <a:gd name="connsiteY182" fmla="*/ 950168 h 1591148"/>
                    <a:gd name="connsiteX183" fmla="*/ 1336294 w 1730589"/>
                    <a:gd name="connsiteY183" fmla="*/ 950168 h 1591148"/>
                    <a:gd name="connsiteX184" fmla="*/ 1650510 w 1730589"/>
                    <a:gd name="connsiteY184" fmla="*/ 635953 h 1591148"/>
                    <a:gd name="connsiteX185" fmla="*/ 1650510 w 1730589"/>
                    <a:gd name="connsiteY185" fmla="*/ 483377 h 1591148"/>
                    <a:gd name="connsiteX186" fmla="*/ 1618481 w 1730589"/>
                    <a:gd name="connsiteY186" fmla="*/ 407231 h 1591148"/>
                    <a:gd name="connsiteX187" fmla="*/ 1672042 w 1730589"/>
                    <a:gd name="connsiteY187" fmla="*/ 370878 h 1591148"/>
                    <a:gd name="connsiteX188" fmla="*/ 775135 w 1730589"/>
                    <a:gd name="connsiteY188" fmla="*/ 1395325 h 1591148"/>
                    <a:gd name="connsiteX189" fmla="*/ 775135 w 1730589"/>
                    <a:gd name="connsiteY189" fmla="*/ 1236260 h 1591148"/>
                    <a:gd name="connsiteX190" fmla="*/ 781522 w 1730589"/>
                    <a:gd name="connsiteY190" fmla="*/ 1229872 h 1591148"/>
                    <a:gd name="connsiteX191" fmla="*/ 918129 w 1730589"/>
                    <a:gd name="connsiteY191" fmla="*/ 1093266 h 1591148"/>
                    <a:gd name="connsiteX192" fmla="*/ 949036 w 1730589"/>
                    <a:gd name="connsiteY192" fmla="*/ 1016971 h 1591148"/>
                    <a:gd name="connsiteX193" fmla="*/ 1025330 w 1730589"/>
                    <a:gd name="connsiteY193" fmla="*/ 1047874 h 1591148"/>
                    <a:gd name="connsiteX194" fmla="*/ 994424 w 1730589"/>
                    <a:gd name="connsiteY194" fmla="*/ 1124172 h 1591148"/>
                    <a:gd name="connsiteX195" fmla="*/ 949036 w 1730589"/>
                    <a:gd name="connsiteY195" fmla="*/ 1124172 h 1591148"/>
                    <a:gd name="connsiteX196" fmla="*/ 818919 w 1730589"/>
                    <a:gd name="connsiteY196" fmla="*/ 1254494 h 1591148"/>
                    <a:gd name="connsiteX197" fmla="*/ 818919 w 1730589"/>
                    <a:gd name="connsiteY197" fmla="*/ 1395325 h 1591148"/>
                    <a:gd name="connsiteX198" fmla="*/ 851183 w 1730589"/>
                    <a:gd name="connsiteY198" fmla="*/ 1471376 h 1591148"/>
                    <a:gd name="connsiteX199" fmla="*/ 775135 w 1730589"/>
                    <a:gd name="connsiteY199" fmla="*/ 1503632 h 1591148"/>
                    <a:gd name="connsiteX200" fmla="*/ 742872 w 1730589"/>
                    <a:gd name="connsiteY200" fmla="*/ 1427591 h 1591148"/>
                    <a:gd name="connsiteX201" fmla="*/ 775135 w 1730589"/>
                    <a:gd name="connsiteY201" fmla="*/ 1395325 h 1591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730589" h="1591148">
                      <a:moveTo>
                        <a:pt x="427128" y="191723"/>
                      </a:moveTo>
                      <a:cubicBezTo>
                        <a:pt x="439661" y="221327"/>
                        <a:pt x="425825" y="255484"/>
                        <a:pt x="396221" y="268018"/>
                      </a:cubicBezTo>
                      <a:cubicBezTo>
                        <a:pt x="366618" y="280553"/>
                        <a:pt x="332460" y="266715"/>
                        <a:pt x="319927" y="237111"/>
                      </a:cubicBezTo>
                      <a:cubicBezTo>
                        <a:pt x="307392" y="207509"/>
                        <a:pt x="321230" y="173350"/>
                        <a:pt x="350833" y="160817"/>
                      </a:cubicBezTo>
                      <a:cubicBezTo>
                        <a:pt x="365339" y="154675"/>
                        <a:pt x="381715" y="154675"/>
                        <a:pt x="396221" y="160817"/>
                      </a:cubicBezTo>
                      <a:lnTo>
                        <a:pt x="550754" y="6284"/>
                      </a:lnTo>
                      <a:lnTo>
                        <a:pt x="556935" y="0"/>
                      </a:lnTo>
                      <a:lnTo>
                        <a:pt x="1344639" y="0"/>
                      </a:lnTo>
                      <a:lnTo>
                        <a:pt x="1351026" y="6387"/>
                      </a:lnTo>
                      <a:lnTo>
                        <a:pt x="1557070" y="212431"/>
                      </a:lnTo>
                      <a:cubicBezTo>
                        <a:pt x="1586750" y="199799"/>
                        <a:pt x="1621056" y="213625"/>
                        <a:pt x="1633687" y="243309"/>
                      </a:cubicBezTo>
                      <a:cubicBezTo>
                        <a:pt x="1646317" y="272995"/>
                        <a:pt x="1632492" y="307299"/>
                        <a:pt x="1602811" y="319931"/>
                      </a:cubicBezTo>
                      <a:cubicBezTo>
                        <a:pt x="1573131" y="332561"/>
                        <a:pt x="1538824" y="318737"/>
                        <a:pt x="1526194" y="289051"/>
                      </a:cubicBezTo>
                      <a:cubicBezTo>
                        <a:pt x="1523114" y="281827"/>
                        <a:pt x="1521527" y="274058"/>
                        <a:pt x="1521527" y="266208"/>
                      </a:cubicBezTo>
                      <a:cubicBezTo>
                        <a:pt x="1521527" y="258361"/>
                        <a:pt x="1523062" y="250591"/>
                        <a:pt x="1526060" y="243337"/>
                      </a:cubicBezTo>
                      <a:lnTo>
                        <a:pt x="1326404" y="43784"/>
                      </a:lnTo>
                      <a:lnTo>
                        <a:pt x="575067" y="43784"/>
                      </a:lnTo>
                      <a:lnTo>
                        <a:pt x="427128" y="191723"/>
                      </a:lnTo>
                      <a:close/>
                      <a:moveTo>
                        <a:pt x="874551" y="142994"/>
                      </a:moveTo>
                      <a:cubicBezTo>
                        <a:pt x="896786" y="142815"/>
                        <a:pt x="917196" y="155276"/>
                        <a:pt x="927195" y="175137"/>
                      </a:cubicBezTo>
                      <a:lnTo>
                        <a:pt x="1040519" y="175137"/>
                      </a:lnTo>
                      <a:lnTo>
                        <a:pt x="1046906" y="181524"/>
                      </a:lnTo>
                      <a:lnTo>
                        <a:pt x="1143541" y="278158"/>
                      </a:lnTo>
                      <a:cubicBezTo>
                        <a:pt x="1173231" y="265538"/>
                        <a:pt x="1207527" y="279375"/>
                        <a:pt x="1220147" y="309065"/>
                      </a:cubicBezTo>
                      <a:cubicBezTo>
                        <a:pt x="1232768" y="338755"/>
                        <a:pt x="1218932" y="373054"/>
                        <a:pt x="1189241" y="385674"/>
                      </a:cubicBezTo>
                      <a:cubicBezTo>
                        <a:pt x="1159550" y="398295"/>
                        <a:pt x="1125254" y="384457"/>
                        <a:pt x="1112634" y="354767"/>
                      </a:cubicBezTo>
                      <a:cubicBezTo>
                        <a:pt x="1106422" y="340166"/>
                        <a:pt x="1106422" y="323667"/>
                        <a:pt x="1112634" y="309065"/>
                      </a:cubicBezTo>
                      <a:lnTo>
                        <a:pt x="1021975" y="218303"/>
                      </a:lnTo>
                      <a:lnTo>
                        <a:pt x="930389" y="218303"/>
                      </a:lnTo>
                      <a:cubicBezTo>
                        <a:pt x="925239" y="235247"/>
                        <a:pt x="912705" y="248955"/>
                        <a:pt x="896289" y="255597"/>
                      </a:cubicBezTo>
                      <a:lnTo>
                        <a:pt x="896289" y="339971"/>
                      </a:lnTo>
                      <a:lnTo>
                        <a:pt x="978706" y="422389"/>
                      </a:lnTo>
                      <a:cubicBezTo>
                        <a:pt x="1008377" y="409579"/>
                        <a:pt x="1042816" y="423249"/>
                        <a:pt x="1055622" y="452919"/>
                      </a:cubicBezTo>
                      <a:cubicBezTo>
                        <a:pt x="1068427" y="482590"/>
                        <a:pt x="1054767" y="517026"/>
                        <a:pt x="1025092" y="529836"/>
                      </a:cubicBezTo>
                      <a:cubicBezTo>
                        <a:pt x="995421" y="542645"/>
                        <a:pt x="960985" y="528976"/>
                        <a:pt x="948175" y="499306"/>
                      </a:cubicBezTo>
                      <a:cubicBezTo>
                        <a:pt x="941918" y="484812"/>
                        <a:pt x="941783" y="468405"/>
                        <a:pt x="947799" y="453810"/>
                      </a:cubicBezTo>
                      <a:lnTo>
                        <a:pt x="858171" y="364284"/>
                      </a:lnTo>
                      <a:lnTo>
                        <a:pt x="851783" y="357794"/>
                      </a:lnTo>
                      <a:lnTo>
                        <a:pt x="851783" y="254772"/>
                      </a:lnTo>
                      <a:cubicBezTo>
                        <a:pt x="821855" y="242728"/>
                        <a:pt x="807358" y="208702"/>
                        <a:pt x="819402" y="178774"/>
                      </a:cubicBezTo>
                      <a:cubicBezTo>
                        <a:pt x="828308" y="156647"/>
                        <a:pt x="849771" y="142156"/>
                        <a:pt x="873624" y="142170"/>
                      </a:cubicBezTo>
                      <a:close/>
                      <a:moveTo>
                        <a:pt x="567134" y="962531"/>
                      </a:moveTo>
                      <a:lnTo>
                        <a:pt x="388495" y="962531"/>
                      </a:lnTo>
                      <a:lnTo>
                        <a:pt x="283928" y="1067098"/>
                      </a:lnTo>
                      <a:cubicBezTo>
                        <a:pt x="285718" y="1072723"/>
                        <a:pt x="286622" y="1078606"/>
                        <a:pt x="286606" y="1084509"/>
                      </a:cubicBezTo>
                      <a:cubicBezTo>
                        <a:pt x="286612" y="1092369"/>
                        <a:pt x="285035" y="1100147"/>
                        <a:pt x="281970" y="1107379"/>
                      </a:cubicBezTo>
                      <a:lnTo>
                        <a:pt x="377471" y="1202881"/>
                      </a:lnTo>
                      <a:lnTo>
                        <a:pt x="550033" y="1202881"/>
                      </a:lnTo>
                      <a:lnTo>
                        <a:pt x="556420" y="1209268"/>
                      </a:lnTo>
                      <a:lnTo>
                        <a:pt x="664799" y="1317647"/>
                      </a:lnTo>
                      <a:lnTo>
                        <a:pt x="671186" y="1324034"/>
                      </a:lnTo>
                      <a:lnTo>
                        <a:pt x="671186" y="1478566"/>
                      </a:lnTo>
                      <a:cubicBezTo>
                        <a:pt x="701095" y="1490661"/>
                        <a:pt x="715540" y="1524710"/>
                        <a:pt x="703449" y="1554617"/>
                      </a:cubicBezTo>
                      <a:cubicBezTo>
                        <a:pt x="691359" y="1584524"/>
                        <a:pt x="657311" y="1598968"/>
                        <a:pt x="627402" y="1586873"/>
                      </a:cubicBezTo>
                      <a:cubicBezTo>
                        <a:pt x="597493" y="1574789"/>
                        <a:pt x="583048" y="1540740"/>
                        <a:pt x="595139" y="1510833"/>
                      </a:cubicBezTo>
                      <a:cubicBezTo>
                        <a:pt x="601074" y="1496142"/>
                        <a:pt x="612718" y="1484500"/>
                        <a:pt x="627402" y="1478566"/>
                      </a:cubicBezTo>
                      <a:lnTo>
                        <a:pt x="627402" y="1342166"/>
                      </a:lnTo>
                      <a:lnTo>
                        <a:pt x="531901" y="1246562"/>
                      </a:lnTo>
                      <a:lnTo>
                        <a:pt x="359340" y="1246562"/>
                      </a:lnTo>
                      <a:lnTo>
                        <a:pt x="352952" y="1240174"/>
                      </a:lnTo>
                      <a:lnTo>
                        <a:pt x="250961" y="1138183"/>
                      </a:lnTo>
                      <a:cubicBezTo>
                        <a:pt x="243766" y="1141263"/>
                        <a:pt x="236019" y="1142840"/>
                        <a:pt x="228193" y="1142819"/>
                      </a:cubicBezTo>
                      <a:cubicBezTo>
                        <a:pt x="195932" y="1142829"/>
                        <a:pt x="169768" y="1116693"/>
                        <a:pt x="169755" y="1084426"/>
                      </a:cubicBezTo>
                      <a:cubicBezTo>
                        <a:pt x="169742" y="1052170"/>
                        <a:pt x="195883" y="1026006"/>
                        <a:pt x="228145" y="1025992"/>
                      </a:cubicBezTo>
                      <a:cubicBezTo>
                        <a:pt x="237836" y="1025988"/>
                        <a:pt x="247377" y="1028396"/>
                        <a:pt x="255906" y="1032998"/>
                      </a:cubicBezTo>
                      <a:lnTo>
                        <a:pt x="363976" y="925134"/>
                      </a:lnTo>
                      <a:lnTo>
                        <a:pt x="370363" y="918644"/>
                      </a:lnTo>
                      <a:lnTo>
                        <a:pt x="567134" y="918644"/>
                      </a:lnTo>
                      <a:lnTo>
                        <a:pt x="678707" y="807174"/>
                      </a:lnTo>
                      <a:lnTo>
                        <a:pt x="623281" y="752058"/>
                      </a:lnTo>
                      <a:lnTo>
                        <a:pt x="388804" y="752058"/>
                      </a:lnTo>
                      <a:lnTo>
                        <a:pt x="382416" y="745671"/>
                      </a:lnTo>
                      <a:lnTo>
                        <a:pt x="274656" y="637601"/>
                      </a:lnTo>
                      <a:cubicBezTo>
                        <a:pt x="244966" y="650221"/>
                        <a:pt x="210667" y="636384"/>
                        <a:pt x="198047" y="606694"/>
                      </a:cubicBezTo>
                      <a:cubicBezTo>
                        <a:pt x="185426" y="577005"/>
                        <a:pt x="199263" y="542706"/>
                        <a:pt x="228953" y="530085"/>
                      </a:cubicBezTo>
                      <a:cubicBezTo>
                        <a:pt x="258642" y="517464"/>
                        <a:pt x="292942" y="531302"/>
                        <a:pt x="305562" y="560992"/>
                      </a:cubicBezTo>
                      <a:cubicBezTo>
                        <a:pt x="311769" y="575593"/>
                        <a:pt x="311769" y="592092"/>
                        <a:pt x="305562" y="606694"/>
                      </a:cubicBezTo>
                      <a:lnTo>
                        <a:pt x="406833" y="708068"/>
                      </a:lnTo>
                      <a:lnTo>
                        <a:pt x="641413" y="708068"/>
                      </a:lnTo>
                      <a:lnTo>
                        <a:pt x="647903" y="714455"/>
                      </a:lnTo>
                      <a:lnTo>
                        <a:pt x="723109" y="789661"/>
                      </a:lnTo>
                      <a:lnTo>
                        <a:pt x="901131" y="789661"/>
                      </a:lnTo>
                      <a:cubicBezTo>
                        <a:pt x="913221" y="759690"/>
                        <a:pt x="947319" y="745196"/>
                        <a:pt x="977289" y="757286"/>
                      </a:cubicBezTo>
                      <a:cubicBezTo>
                        <a:pt x="1007260" y="769377"/>
                        <a:pt x="1021754" y="803474"/>
                        <a:pt x="1009664" y="833445"/>
                      </a:cubicBezTo>
                      <a:cubicBezTo>
                        <a:pt x="997573" y="863416"/>
                        <a:pt x="963476" y="877910"/>
                        <a:pt x="933505" y="865820"/>
                      </a:cubicBezTo>
                      <a:cubicBezTo>
                        <a:pt x="918765" y="859873"/>
                        <a:pt x="907077" y="848185"/>
                        <a:pt x="901131" y="833445"/>
                      </a:cubicBezTo>
                      <a:lnTo>
                        <a:pt x="714455" y="833445"/>
                      </a:lnTo>
                      <a:lnTo>
                        <a:pt x="607210" y="940587"/>
                      </a:lnTo>
                      <a:lnTo>
                        <a:pt x="684579" y="1017957"/>
                      </a:lnTo>
                      <a:cubicBezTo>
                        <a:pt x="714312" y="1005292"/>
                        <a:pt x="748681" y="1019130"/>
                        <a:pt x="761346" y="1048863"/>
                      </a:cubicBezTo>
                      <a:cubicBezTo>
                        <a:pt x="774009" y="1078595"/>
                        <a:pt x="760172" y="1112963"/>
                        <a:pt x="730439" y="1125625"/>
                      </a:cubicBezTo>
                      <a:cubicBezTo>
                        <a:pt x="700706" y="1138296"/>
                        <a:pt x="666336" y="1124461"/>
                        <a:pt x="653673" y="1094718"/>
                      </a:cubicBezTo>
                      <a:cubicBezTo>
                        <a:pt x="647432" y="1080068"/>
                        <a:pt x="647432" y="1063513"/>
                        <a:pt x="653673" y="1048863"/>
                      </a:cubicBezTo>
                      <a:lnTo>
                        <a:pt x="567134" y="962428"/>
                      </a:lnTo>
                      <a:close/>
                      <a:moveTo>
                        <a:pt x="231387" y="796460"/>
                      </a:moveTo>
                      <a:cubicBezTo>
                        <a:pt x="263648" y="796496"/>
                        <a:pt x="289771" y="822677"/>
                        <a:pt x="289735" y="854938"/>
                      </a:cubicBezTo>
                      <a:cubicBezTo>
                        <a:pt x="289699" y="887200"/>
                        <a:pt x="263517" y="913323"/>
                        <a:pt x="231257" y="913287"/>
                      </a:cubicBezTo>
                      <a:cubicBezTo>
                        <a:pt x="223443" y="913278"/>
                        <a:pt x="215710" y="911701"/>
                        <a:pt x="208516" y="908651"/>
                      </a:cubicBezTo>
                      <a:lnTo>
                        <a:pt x="171119" y="946048"/>
                      </a:lnTo>
                      <a:cubicBezTo>
                        <a:pt x="183714" y="975748"/>
                        <a:pt x="169848" y="1010035"/>
                        <a:pt x="140148" y="1022631"/>
                      </a:cubicBezTo>
                      <a:cubicBezTo>
                        <a:pt x="110447" y="1035223"/>
                        <a:pt x="76160" y="1021359"/>
                        <a:pt x="63564" y="991659"/>
                      </a:cubicBezTo>
                      <a:cubicBezTo>
                        <a:pt x="57383" y="977084"/>
                        <a:pt x="57383" y="960623"/>
                        <a:pt x="63564" y="946048"/>
                      </a:cubicBezTo>
                      <a:lnTo>
                        <a:pt x="6387" y="888974"/>
                      </a:lnTo>
                      <a:lnTo>
                        <a:pt x="0" y="882586"/>
                      </a:lnTo>
                      <a:lnTo>
                        <a:pt x="0" y="527059"/>
                      </a:lnTo>
                      <a:lnTo>
                        <a:pt x="6387" y="520671"/>
                      </a:lnTo>
                      <a:lnTo>
                        <a:pt x="186160" y="340899"/>
                      </a:lnTo>
                      <a:lnTo>
                        <a:pt x="192548" y="334511"/>
                      </a:lnTo>
                      <a:lnTo>
                        <a:pt x="378914" y="334511"/>
                      </a:lnTo>
                      <a:cubicBezTo>
                        <a:pt x="391004" y="304602"/>
                        <a:pt x="425052" y="290157"/>
                        <a:pt x="454961" y="302248"/>
                      </a:cubicBezTo>
                      <a:cubicBezTo>
                        <a:pt x="484870" y="314339"/>
                        <a:pt x="499316" y="348386"/>
                        <a:pt x="487226" y="378295"/>
                      </a:cubicBezTo>
                      <a:cubicBezTo>
                        <a:pt x="475135" y="408205"/>
                        <a:pt x="441087" y="422649"/>
                        <a:pt x="411177" y="410559"/>
                      </a:cubicBezTo>
                      <a:cubicBezTo>
                        <a:pt x="396493" y="404624"/>
                        <a:pt x="384850" y="392979"/>
                        <a:pt x="378914" y="378295"/>
                      </a:cubicBezTo>
                      <a:lnTo>
                        <a:pt x="210679" y="378295"/>
                      </a:lnTo>
                      <a:lnTo>
                        <a:pt x="43784" y="545190"/>
                      </a:lnTo>
                      <a:lnTo>
                        <a:pt x="43784" y="864557"/>
                      </a:lnTo>
                      <a:lnTo>
                        <a:pt x="94471" y="915244"/>
                      </a:lnTo>
                      <a:cubicBezTo>
                        <a:pt x="109084" y="909205"/>
                        <a:pt x="125496" y="909205"/>
                        <a:pt x="140109" y="915244"/>
                      </a:cubicBezTo>
                      <a:lnTo>
                        <a:pt x="177609" y="877847"/>
                      </a:lnTo>
                      <a:cubicBezTo>
                        <a:pt x="165036" y="848138"/>
                        <a:pt x="178926" y="813861"/>
                        <a:pt x="208635" y="801286"/>
                      </a:cubicBezTo>
                      <a:cubicBezTo>
                        <a:pt x="215833" y="798239"/>
                        <a:pt x="223570" y="796668"/>
                        <a:pt x="231387" y="796666"/>
                      </a:cubicBezTo>
                      <a:close/>
                      <a:moveTo>
                        <a:pt x="1458787" y="506351"/>
                      </a:moveTo>
                      <a:cubicBezTo>
                        <a:pt x="1450926" y="506345"/>
                        <a:pt x="1443148" y="507922"/>
                        <a:pt x="1435916" y="510987"/>
                      </a:cubicBezTo>
                      <a:lnTo>
                        <a:pt x="1366891" y="441963"/>
                      </a:lnTo>
                      <a:lnTo>
                        <a:pt x="1366891" y="357382"/>
                      </a:lnTo>
                      <a:cubicBezTo>
                        <a:pt x="1396799" y="345291"/>
                        <a:pt x="1411242" y="311244"/>
                        <a:pt x="1399158" y="281335"/>
                      </a:cubicBezTo>
                      <a:cubicBezTo>
                        <a:pt x="1387063" y="251424"/>
                        <a:pt x="1353014" y="236980"/>
                        <a:pt x="1323107" y="249070"/>
                      </a:cubicBezTo>
                      <a:cubicBezTo>
                        <a:pt x="1293200" y="261161"/>
                        <a:pt x="1278757" y="295208"/>
                        <a:pt x="1290841" y="325119"/>
                      </a:cubicBezTo>
                      <a:cubicBezTo>
                        <a:pt x="1296775" y="339802"/>
                        <a:pt x="1308427" y="351446"/>
                        <a:pt x="1323107" y="357382"/>
                      </a:cubicBezTo>
                      <a:lnTo>
                        <a:pt x="1323107" y="460404"/>
                      </a:lnTo>
                      <a:lnTo>
                        <a:pt x="1329495" y="466791"/>
                      </a:lnTo>
                      <a:lnTo>
                        <a:pt x="1405010" y="542306"/>
                      </a:lnTo>
                      <a:cubicBezTo>
                        <a:pt x="1392431" y="572015"/>
                        <a:pt x="1406328" y="606293"/>
                        <a:pt x="1436040" y="618867"/>
                      </a:cubicBezTo>
                      <a:cubicBezTo>
                        <a:pt x="1465741" y="631441"/>
                        <a:pt x="1500026" y="617551"/>
                        <a:pt x="1512595" y="587841"/>
                      </a:cubicBezTo>
                      <a:cubicBezTo>
                        <a:pt x="1525174" y="558132"/>
                        <a:pt x="1511276" y="523855"/>
                        <a:pt x="1481575" y="511280"/>
                      </a:cubicBezTo>
                      <a:cubicBezTo>
                        <a:pt x="1474364" y="508229"/>
                        <a:pt x="1466617" y="506658"/>
                        <a:pt x="1458787" y="506660"/>
                      </a:cubicBezTo>
                      <a:close/>
                      <a:moveTo>
                        <a:pt x="624311" y="142994"/>
                      </a:moveTo>
                      <a:cubicBezTo>
                        <a:pt x="656629" y="143065"/>
                        <a:pt x="682770" y="169320"/>
                        <a:pt x="682700" y="201638"/>
                      </a:cubicBezTo>
                      <a:cubicBezTo>
                        <a:pt x="682682" y="209416"/>
                        <a:pt x="681115" y="217113"/>
                        <a:pt x="678089" y="224278"/>
                      </a:cubicBezTo>
                      <a:lnTo>
                        <a:pt x="709922" y="256112"/>
                      </a:lnTo>
                      <a:lnTo>
                        <a:pt x="716310" y="262499"/>
                      </a:lnTo>
                      <a:lnTo>
                        <a:pt x="716310" y="331627"/>
                      </a:lnTo>
                      <a:cubicBezTo>
                        <a:pt x="746219" y="343717"/>
                        <a:pt x="760664" y="377765"/>
                        <a:pt x="748573" y="407674"/>
                      </a:cubicBezTo>
                      <a:cubicBezTo>
                        <a:pt x="736482" y="437583"/>
                        <a:pt x="702435" y="452029"/>
                        <a:pt x="672525" y="439938"/>
                      </a:cubicBezTo>
                      <a:cubicBezTo>
                        <a:pt x="642616" y="427848"/>
                        <a:pt x="628172" y="393800"/>
                        <a:pt x="640262" y="363890"/>
                      </a:cubicBezTo>
                      <a:cubicBezTo>
                        <a:pt x="646197" y="349206"/>
                        <a:pt x="657842" y="337563"/>
                        <a:pt x="672525" y="331627"/>
                      </a:cubicBezTo>
                      <a:lnTo>
                        <a:pt x="672525" y="280631"/>
                      </a:lnTo>
                      <a:lnTo>
                        <a:pt x="647079" y="255185"/>
                      </a:lnTo>
                      <a:cubicBezTo>
                        <a:pt x="617379" y="267780"/>
                        <a:pt x="583091" y="253913"/>
                        <a:pt x="570496" y="224213"/>
                      </a:cubicBezTo>
                      <a:cubicBezTo>
                        <a:pt x="557900" y="194513"/>
                        <a:pt x="571767" y="160225"/>
                        <a:pt x="601467" y="147630"/>
                      </a:cubicBezTo>
                      <a:cubicBezTo>
                        <a:pt x="608693" y="144565"/>
                        <a:pt x="616462" y="142989"/>
                        <a:pt x="624311" y="142994"/>
                      </a:cubicBezTo>
                      <a:close/>
                      <a:moveTo>
                        <a:pt x="504806" y="473899"/>
                      </a:moveTo>
                      <a:cubicBezTo>
                        <a:pt x="528630" y="473922"/>
                        <a:pt x="550062" y="488386"/>
                        <a:pt x="558996" y="510472"/>
                      </a:cubicBezTo>
                      <a:lnTo>
                        <a:pt x="749071" y="510472"/>
                      </a:lnTo>
                      <a:lnTo>
                        <a:pt x="755458" y="516859"/>
                      </a:lnTo>
                      <a:lnTo>
                        <a:pt x="865382" y="626681"/>
                      </a:lnTo>
                      <a:lnTo>
                        <a:pt x="1150752" y="626681"/>
                      </a:lnTo>
                      <a:lnTo>
                        <a:pt x="1157139" y="633068"/>
                      </a:lnTo>
                      <a:lnTo>
                        <a:pt x="1207311" y="683239"/>
                      </a:lnTo>
                      <a:cubicBezTo>
                        <a:pt x="1237002" y="670619"/>
                        <a:pt x="1271298" y="684456"/>
                        <a:pt x="1283918" y="714146"/>
                      </a:cubicBezTo>
                      <a:cubicBezTo>
                        <a:pt x="1296538" y="743836"/>
                        <a:pt x="1282702" y="778135"/>
                        <a:pt x="1253011" y="790755"/>
                      </a:cubicBezTo>
                      <a:cubicBezTo>
                        <a:pt x="1223321" y="803376"/>
                        <a:pt x="1189025" y="789538"/>
                        <a:pt x="1176404" y="759848"/>
                      </a:cubicBezTo>
                      <a:cubicBezTo>
                        <a:pt x="1170203" y="745247"/>
                        <a:pt x="1170203" y="728748"/>
                        <a:pt x="1176404" y="714146"/>
                      </a:cubicBezTo>
                      <a:lnTo>
                        <a:pt x="1133238" y="670465"/>
                      </a:lnTo>
                      <a:lnTo>
                        <a:pt x="847662" y="670465"/>
                      </a:lnTo>
                      <a:lnTo>
                        <a:pt x="841172" y="664077"/>
                      </a:lnTo>
                      <a:lnTo>
                        <a:pt x="731454" y="553741"/>
                      </a:lnTo>
                      <a:lnTo>
                        <a:pt x="558790" y="553741"/>
                      </a:lnTo>
                      <a:cubicBezTo>
                        <a:pt x="546954" y="583752"/>
                        <a:pt x="513030" y="598488"/>
                        <a:pt x="483019" y="586653"/>
                      </a:cubicBezTo>
                      <a:cubicBezTo>
                        <a:pt x="453008" y="574816"/>
                        <a:pt x="438274" y="540893"/>
                        <a:pt x="450109" y="510882"/>
                      </a:cubicBezTo>
                      <a:cubicBezTo>
                        <a:pt x="458957" y="488444"/>
                        <a:pt x="480687" y="473752"/>
                        <a:pt x="504806" y="473899"/>
                      </a:cubicBezTo>
                      <a:close/>
                      <a:moveTo>
                        <a:pt x="1672042" y="370878"/>
                      </a:moveTo>
                      <a:cubicBezTo>
                        <a:pt x="1704298" y="370803"/>
                        <a:pt x="1730517" y="396895"/>
                        <a:pt x="1730589" y="429156"/>
                      </a:cubicBezTo>
                      <a:cubicBezTo>
                        <a:pt x="1730641" y="453046"/>
                        <a:pt x="1716145" y="474561"/>
                        <a:pt x="1693985" y="483480"/>
                      </a:cubicBezTo>
                      <a:lnTo>
                        <a:pt x="1693985" y="654187"/>
                      </a:lnTo>
                      <a:lnTo>
                        <a:pt x="1687495" y="660575"/>
                      </a:lnTo>
                      <a:lnTo>
                        <a:pt x="1360504" y="987565"/>
                      </a:lnTo>
                      <a:lnTo>
                        <a:pt x="1354117" y="993953"/>
                      </a:lnTo>
                      <a:lnTo>
                        <a:pt x="1143541" y="993953"/>
                      </a:lnTo>
                      <a:cubicBezTo>
                        <a:pt x="1131446" y="1023862"/>
                        <a:pt x="1097397" y="1038304"/>
                        <a:pt x="1067490" y="1026216"/>
                      </a:cubicBezTo>
                      <a:cubicBezTo>
                        <a:pt x="1037583" y="1014125"/>
                        <a:pt x="1023138" y="980078"/>
                        <a:pt x="1035234" y="950168"/>
                      </a:cubicBezTo>
                      <a:cubicBezTo>
                        <a:pt x="1047318" y="920259"/>
                        <a:pt x="1081367" y="905815"/>
                        <a:pt x="1111274" y="917905"/>
                      </a:cubicBezTo>
                      <a:cubicBezTo>
                        <a:pt x="1125965" y="923840"/>
                        <a:pt x="1137607" y="935485"/>
                        <a:pt x="1143541" y="950168"/>
                      </a:cubicBezTo>
                      <a:lnTo>
                        <a:pt x="1336294" y="950168"/>
                      </a:lnTo>
                      <a:lnTo>
                        <a:pt x="1650510" y="635953"/>
                      </a:lnTo>
                      <a:lnTo>
                        <a:pt x="1650510" y="483377"/>
                      </a:lnTo>
                      <a:cubicBezTo>
                        <a:pt x="1620634" y="471195"/>
                        <a:pt x="1606293" y="437104"/>
                        <a:pt x="1618481" y="407231"/>
                      </a:cubicBezTo>
                      <a:cubicBezTo>
                        <a:pt x="1627372" y="385423"/>
                        <a:pt x="1648491" y="371090"/>
                        <a:pt x="1672042" y="370878"/>
                      </a:cubicBezTo>
                      <a:close/>
                      <a:moveTo>
                        <a:pt x="775135" y="1395325"/>
                      </a:moveTo>
                      <a:lnTo>
                        <a:pt x="775135" y="1236260"/>
                      </a:lnTo>
                      <a:lnTo>
                        <a:pt x="781522" y="1229872"/>
                      </a:lnTo>
                      <a:lnTo>
                        <a:pt x="918129" y="1093266"/>
                      </a:lnTo>
                      <a:cubicBezTo>
                        <a:pt x="905595" y="1063667"/>
                        <a:pt x="919432" y="1029504"/>
                        <a:pt x="949036" y="1016971"/>
                      </a:cubicBezTo>
                      <a:cubicBezTo>
                        <a:pt x="978639" y="1004437"/>
                        <a:pt x="1012797" y="1018274"/>
                        <a:pt x="1025330" y="1047874"/>
                      </a:cubicBezTo>
                      <a:cubicBezTo>
                        <a:pt x="1037861" y="1077483"/>
                        <a:pt x="1024027" y="1111634"/>
                        <a:pt x="994424" y="1124172"/>
                      </a:cubicBezTo>
                      <a:cubicBezTo>
                        <a:pt x="979918" y="1130312"/>
                        <a:pt x="963542" y="1130312"/>
                        <a:pt x="949036" y="1124172"/>
                      </a:cubicBezTo>
                      <a:lnTo>
                        <a:pt x="818919" y="1254494"/>
                      </a:lnTo>
                      <a:lnTo>
                        <a:pt x="818919" y="1395325"/>
                      </a:lnTo>
                      <a:cubicBezTo>
                        <a:pt x="848829" y="1407420"/>
                        <a:pt x="863273" y="1441468"/>
                        <a:pt x="851183" y="1471376"/>
                      </a:cubicBezTo>
                      <a:cubicBezTo>
                        <a:pt x="839092" y="1501283"/>
                        <a:pt x="805044" y="1515726"/>
                        <a:pt x="775135" y="1503632"/>
                      </a:cubicBezTo>
                      <a:cubicBezTo>
                        <a:pt x="745226" y="1491547"/>
                        <a:pt x="730781" y="1457499"/>
                        <a:pt x="742872" y="1427591"/>
                      </a:cubicBezTo>
                      <a:cubicBezTo>
                        <a:pt x="748807" y="1412900"/>
                        <a:pt x="760451" y="1401259"/>
                        <a:pt x="775135" y="1395325"/>
                      </a:cubicBezTo>
                      <a:close/>
                    </a:path>
                  </a:pathLst>
                </a:custGeom>
                <a:solidFill>
                  <a:schemeClr val="bg1"/>
                </a:solidFill>
                <a:ln w="10262" cap="flat">
                  <a:noFill/>
                  <a:prstDash val="solid"/>
                  <a:miter/>
                </a:ln>
              </p:spPr>
              <p:txBody>
                <a:bodyPr rtlCol="0" anchor="ctr"/>
                <a:lstStyle/>
                <a:p>
                  <a:pPr defTabSz="685526">
                    <a:defRPr/>
                  </a:pPr>
                  <a:endParaRPr lang="de-DE" sz="1275" dirty="0">
                    <a:solidFill>
                      <a:srgbClr val="000000"/>
                    </a:solidFill>
                    <a:latin typeface="Arial"/>
                  </a:endParaRPr>
                </a:p>
              </p:txBody>
            </p:sp>
          </p:grpSp>
        </p:grpSp>
        <p:sp>
          <p:nvSpPr>
            <p:cNvPr id="103" name="Rectangle 7">
              <a:extLst>
                <a:ext uri="{FF2B5EF4-FFF2-40B4-BE49-F238E27FC236}">
                  <a16:creationId xmlns:a16="http://schemas.microsoft.com/office/drawing/2014/main" id="{F26533A9-F801-45CD-9E7E-8DCF87A06577}"/>
                </a:ext>
              </a:extLst>
            </p:cNvPr>
            <p:cNvSpPr/>
            <p:nvPr/>
          </p:nvSpPr>
          <p:spPr>
            <a:xfrm>
              <a:off x="540312" y="4673993"/>
              <a:ext cx="1554777" cy="3804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26">
                <a:defRPr/>
              </a:pPr>
              <a:r>
                <a:rPr lang="en-GB" sz="1050" b="1" dirty="0">
                  <a:solidFill>
                    <a:srgbClr val="FFFFFF"/>
                  </a:solidFill>
                  <a:latin typeface="+mj-lt"/>
                </a:rPr>
                <a:t>Intelligence Backbone</a:t>
              </a:r>
            </a:p>
          </p:txBody>
        </p:sp>
      </p:grpSp>
      <p:grpSp>
        <p:nvGrpSpPr>
          <p:cNvPr id="13" name="Gruppieren 12">
            <a:extLst>
              <a:ext uri="{FF2B5EF4-FFF2-40B4-BE49-F238E27FC236}">
                <a16:creationId xmlns:a16="http://schemas.microsoft.com/office/drawing/2014/main" id="{FBBAC2D9-E40D-45B8-8EC5-4FA6F66EB3EA}"/>
              </a:ext>
            </a:extLst>
          </p:cNvPr>
          <p:cNvGrpSpPr/>
          <p:nvPr/>
        </p:nvGrpSpPr>
        <p:grpSpPr>
          <a:xfrm>
            <a:off x="3699991" y="1195519"/>
            <a:ext cx="2250844" cy="474833"/>
            <a:chOff x="3574633" y="1114403"/>
            <a:chExt cx="2250844" cy="423290"/>
          </a:xfrm>
        </p:grpSpPr>
        <p:sp>
          <p:nvSpPr>
            <p:cNvPr id="14" name="Rectangle 13"/>
            <p:cNvSpPr/>
            <p:nvPr/>
          </p:nvSpPr>
          <p:spPr>
            <a:xfrm>
              <a:off x="3574633" y="1114403"/>
              <a:ext cx="2250844" cy="42329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80989" rtlCol="0" anchor="t">
              <a:noAutofit/>
            </a:bodyPr>
            <a:lstStyle/>
            <a:p>
              <a:pPr defTabSz="685526">
                <a:defRPr/>
              </a:pPr>
              <a:r>
                <a:rPr lang="en-GB" sz="1275" b="1" dirty="0">
                  <a:solidFill>
                    <a:schemeClr val="accent5"/>
                  </a:solidFill>
                  <a:latin typeface="Helvetica 75 Bold" panose="02000503000000020004" pitchFamily="2" charset="0"/>
                  <a:ea typeface="Helvetica 75 Bold" panose="02000503000000020004" pitchFamily="2" charset="0"/>
                  <a:cs typeface="Helvetica 75 Bold" panose="02000503000000020004" pitchFamily="2" charset="0"/>
                </a:rPr>
                <a:t>Anticipate</a:t>
              </a:r>
            </a:p>
          </p:txBody>
        </p:sp>
        <p:sp>
          <p:nvSpPr>
            <p:cNvPr id="71" name="Rectangle 70">
              <a:extLst>
                <a:ext uri="{FF2B5EF4-FFF2-40B4-BE49-F238E27FC236}">
                  <a16:creationId xmlns:a16="http://schemas.microsoft.com/office/drawing/2014/main" id="{0B024685-D5F1-F24F-9BE3-433155BAC42F}"/>
                </a:ext>
              </a:extLst>
            </p:cNvPr>
            <p:cNvSpPr/>
            <p:nvPr/>
          </p:nvSpPr>
          <p:spPr>
            <a:xfrm>
              <a:off x="3584169" y="1295728"/>
              <a:ext cx="2181024" cy="226346"/>
            </a:xfrm>
            <a:prstGeom prst="rect">
              <a:avLst/>
            </a:prstGeom>
          </p:spPr>
          <p:txBody>
            <a:bodyPr wrap="square" lIns="68571" tIns="34286" rIns="68571" bIns="34286" anchor="t">
              <a:spAutoFit/>
            </a:bodyPr>
            <a:lstStyle/>
            <a:p>
              <a:pPr>
                <a:defRPr/>
              </a:pPr>
              <a:r>
                <a:rPr lang="en-US" sz="1200" b="1" dirty="0">
                  <a:solidFill>
                    <a:schemeClr val="bg1"/>
                  </a:solidFill>
                  <a:ea typeface="+mn-lt"/>
                  <a:cs typeface="Arial"/>
                </a:rPr>
                <a:t>Cyber Threats</a:t>
              </a:r>
              <a:endParaRPr lang="en-GB" sz="1200" dirty="0">
                <a:solidFill>
                  <a:schemeClr val="bg1"/>
                </a:solidFill>
                <a:cs typeface="Arial"/>
              </a:endParaRPr>
            </a:p>
          </p:txBody>
        </p:sp>
      </p:grpSp>
      <p:grpSp>
        <p:nvGrpSpPr>
          <p:cNvPr id="12" name="Gruppieren 11">
            <a:extLst>
              <a:ext uri="{FF2B5EF4-FFF2-40B4-BE49-F238E27FC236}">
                <a16:creationId xmlns:a16="http://schemas.microsoft.com/office/drawing/2014/main" id="{3592B600-8486-49EB-B423-E7C6B1581CAE}"/>
              </a:ext>
            </a:extLst>
          </p:cNvPr>
          <p:cNvGrpSpPr/>
          <p:nvPr/>
        </p:nvGrpSpPr>
        <p:grpSpPr>
          <a:xfrm>
            <a:off x="3695672" y="1809111"/>
            <a:ext cx="2250844" cy="632640"/>
            <a:chOff x="3586333" y="1745403"/>
            <a:chExt cx="2250844" cy="632640"/>
          </a:xfrm>
        </p:grpSpPr>
        <p:sp>
          <p:nvSpPr>
            <p:cNvPr id="60" name="Rectangle 13">
              <a:extLst>
                <a:ext uri="{FF2B5EF4-FFF2-40B4-BE49-F238E27FC236}">
                  <a16:creationId xmlns:a16="http://schemas.microsoft.com/office/drawing/2014/main" id="{D5B1B61B-5128-481B-8151-20EB210D660C}"/>
                </a:ext>
              </a:extLst>
            </p:cNvPr>
            <p:cNvSpPr/>
            <p:nvPr/>
          </p:nvSpPr>
          <p:spPr>
            <a:xfrm>
              <a:off x="3586333" y="1745403"/>
              <a:ext cx="2250844" cy="63264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80989" rtlCol="0" anchor="t">
              <a:noAutofit/>
            </a:bodyPr>
            <a:lstStyle/>
            <a:p>
              <a:pPr defTabSz="685526">
                <a:defRPr/>
              </a:pPr>
              <a:r>
                <a:rPr lang="en-GB" sz="1275" b="1" dirty="0">
                  <a:solidFill>
                    <a:srgbClr val="FFD200"/>
                  </a:solidFill>
                  <a:latin typeface="Helvetica 75 Bold" panose="02000503000000020004" pitchFamily="2" charset="0"/>
                  <a:ea typeface="Helvetica 75 Bold" panose="02000503000000020004" pitchFamily="2" charset="0"/>
                  <a:cs typeface="Helvetica 75 Bold" panose="02000503000000020004" pitchFamily="2" charset="0"/>
                </a:rPr>
                <a:t>Identify</a:t>
              </a:r>
            </a:p>
          </p:txBody>
        </p:sp>
        <p:sp>
          <p:nvSpPr>
            <p:cNvPr id="72" name="Rectangle 71">
              <a:extLst>
                <a:ext uri="{FF2B5EF4-FFF2-40B4-BE49-F238E27FC236}">
                  <a16:creationId xmlns:a16="http://schemas.microsoft.com/office/drawing/2014/main" id="{B0822B70-B692-C34B-BC6E-A53C05E5E66D}"/>
                </a:ext>
              </a:extLst>
            </p:cNvPr>
            <p:cNvSpPr/>
            <p:nvPr/>
          </p:nvSpPr>
          <p:spPr>
            <a:xfrm>
              <a:off x="3596615" y="1954962"/>
              <a:ext cx="2219622" cy="253908"/>
            </a:xfrm>
            <a:prstGeom prst="rect">
              <a:avLst/>
            </a:prstGeom>
          </p:spPr>
          <p:txBody>
            <a:bodyPr wrap="square" lIns="68571" tIns="34286" rIns="68571" bIns="34286" anchor="t">
              <a:spAutoFit/>
            </a:bodyPr>
            <a:lstStyle/>
            <a:p>
              <a:pPr>
                <a:defRPr/>
              </a:pPr>
              <a:r>
                <a:rPr lang="en-US" sz="1200" b="1" dirty="0">
                  <a:solidFill>
                    <a:schemeClr val="bg1"/>
                  </a:solidFill>
                  <a:ea typeface="+mn-lt"/>
                  <a:cs typeface="Arial"/>
                </a:rPr>
                <a:t>Risks before hackers do</a:t>
              </a:r>
              <a:endParaRPr lang="en-GB" sz="1200" b="1" dirty="0">
                <a:solidFill>
                  <a:schemeClr val="bg1"/>
                </a:solidFill>
                <a:ea typeface="+mn-lt"/>
                <a:cs typeface="Arial"/>
              </a:endParaRPr>
            </a:p>
          </p:txBody>
        </p:sp>
      </p:grpSp>
      <p:sp>
        <p:nvSpPr>
          <p:cNvPr id="73" name="Titel 14">
            <a:extLst>
              <a:ext uri="{FF2B5EF4-FFF2-40B4-BE49-F238E27FC236}">
                <a16:creationId xmlns:a16="http://schemas.microsoft.com/office/drawing/2014/main" id="{2EEFE53A-2FBA-430B-B945-68F5B8939CDF}"/>
              </a:ext>
            </a:extLst>
          </p:cNvPr>
          <p:cNvSpPr txBox="1">
            <a:spLocks/>
          </p:cNvSpPr>
          <p:nvPr/>
        </p:nvSpPr>
        <p:spPr>
          <a:xfrm>
            <a:off x="298452" y="356776"/>
            <a:ext cx="8516475" cy="741362"/>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r>
              <a:rPr lang="de-DE" sz="3200" dirty="0" err="1">
                <a:solidFill>
                  <a:schemeClr val="bg1"/>
                </a:solidFill>
              </a:rPr>
              <a:t>Cybersecurity</a:t>
            </a:r>
            <a:r>
              <a:rPr lang="de-DE" sz="3200" dirty="0">
                <a:solidFill>
                  <a:schemeClr val="bg1"/>
                </a:solidFill>
              </a:rPr>
              <a:t> </a:t>
            </a:r>
            <a:r>
              <a:rPr lang="de-DE" sz="3200" dirty="0" err="1">
                <a:solidFill>
                  <a:schemeClr val="bg1"/>
                </a:solidFill>
              </a:rPr>
              <a:t>Intelligence</a:t>
            </a:r>
            <a:endParaRPr lang="de-DE" sz="3200" dirty="0">
              <a:solidFill>
                <a:schemeClr val="bg1"/>
              </a:solidFill>
            </a:endParaRPr>
          </a:p>
        </p:txBody>
      </p:sp>
    </p:spTree>
    <p:extLst>
      <p:ext uri="{BB962C8B-B14F-4D97-AF65-F5344CB8AC3E}">
        <p14:creationId xmlns:p14="http://schemas.microsoft.com/office/powerpoint/2010/main" val="2307827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Gruppieren 99">
            <a:extLst>
              <a:ext uri="{FF2B5EF4-FFF2-40B4-BE49-F238E27FC236}">
                <a16:creationId xmlns:a16="http://schemas.microsoft.com/office/drawing/2014/main" id="{041F34C0-48E9-4EF6-93DA-64A1D92A331F}"/>
              </a:ext>
            </a:extLst>
          </p:cNvPr>
          <p:cNvGrpSpPr/>
          <p:nvPr/>
        </p:nvGrpSpPr>
        <p:grpSpPr>
          <a:xfrm>
            <a:off x="766041" y="3182400"/>
            <a:ext cx="7627665" cy="828000"/>
            <a:chOff x="651586" y="3168728"/>
            <a:chExt cx="7745293" cy="828000"/>
          </a:xfrm>
        </p:grpSpPr>
        <p:sp>
          <p:nvSpPr>
            <p:cNvPr id="101" name="Line 76">
              <a:extLst>
                <a:ext uri="{FF2B5EF4-FFF2-40B4-BE49-F238E27FC236}">
                  <a16:creationId xmlns:a16="http://schemas.microsoft.com/office/drawing/2014/main" id="{DB846A0F-35E8-42C2-B5B6-5CCEDFA93ACD}"/>
                </a:ext>
              </a:extLst>
            </p:cNvPr>
            <p:cNvSpPr>
              <a:spLocks noChangeShapeType="1"/>
            </p:cNvSpPr>
            <p:nvPr/>
          </p:nvSpPr>
          <p:spPr bwMode="auto">
            <a:xfrm rot="16200000">
              <a:off x="747981" y="3897294"/>
              <a:ext cx="0" cy="0"/>
            </a:xfrm>
            <a:prstGeom prst="line">
              <a:avLst/>
            </a:prstGeom>
            <a:noFill/>
            <a:ln w="25400"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DE"/>
            </a:p>
          </p:txBody>
        </p:sp>
        <p:sp>
          <p:nvSpPr>
            <p:cNvPr id="102" name="Rectangle 18">
              <a:extLst>
                <a:ext uri="{FF2B5EF4-FFF2-40B4-BE49-F238E27FC236}">
                  <a16:creationId xmlns:a16="http://schemas.microsoft.com/office/drawing/2014/main" id="{76CFD934-D428-48AD-B8FE-C1F2D8124E73}"/>
                </a:ext>
              </a:extLst>
            </p:cNvPr>
            <p:cNvSpPr>
              <a:spLocks noChangeArrowheads="1"/>
            </p:cNvSpPr>
            <p:nvPr/>
          </p:nvSpPr>
          <p:spPr bwMode="auto">
            <a:xfrm>
              <a:off x="651586" y="3168728"/>
              <a:ext cx="7745293" cy="828000"/>
            </a:xfrm>
            <a:prstGeom prst="rect">
              <a:avLst/>
            </a:prstGeom>
            <a:solidFill>
              <a:schemeClr val="accent2"/>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r>
                <a:rPr lang="de-DE" sz="1300" b="1" dirty="0" err="1"/>
                <a:t>Attack</a:t>
              </a:r>
              <a:r>
                <a:rPr lang="de-DE" sz="1300" b="1" dirty="0"/>
                <a:t> Surface </a:t>
              </a:r>
              <a:r>
                <a:rPr lang="de-DE" sz="1300" b="1" dirty="0" err="1"/>
                <a:t>Reduction</a:t>
              </a:r>
              <a:endParaRPr lang="de-DE" sz="1300" b="1" dirty="0"/>
            </a:p>
            <a:p>
              <a:endParaRPr lang="de-DE" dirty="0"/>
            </a:p>
          </p:txBody>
        </p:sp>
      </p:grpSp>
      <p:grpSp>
        <p:nvGrpSpPr>
          <p:cNvPr id="96" name="Gruppieren 95">
            <a:extLst>
              <a:ext uri="{FF2B5EF4-FFF2-40B4-BE49-F238E27FC236}">
                <a16:creationId xmlns:a16="http://schemas.microsoft.com/office/drawing/2014/main" id="{BC883725-CD05-49B2-8A85-D36381DF3360}"/>
              </a:ext>
            </a:extLst>
          </p:cNvPr>
          <p:cNvGrpSpPr/>
          <p:nvPr/>
        </p:nvGrpSpPr>
        <p:grpSpPr>
          <a:xfrm>
            <a:off x="4479908" y="2185200"/>
            <a:ext cx="3913812" cy="835200"/>
            <a:chOff x="4802735" y="2197365"/>
            <a:chExt cx="3634770" cy="835200"/>
          </a:xfrm>
          <a:solidFill>
            <a:schemeClr val="accent3"/>
          </a:solidFill>
        </p:grpSpPr>
        <p:sp>
          <p:nvSpPr>
            <p:cNvPr id="97" name="Line 82">
              <a:extLst>
                <a:ext uri="{FF2B5EF4-FFF2-40B4-BE49-F238E27FC236}">
                  <a16:creationId xmlns:a16="http://schemas.microsoft.com/office/drawing/2014/main" id="{561895E9-95DD-4FFE-BBE9-5AF5A91759DC}"/>
                </a:ext>
              </a:extLst>
            </p:cNvPr>
            <p:cNvSpPr>
              <a:spLocks noChangeShapeType="1"/>
            </p:cNvSpPr>
            <p:nvPr/>
          </p:nvSpPr>
          <p:spPr bwMode="auto">
            <a:xfrm rot="5400000">
              <a:off x="7211319" y="2864998"/>
              <a:ext cx="0" cy="0"/>
            </a:xfrm>
            <a:prstGeom prst="line">
              <a:avLst/>
            </a:prstGeom>
            <a:grpFill/>
            <a:ln>
              <a:noFill/>
            </a:ln>
          </p:spPr>
          <p:txBody>
            <a:bodyPr vert="horz" wrap="square" lIns="360000" tIns="45720" rIns="91440" bIns="45720" numCol="1" anchor="t" anchorCtr="0" compatLnSpc="1">
              <a:prstTxWarp prst="textNoShape">
                <a:avLst/>
              </a:prstTxWarp>
            </a:bodyPr>
            <a:lstStyle/>
            <a:p>
              <a:endParaRPr lang="de-DE" sz="1300" b="1"/>
            </a:p>
          </p:txBody>
        </p:sp>
        <p:sp>
          <p:nvSpPr>
            <p:cNvPr id="98" name="Line 83">
              <a:extLst>
                <a:ext uri="{FF2B5EF4-FFF2-40B4-BE49-F238E27FC236}">
                  <a16:creationId xmlns:a16="http://schemas.microsoft.com/office/drawing/2014/main" id="{29FA21D8-D55F-4B99-B2D7-647EE0A97492}"/>
                </a:ext>
              </a:extLst>
            </p:cNvPr>
            <p:cNvSpPr>
              <a:spLocks noChangeShapeType="1"/>
            </p:cNvSpPr>
            <p:nvPr/>
          </p:nvSpPr>
          <p:spPr bwMode="auto">
            <a:xfrm rot="5400000">
              <a:off x="7736793" y="2693024"/>
              <a:ext cx="0" cy="0"/>
            </a:xfrm>
            <a:prstGeom prst="line">
              <a:avLst/>
            </a:prstGeom>
            <a:grpFill/>
            <a:ln>
              <a:noFill/>
            </a:ln>
          </p:spPr>
          <p:txBody>
            <a:bodyPr vert="horz" wrap="square" lIns="360000" tIns="45720" rIns="91440" bIns="45720" numCol="1" anchor="t" anchorCtr="0" compatLnSpc="1">
              <a:prstTxWarp prst="textNoShape">
                <a:avLst/>
              </a:prstTxWarp>
            </a:bodyPr>
            <a:lstStyle/>
            <a:p>
              <a:endParaRPr lang="de-DE" sz="1300" b="1"/>
            </a:p>
          </p:txBody>
        </p:sp>
        <p:sp>
          <p:nvSpPr>
            <p:cNvPr id="99" name="Freeform 19">
              <a:extLst>
                <a:ext uri="{FF2B5EF4-FFF2-40B4-BE49-F238E27FC236}">
                  <a16:creationId xmlns:a16="http://schemas.microsoft.com/office/drawing/2014/main" id="{45799E09-0B4D-434E-A8AC-E36D9D1DD3DA}"/>
                </a:ext>
              </a:extLst>
            </p:cNvPr>
            <p:cNvSpPr>
              <a:spLocks/>
            </p:cNvSpPr>
            <p:nvPr/>
          </p:nvSpPr>
          <p:spPr bwMode="auto">
            <a:xfrm>
              <a:off x="4802735" y="2197365"/>
              <a:ext cx="3634770" cy="835200"/>
            </a:xfrm>
            <a:custGeom>
              <a:avLst/>
              <a:gdLst>
                <a:gd name="T0" fmla="*/ 0 w 229"/>
                <a:gd name="T1" fmla="*/ 29 h 29"/>
                <a:gd name="T2" fmla="*/ 0 w 229"/>
                <a:gd name="T3" fmla="*/ 0 h 29"/>
                <a:gd name="T4" fmla="*/ 229 w 229"/>
                <a:gd name="T5" fmla="*/ 0 h 29"/>
                <a:gd name="T6" fmla="*/ 229 w 229"/>
                <a:gd name="T7" fmla="*/ 0 h 29"/>
                <a:gd name="T8" fmla="*/ 229 w 229"/>
                <a:gd name="T9" fmla="*/ 29 h 29"/>
                <a:gd name="T10" fmla="*/ 0 w 229"/>
                <a:gd name="T11" fmla="*/ 29 h 29"/>
              </a:gdLst>
              <a:ahLst/>
              <a:cxnLst>
                <a:cxn ang="0">
                  <a:pos x="T0" y="T1"/>
                </a:cxn>
                <a:cxn ang="0">
                  <a:pos x="T2" y="T3"/>
                </a:cxn>
                <a:cxn ang="0">
                  <a:pos x="T4" y="T5"/>
                </a:cxn>
                <a:cxn ang="0">
                  <a:pos x="T6" y="T7"/>
                </a:cxn>
                <a:cxn ang="0">
                  <a:pos x="T8" y="T9"/>
                </a:cxn>
                <a:cxn ang="0">
                  <a:pos x="T10" y="T11"/>
                </a:cxn>
              </a:cxnLst>
              <a:rect l="0" t="0" r="r" b="b"/>
              <a:pathLst>
                <a:path w="229" h="29">
                  <a:moveTo>
                    <a:pt x="0" y="29"/>
                  </a:moveTo>
                  <a:lnTo>
                    <a:pt x="0" y="0"/>
                  </a:lnTo>
                  <a:lnTo>
                    <a:pt x="229" y="0"/>
                  </a:lnTo>
                  <a:lnTo>
                    <a:pt x="229" y="0"/>
                  </a:lnTo>
                  <a:lnTo>
                    <a:pt x="229" y="29"/>
                  </a:lnTo>
                  <a:lnTo>
                    <a:pt x="0" y="29"/>
                  </a:lnTo>
                  <a:close/>
                </a:path>
              </a:pathLst>
            </a:custGeom>
            <a:grpFill/>
            <a:ln>
              <a:noFill/>
            </a:ln>
          </p:spPr>
          <p:txBody>
            <a:bodyPr vert="horz" wrap="square" lIns="360000" tIns="45720" rIns="91440" bIns="45720" numCol="1" anchor="t" anchorCtr="0" compatLnSpc="1">
              <a:prstTxWarp prst="textNoShape">
                <a:avLst/>
              </a:prstTxWarp>
            </a:bodyPr>
            <a:lstStyle/>
            <a:p>
              <a:r>
                <a:rPr lang="de-DE" sz="1300" b="1" dirty="0" err="1"/>
                <a:t>Threat</a:t>
              </a:r>
              <a:r>
                <a:rPr lang="de-DE" sz="1300" b="1" dirty="0"/>
                <a:t> </a:t>
              </a:r>
              <a:r>
                <a:rPr lang="de-DE" sz="1300" b="1" dirty="0" err="1"/>
                <a:t>Detection</a:t>
              </a:r>
              <a:endParaRPr lang="de-DE" sz="1300" b="1" dirty="0"/>
            </a:p>
          </p:txBody>
        </p:sp>
      </p:grpSp>
      <p:grpSp>
        <p:nvGrpSpPr>
          <p:cNvPr id="92" name="Gruppieren 91">
            <a:extLst>
              <a:ext uri="{FF2B5EF4-FFF2-40B4-BE49-F238E27FC236}">
                <a16:creationId xmlns:a16="http://schemas.microsoft.com/office/drawing/2014/main" id="{1696C827-1F20-46BF-9242-79017E25F889}"/>
              </a:ext>
            </a:extLst>
          </p:cNvPr>
          <p:cNvGrpSpPr/>
          <p:nvPr/>
        </p:nvGrpSpPr>
        <p:grpSpPr>
          <a:xfrm>
            <a:off x="766040" y="2188800"/>
            <a:ext cx="3527155" cy="835200"/>
            <a:chOff x="174047" y="2197455"/>
            <a:chExt cx="4002965" cy="835200"/>
          </a:xfrm>
          <a:solidFill>
            <a:schemeClr val="accent6"/>
          </a:solidFill>
        </p:grpSpPr>
        <p:sp>
          <p:nvSpPr>
            <p:cNvPr id="93" name="Line 70">
              <a:extLst>
                <a:ext uri="{FF2B5EF4-FFF2-40B4-BE49-F238E27FC236}">
                  <a16:creationId xmlns:a16="http://schemas.microsoft.com/office/drawing/2014/main" id="{5F348A62-165D-4542-841F-0196D032CBD2}"/>
                </a:ext>
              </a:extLst>
            </p:cNvPr>
            <p:cNvSpPr>
              <a:spLocks noChangeShapeType="1"/>
            </p:cNvSpPr>
            <p:nvPr/>
          </p:nvSpPr>
          <p:spPr bwMode="auto">
            <a:xfrm rot="16200000">
              <a:off x="1273454" y="2884567"/>
              <a:ext cx="0" cy="0"/>
            </a:xfrm>
            <a:prstGeom prst="lin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1300" b="1"/>
            </a:p>
          </p:txBody>
        </p:sp>
        <p:sp>
          <p:nvSpPr>
            <p:cNvPr id="94" name="Line 72">
              <a:extLst>
                <a:ext uri="{FF2B5EF4-FFF2-40B4-BE49-F238E27FC236}">
                  <a16:creationId xmlns:a16="http://schemas.microsoft.com/office/drawing/2014/main" id="{D77FAB2E-B61F-4E4A-8C0D-AA7777A2EF30}"/>
                </a:ext>
              </a:extLst>
            </p:cNvPr>
            <p:cNvSpPr>
              <a:spLocks noChangeShapeType="1"/>
            </p:cNvSpPr>
            <p:nvPr/>
          </p:nvSpPr>
          <p:spPr bwMode="auto">
            <a:xfrm rot="16200000">
              <a:off x="747980" y="2717369"/>
              <a:ext cx="0" cy="0"/>
            </a:xfrm>
            <a:prstGeom prst="lin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1300" b="1"/>
            </a:p>
          </p:txBody>
        </p:sp>
        <p:sp>
          <p:nvSpPr>
            <p:cNvPr id="95" name="Rectangle 17">
              <a:extLst>
                <a:ext uri="{FF2B5EF4-FFF2-40B4-BE49-F238E27FC236}">
                  <a16:creationId xmlns:a16="http://schemas.microsoft.com/office/drawing/2014/main" id="{7A486494-87A8-42C7-A9FE-F0FE7376D98D}"/>
                </a:ext>
              </a:extLst>
            </p:cNvPr>
            <p:cNvSpPr>
              <a:spLocks noChangeArrowheads="1"/>
            </p:cNvSpPr>
            <p:nvPr/>
          </p:nvSpPr>
          <p:spPr bwMode="auto">
            <a:xfrm>
              <a:off x="174047" y="2197455"/>
              <a:ext cx="4002965" cy="8352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de-DE" sz="1300" b="1" dirty="0" err="1"/>
                <a:t>Attack</a:t>
              </a:r>
              <a:r>
                <a:rPr lang="de-DE" sz="1300" b="1" dirty="0"/>
                <a:t> Surface Discovery</a:t>
              </a:r>
            </a:p>
          </p:txBody>
        </p:sp>
      </p:grpSp>
      <p:sp>
        <p:nvSpPr>
          <p:cNvPr id="90" name="Rectangle 16">
            <a:extLst>
              <a:ext uri="{FF2B5EF4-FFF2-40B4-BE49-F238E27FC236}">
                <a16:creationId xmlns:a16="http://schemas.microsoft.com/office/drawing/2014/main" id="{4E0276DB-8EE5-4FFF-9B8F-576D06B7C463}"/>
              </a:ext>
            </a:extLst>
          </p:cNvPr>
          <p:cNvSpPr>
            <a:spLocks noChangeArrowheads="1"/>
          </p:cNvSpPr>
          <p:nvPr/>
        </p:nvSpPr>
        <p:spPr bwMode="auto">
          <a:xfrm>
            <a:off x="766056" y="1188000"/>
            <a:ext cx="7627665" cy="828000"/>
          </a:xfrm>
          <a:prstGeom prst="rect">
            <a:avLst/>
          </a:prstGeom>
          <a:solidFill>
            <a:schemeClr val="accent5"/>
          </a:solidFill>
          <a:ln>
            <a:noFill/>
          </a:ln>
        </p:spPr>
        <p:txBody>
          <a:bodyPr vert="horz" wrap="square" lIns="91440" tIns="45720" rIns="91440" bIns="45720" numCol="1" anchor="t" anchorCtr="0" compatLnSpc="1">
            <a:prstTxWarp prst="textNoShape">
              <a:avLst/>
            </a:prstTxWarp>
          </a:bodyPr>
          <a:lstStyle/>
          <a:p>
            <a:r>
              <a:rPr lang="de-DE" sz="1300" b="1" dirty="0" err="1"/>
              <a:t>Threat</a:t>
            </a:r>
            <a:r>
              <a:rPr lang="de-DE" sz="1300" b="1" dirty="0"/>
              <a:t> &amp; </a:t>
            </a:r>
            <a:r>
              <a:rPr lang="de-DE" sz="1300" b="1" dirty="0" err="1"/>
              <a:t>Vulnerability</a:t>
            </a:r>
            <a:r>
              <a:rPr lang="de-DE" sz="1300" b="1" dirty="0"/>
              <a:t> </a:t>
            </a:r>
            <a:r>
              <a:rPr lang="de-DE" sz="1300" b="1" dirty="0" err="1"/>
              <a:t>Intelligence</a:t>
            </a:r>
            <a:r>
              <a:rPr lang="de-DE" sz="1300" b="1" dirty="0"/>
              <a:t> </a:t>
            </a:r>
          </a:p>
          <a:p>
            <a:endParaRPr lang="de-DE" dirty="0"/>
          </a:p>
        </p:txBody>
      </p:sp>
      <p:sp>
        <p:nvSpPr>
          <p:cNvPr id="2" name="Title 2">
            <a:extLst>
              <a:ext uri="{FF2B5EF4-FFF2-40B4-BE49-F238E27FC236}">
                <a16:creationId xmlns:a16="http://schemas.microsoft.com/office/drawing/2014/main" id="{E986764A-B765-4B01-9FF0-81F73782ECC2}"/>
              </a:ext>
            </a:extLst>
          </p:cNvPr>
          <p:cNvSpPr txBox="1">
            <a:spLocks/>
          </p:cNvSpPr>
          <p:nvPr/>
        </p:nvSpPr>
        <p:spPr>
          <a:xfrm>
            <a:off x="302294" y="267499"/>
            <a:ext cx="8550652" cy="470816"/>
          </a:xfrm>
          <a:prstGeom prst="rect">
            <a:avLst/>
          </a:prstGeom>
        </p:spPr>
        <p:txBody>
          <a:bodyPr/>
          <a:lstStyle>
            <a:lvl1pPr algn="l" defTabSz="914103" rtl="0" eaLnBrk="1" latinLnBrk="0" hangingPunct="1">
              <a:lnSpc>
                <a:spcPct val="90000"/>
              </a:lnSpc>
              <a:spcBef>
                <a:spcPct val="0"/>
              </a:spcBef>
              <a:buNone/>
              <a:defRPr lang="fr-FR" altLang="en-US" sz="2666" b="1" i="0" kern="1200" noProof="0" dirty="0" smtClean="0">
                <a:solidFill>
                  <a:schemeClr val="tx2"/>
                </a:solidFill>
                <a:latin typeface="Helvetica" pitchFamily="2" charset="0"/>
                <a:ea typeface="Arial Unicode MS" panose="020B0604020202020204" pitchFamily="34" charset="-128"/>
                <a:cs typeface="Arial" panose="020B0604020202020204" pitchFamily="34" charset="0"/>
              </a:defRPr>
            </a:lvl1pPr>
          </a:lstStyle>
          <a:p>
            <a:r>
              <a:rPr lang="en-GB" sz="3200" dirty="0">
                <a:solidFill>
                  <a:schemeClr val="bg1"/>
                </a:solidFill>
                <a:latin typeface="+mj-lt"/>
              </a:rPr>
              <a:t>Intelligence-led Managed Services</a:t>
            </a:r>
          </a:p>
        </p:txBody>
      </p:sp>
      <p:sp>
        <p:nvSpPr>
          <p:cNvPr id="86" name="Line 82">
            <a:extLst>
              <a:ext uri="{FF2B5EF4-FFF2-40B4-BE49-F238E27FC236}">
                <a16:creationId xmlns:a16="http://schemas.microsoft.com/office/drawing/2014/main" id="{1962D133-4023-4BC8-9735-A24E211112BC}"/>
              </a:ext>
            </a:extLst>
          </p:cNvPr>
          <p:cNvSpPr>
            <a:spLocks noChangeShapeType="1"/>
          </p:cNvSpPr>
          <p:nvPr/>
        </p:nvSpPr>
        <p:spPr bwMode="auto">
          <a:xfrm rot="5400000">
            <a:off x="8583829" y="2852833"/>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DE"/>
          </a:p>
        </p:txBody>
      </p:sp>
      <p:sp>
        <p:nvSpPr>
          <p:cNvPr id="87" name="Line 83">
            <a:extLst>
              <a:ext uri="{FF2B5EF4-FFF2-40B4-BE49-F238E27FC236}">
                <a16:creationId xmlns:a16="http://schemas.microsoft.com/office/drawing/2014/main" id="{42A48EB2-4EAE-4D77-B0A7-9AD659752012}"/>
              </a:ext>
            </a:extLst>
          </p:cNvPr>
          <p:cNvSpPr>
            <a:spLocks noChangeShapeType="1"/>
          </p:cNvSpPr>
          <p:nvPr/>
        </p:nvSpPr>
        <p:spPr bwMode="auto">
          <a:xfrm rot="5400000">
            <a:off x="9253350" y="2680859"/>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DE"/>
          </a:p>
        </p:txBody>
      </p:sp>
      <p:sp>
        <p:nvSpPr>
          <p:cNvPr id="171" name="Rectangle 37">
            <a:extLst>
              <a:ext uri="{FF2B5EF4-FFF2-40B4-BE49-F238E27FC236}">
                <a16:creationId xmlns:a16="http://schemas.microsoft.com/office/drawing/2014/main" id="{32314E2A-4560-4A95-8CA8-69FAC2F0D9B5}"/>
              </a:ext>
            </a:extLst>
          </p:cNvPr>
          <p:cNvSpPr/>
          <p:nvPr/>
        </p:nvSpPr>
        <p:spPr>
          <a:xfrm>
            <a:off x="3758960" y="1275606"/>
            <a:ext cx="1147096" cy="432000"/>
          </a:xfrm>
          <a:prstGeom prst="rect">
            <a:avLst/>
          </a:prstGeom>
          <a:solidFill>
            <a:schemeClr val="accent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468000" tIns="45720" rIns="0" bIns="45720" numCol="1" spcCol="0" rtlCol="0" fromWordArt="0" anchor="ctr" anchorCtr="0" forceAA="0" compatLnSpc="1">
            <a:prstTxWarp prst="textNoShape">
              <a:avLst/>
            </a:prstTxWarp>
            <a:noAutofit/>
          </a:bodyPr>
          <a:lstStyle/>
          <a:p>
            <a:pPr defTabSz="685800" eaLnBrk="1" fontAlgn="auto" hangingPunct="1">
              <a:spcBef>
                <a:spcPts val="0"/>
              </a:spcBef>
              <a:spcAft>
                <a:spcPts val="0"/>
              </a:spcAft>
            </a:pPr>
            <a:r>
              <a:rPr lang="en-GB" sz="700">
                <a:solidFill>
                  <a:srgbClr val="FFFFFF"/>
                </a:solidFill>
                <a:latin typeface="Helvetica 55 Roman" panose="020B0604020202020204" pitchFamily="34" charset="0"/>
                <a:cs typeface="Arial" panose="020B0604020202020204" pitchFamily="34" charset="0"/>
              </a:rPr>
              <a:t>Orange </a:t>
            </a:r>
            <a:br>
              <a:rPr lang="en-GB" sz="700">
                <a:solidFill>
                  <a:srgbClr val="FFFFFF"/>
                </a:solidFill>
                <a:latin typeface="Helvetica 55 Roman" panose="020B0604020202020204" pitchFamily="34" charset="0"/>
                <a:cs typeface="Arial" panose="020B0604020202020204" pitchFamily="34" charset="0"/>
              </a:rPr>
            </a:br>
            <a:r>
              <a:rPr lang="en-GB" sz="700">
                <a:solidFill>
                  <a:srgbClr val="FFFFFF"/>
                </a:solidFill>
                <a:latin typeface="Helvetica 55 Roman" panose="020B0604020202020204" pitchFamily="34" charset="0"/>
                <a:cs typeface="Arial" panose="020B0604020202020204" pitchFamily="34" charset="0"/>
              </a:rPr>
              <a:t>Global Threat Research Team </a:t>
            </a:r>
          </a:p>
        </p:txBody>
      </p:sp>
      <p:pic>
        <p:nvPicPr>
          <p:cNvPr id="32" name="Grafik 31">
            <a:extLst>
              <a:ext uri="{FF2B5EF4-FFF2-40B4-BE49-F238E27FC236}">
                <a16:creationId xmlns:a16="http://schemas.microsoft.com/office/drawing/2014/main" id="{CE633F4E-DF01-4681-8F40-F020E894085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43517" y="1330170"/>
            <a:ext cx="333495" cy="333495"/>
          </a:xfrm>
          <a:prstGeom prst="rect">
            <a:avLst/>
          </a:prstGeom>
        </p:spPr>
      </p:pic>
      <p:pic>
        <p:nvPicPr>
          <p:cNvPr id="60" name="Picture 40" descr="Icon&#10;&#10;Description automatically generated">
            <a:extLst>
              <a:ext uri="{FF2B5EF4-FFF2-40B4-BE49-F238E27FC236}">
                <a16:creationId xmlns:a16="http://schemas.microsoft.com/office/drawing/2014/main" id="{AEADA615-111C-48C9-B731-096A3C50FC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1608" y="1324472"/>
            <a:ext cx="462169" cy="595217"/>
          </a:xfrm>
          <a:prstGeom prst="rect">
            <a:avLst/>
          </a:prstGeom>
        </p:spPr>
      </p:pic>
      <p:pic>
        <p:nvPicPr>
          <p:cNvPr id="61" name="Picture 41" descr="Icon&#10;&#10;Description automatically generated">
            <a:extLst>
              <a:ext uri="{FF2B5EF4-FFF2-40B4-BE49-F238E27FC236}">
                <a16:creationId xmlns:a16="http://schemas.microsoft.com/office/drawing/2014/main" id="{13ACCF6C-094B-417E-A8ED-0C1663C82DC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6512" y="2348746"/>
            <a:ext cx="402645" cy="595216"/>
          </a:xfrm>
          <a:prstGeom prst="rect">
            <a:avLst/>
          </a:prstGeom>
        </p:spPr>
      </p:pic>
      <p:cxnSp>
        <p:nvCxnSpPr>
          <p:cNvPr id="82" name="Gerader Verbinder 81">
            <a:extLst>
              <a:ext uri="{FF2B5EF4-FFF2-40B4-BE49-F238E27FC236}">
                <a16:creationId xmlns:a16="http://schemas.microsoft.com/office/drawing/2014/main" id="{19432B74-9BC8-44B1-ACA7-0C141052661D}"/>
              </a:ext>
            </a:extLst>
          </p:cNvPr>
          <p:cNvCxnSpPr>
            <a:cxnSpLocks/>
          </p:cNvCxnSpPr>
          <p:nvPr/>
        </p:nvCxnSpPr>
        <p:spPr>
          <a:xfrm flipH="1" flipV="1">
            <a:off x="4427984" y="1821427"/>
            <a:ext cx="284126" cy="421641"/>
          </a:xfrm>
          <a:prstGeom prst="line">
            <a:avLst/>
          </a:prstGeom>
          <a:ln w="6350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pic>
        <p:nvPicPr>
          <p:cNvPr id="62" name="Picture 33" descr="Icon&#10;&#10;Description automatically generated">
            <a:extLst>
              <a:ext uri="{FF2B5EF4-FFF2-40B4-BE49-F238E27FC236}">
                <a16:creationId xmlns:a16="http://schemas.microsoft.com/office/drawing/2014/main" id="{2D25D40E-5BF3-4526-BBC5-8EF669314B5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6937" y="3331698"/>
            <a:ext cx="410795" cy="604633"/>
          </a:xfrm>
          <a:prstGeom prst="rect">
            <a:avLst/>
          </a:prstGeom>
        </p:spPr>
      </p:pic>
      <p:pic>
        <p:nvPicPr>
          <p:cNvPr id="63" name="Picture 53" descr="Icon&#10;&#10;Description automatically generated">
            <a:extLst>
              <a:ext uri="{FF2B5EF4-FFF2-40B4-BE49-F238E27FC236}">
                <a16:creationId xmlns:a16="http://schemas.microsoft.com/office/drawing/2014/main" id="{725077F5-8739-4FFC-8BE3-96AC82F76D8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82208" y="4256799"/>
            <a:ext cx="436483" cy="666401"/>
          </a:xfrm>
          <a:prstGeom prst="rect">
            <a:avLst/>
          </a:prstGeom>
        </p:spPr>
      </p:pic>
      <p:sp>
        <p:nvSpPr>
          <p:cNvPr id="64" name="Textfeld 63">
            <a:extLst>
              <a:ext uri="{FF2B5EF4-FFF2-40B4-BE49-F238E27FC236}">
                <a16:creationId xmlns:a16="http://schemas.microsoft.com/office/drawing/2014/main" id="{78D5340C-13E9-44E3-968C-09B842537A11}"/>
              </a:ext>
            </a:extLst>
          </p:cNvPr>
          <p:cNvSpPr txBox="1"/>
          <p:nvPr/>
        </p:nvSpPr>
        <p:spPr>
          <a:xfrm>
            <a:off x="280131" y="1749893"/>
            <a:ext cx="431208" cy="107722"/>
          </a:xfrm>
          <a:prstGeom prst="rect">
            <a:avLst/>
          </a:prstGeom>
        </p:spPr>
        <p:txBody>
          <a:bodyPr wrap="none" lIns="0" tIns="0" rIns="0" bIns="0" rtlCol="0">
            <a:spAutoFit/>
          </a:bodyPr>
          <a:lstStyle/>
          <a:p>
            <a:r>
              <a:rPr lang="de-DE" sz="700" dirty="0" err="1">
                <a:solidFill>
                  <a:schemeClr val="bg1"/>
                </a:solidFill>
              </a:rPr>
              <a:t>Anticipate</a:t>
            </a:r>
            <a:endParaRPr lang="de-DE" sz="700" dirty="0">
              <a:solidFill>
                <a:schemeClr val="bg1"/>
              </a:solidFill>
            </a:endParaRPr>
          </a:p>
        </p:txBody>
      </p:sp>
      <p:sp>
        <p:nvSpPr>
          <p:cNvPr id="65" name="Textfeld 64">
            <a:extLst>
              <a:ext uri="{FF2B5EF4-FFF2-40B4-BE49-F238E27FC236}">
                <a16:creationId xmlns:a16="http://schemas.microsoft.com/office/drawing/2014/main" id="{22292916-E476-47CB-B3E1-2F4ABDC45C31}"/>
              </a:ext>
            </a:extLst>
          </p:cNvPr>
          <p:cNvSpPr txBox="1"/>
          <p:nvPr/>
        </p:nvSpPr>
        <p:spPr>
          <a:xfrm>
            <a:off x="316883" y="2774884"/>
            <a:ext cx="317395" cy="107722"/>
          </a:xfrm>
          <a:prstGeom prst="rect">
            <a:avLst/>
          </a:prstGeom>
        </p:spPr>
        <p:txBody>
          <a:bodyPr wrap="none" lIns="0" tIns="0" rIns="0" bIns="0" rtlCol="0">
            <a:spAutoFit/>
          </a:bodyPr>
          <a:lstStyle/>
          <a:p>
            <a:r>
              <a:rPr lang="de-DE" sz="700" dirty="0" err="1">
                <a:solidFill>
                  <a:schemeClr val="bg1"/>
                </a:solidFill>
              </a:rPr>
              <a:t>Identify</a:t>
            </a:r>
            <a:endParaRPr lang="de-DE" sz="700" dirty="0">
              <a:solidFill>
                <a:schemeClr val="bg1"/>
              </a:solidFill>
            </a:endParaRPr>
          </a:p>
        </p:txBody>
      </p:sp>
      <p:sp>
        <p:nvSpPr>
          <p:cNvPr id="67" name="Textfeld 66">
            <a:extLst>
              <a:ext uri="{FF2B5EF4-FFF2-40B4-BE49-F238E27FC236}">
                <a16:creationId xmlns:a16="http://schemas.microsoft.com/office/drawing/2014/main" id="{FF7FBD5C-B554-4BA7-B2CD-4C089BD18557}"/>
              </a:ext>
            </a:extLst>
          </p:cNvPr>
          <p:cNvSpPr txBox="1"/>
          <p:nvPr/>
        </p:nvSpPr>
        <p:spPr>
          <a:xfrm>
            <a:off x="326496" y="3768181"/>
            <a:ext cx="315792" cy="107722"/>
          </a:xfrm>
          <a:prstGeom prst="rect">
            <a:avLst/>
          </a:prstGeom>
        </p:spPr>
        <p:txBody>
          <a:bodyPr wrap="none" lIns="0" tIns="0" rIns="0" bIns="0" rtlCol="0">
            <a:spAutoFit/>
          </a:bodyPr>
          <a:lstStyle/>
          <a:p>
            <a:r>
              <a:rPr lang="de-DE" sz="700" dirty="0" err="1">
                <a:solidFill>
                  <a:schemeClr val="bg1"/>
                </a:solidFill>
              </a:rPr>
              <a:t>Protect</a:t>
            </a:r>
            <a:endParaRPr lang="de-DE" sz="700" dirty="0">
              <a:solidFill>
                <a:schemeClr val="bg1"/>
              </a:solidFill>
            </a:endParaRPr>
          </a:p>
        </p:txBody>
      </p:sp>
      <p:sp>
        <p:nvSpPr>
          <p:cNvPr id="68" name="Textfeld 67">
            <a:extLst>
              <a:ext uri="{FF2B5EF4-FFF2-40B4-BE49-F238E27FC236}">
                <a16:creationId xmlns:a16="http://schemas.microsoft.com/office/drawing/2014/main" id="{8A08E1CD-C507-4DAE-85C5-841AD7DDC573}"/>
              </a:ext>
            </a:extLst>
          </p:cNvPr>
          <p:cNvSpPr txBox="1"/>
          <p:nvPr/>
        </p:nvSpPr>
        <p:spPr>
          <a:xfrm>
            <a:off x="302294" y="4743859"/>
            <a:ext cx="379912" cy="107722"/>
          </a:xfrm>
          <a:prstGeom prst="rect">
            <a:avLst/>
          </a:prstGeom>
        </p:spPr>
        <p:txBody>
          <a:bodyPr wrap="none" lIns="0" tIns="0" rIns="0" bIns="0" rtlCol="0">
            <a:spAutoFit/>
          </a:bodyPr>
          <a:lstStyle/>
          <a:p>
            <a:r>
              <a:rPr lang="de-DE" sz="700" dirty="0" err="1">
                <a:solidFill>
                  <a:schemeClr val="bg1"/>
                </a:solidFill>
              </a:rPr>
              <a:t>Respond</a:t>
            </a:r>
            <a:endParaRPr lang="de-DE" sz="700" dirty="0">
              <a:solidFill>
                <a:schemeClr val="bg1"/>
              </a:solidFill>
            </a:endParaRPr>
          </a:p>
        </p:txBody>
      </p:sp>
      <p:sp>
        <p:nvSpPr>
          <p:cNvPr id="69" name="Line 82">
            <a:extLst>
              <a:ext uri="{FF2B5EF4-FFF2-40B4-BE49-F238E27FC236}">
                <a16:creationId xmlns:a16="http://schemas.microsoft.com/office/drawing/2014/main" id="{070287E6-A7E6-4672-AF34-1B7DD81B3A00}"/>
              </a:ext>
            </a:extLst>
          </p:cNvPr>
          <p:cNvSpPr>
            <a:spLocks noChangeShapeType="1"/>
          </p:cNvSpPr>
          <p:nvPr/>
        </p:nvSpPr>
        <p:spPr bwMode="auto">
          <a:xfrm rot="5400000">
            <a:off x="8583829" y="2852833"/>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79" name="Picture 32" descr="Icon&#10;&#10;Description automatically generated">
            <a:extLst>
              <a:ext uri="{FF2B5EF4-FFF2-40B4-BE49-F238E27FC236}">
                <a16:creationId xmlns:a16="http://schemas.microsoft.com/office/drawing/2014/main" id="{56232418-4F4A-4F06-B39E-5E48EE46341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433877" y="2410444"/>
            <a:ext cx="447831" cy="594776"/>
          </a:xfrm>
          <a:prstGeom prst="rect">
            <a:avLst/>
          </a:prstGeom>
        </p:spPr>
      </p:pic>
      <p:sp>
        <p:nvSpPr>
          <p:cNvPr id="81" name="Textfeld 80">
            <a:extLst>
              <a:ext uri="{FF2B5EF4-FFF2-40B4-BE49-F238E27FC236}">
                <a16:creationId xmlns:a16="http://schemas.microsoft.com/office/drawing/2014/main" id="{E1607700-403B-4DDB-80E7-E0E9DE51DE63}"/>
              </a:ext>
            </a:extLst>
          </p:cNvPr>
          <p:cNvSpPr txBox="1"/>
          <p:nvPr/>
        </p:nvSpPr>
        <p:spPr>
          <a:xfrm>
            <a:off x="8549679" y="2837526"/>
            <a:ext cx="283732" cy="107722"/>
          </a:xfrm>
          <a:prstGeom prst="rect">
            <a:avLst/>
          </a:prstGeom>
        </p:spPr>
        <p:txBody>
          <a:bodyPr wrap="none" lIns="0" tIns="0" rIns="0" bIns="0" rtlCol="0">
            <a:spAutoFit/>
          </a:bodyPr>
          <a:lstStyle/>
          <a:p>
            <a:r>
              <a:rPr lang="de-DE" sz="700" dirty="0" err="1">
                <a:solidFill>
                  <a:schemeClr val="bg1"/>
                </a:solidFill>
              </a:rPr>
              <a:t>Detect</a:t>
            </a:r>
            <a:endParaRPr lang="de-DE" sz="700" dirty="0">
              <a:solidFill>
                <a:schemeClr val="bg1"/>
              </a:solidFill>
            </a:endParaRPr>
          </a:p>
        </p:txBody>
      </p:sp>
      <p:cxnSp>
        <p:nvCxnSpPr>
          <p:cNvPr id="83" name="Gerader Verbinder 82">
            <a:extLst>
              <a:ext uri="{FF2B5EF4-FFF2-40B4-BE49-F238E27FC236}">
                <a16:creationId xmlns:a16="http://schemas.microsoft.com/office/drawing/2014/main" id="{E5CD8BF5-B401-4B50-8B88-E5885CB1E9C0}"/>
              </a:ext>
            </a:extLst>
          </p:cNvPr>
          <p:cNvCxnSpPr>
            <a:cxnSpLocks/>
          </p:cNvCxnSpPr>
          <p:nvPr/>
        </p:nvCxnSpPr>
        <p:spPr>
          <a:xfrm flipV="1">
            <a:off x="4010264" y="1821426"/>
            <a:ext cx="282932" cy="423912"/>
          </a:xfrm>
          <a:prstGeom prst="line">
            <a:avLst/>
          </a:prstGeom>
          <a:ln w="6350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56" name="Rectangle 37">
            <a:extLst>
              <a:ext uri="{FF2B5EF4-FFF2-40B4-BE49-F238E27FC236}">
                <a16:creationId xmlns:a16="http://schemas.microsoft.com/office/drawing/2014/main" id="{4C139E7A-614C-4F70-B680-1D23945BEF2F}"/>
              </a:ext>
            </a:extLst>
          </p:cNvPr>
          <p:cNvSpPr/>
          <p:nvPr/>
        </p:nvSpPr>
        <p:spPr>
          <a:xfrm>
            <a:off x="3757729" y="1723548"/>
            <a:ext cx="1147096" cy="216024"/>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World Watch</a:t>
            </a:r>
          </a:p>
        </p:txBody>
      </p:sp>
      <p:sp>
        <p:nvSpPr>
          <p:cNvPr id="48" name="Rectangle 37">
            <a:hlinkClick r:id="" action="ppaction://noaction"/>
            <a:extLst>
              <a:ext uri="{FF2B5EF4-FFF2-40B4-BE49-F238E27FC236}">
                <a16:creationId xmlns:a16="http://schemas.microsoft.com/office/drawing/2014/main" id="{15FB113F-E9F2-4FA6-A330-DCAC8B0B4923}"/>
              </a:ext>
            </a:extLst>
          </p:cNvPr>
          <p:cNvSpPr/>
          <p:nvPr/>
        </p:nvSpPr>
        <p:spPr>
          <a:xfrm>
            <a:off x="904209" y="1533893"/>
            <a:ext cx="1065222"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Managed Vulnerability Intelligence </a:t>
            </a:r>
            <a:br>
              <a:rPr lang="en-GB" sz="700" dirty="0">
                <a:solidFill>
                  <a:srgbClr val="FFFFFF"/>
                </a:solidFill>
                <a:latin typeface="Helvetica 55 Roman" panose="020B0604020202020204" pitchFamily="34" charset="0"/>
                <a:cs typeface="Arial" panose="020B0604020202020204" pitchFamily="34" charset="0"/>
              </a:rPr>
            </a:br>
            <a:r>
              <a:rPr lang="en-GB" sz="700" dirty="0">
                <a:solidFill>
                  <a:srgbClr val="FFFFFF"/>
                </a:solidFill>
                <a:latin typeface="Helvetica 55 Roman" panose="020B0604020202020204" pitchFamily="34" charset="0"/>
                <a:cs typeface="Arial" panose="020B0604020202020204" pitchFamily="34" charset="0"/>
              </a:rPr>
              <a:t>[watch]</a:t>
            </a:r>
          </a:p>
        </p:txBody>
      </p:sp>
      <p:sp>
        <p:nvSpPr>
          <p:cNvPr id="49" name="Rectangle 35">
            <a:hlinkClick r:id="" action="ppaction://noaction"/>
            <a:extLst>
              <a:ext uri="{FF2B5EF4-FFF2-40B4-BE49-F238E27FC236}">
                <a16:creationId xmlns:a16="http://schemas.microsoft.com/office/drawing/2014/main" id="{0D767904-4B16-423C-8C4B-298F0438E373}"/>
              </a:ext>
            </a:extLst>
          </p:cNvPr>
          <p:cNvSpPr/>
          <p:nvPr/>
        </p:nvSpPr>
        <p:spPr>
          <a:xfrm>
            <a:off x="908100" y="2499000"/>
            <a:ext cx="1085683"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Managed Vulnerability Intelligence</a:t>
            </a:r>
            <a:br>
              <a:rPr lang="en-GB" sz="700" dirty="0">
                <a:solidFill>
                  <a:srgbClr val="FFFFFF"/>
                </a:solidFill>
                <a:latin typeface="Helvetica 55 Roman" panose="020B0604020202020204" pitchFamily="34" charset="0"/>
                <a:cs typeface="Arial" panose="020B0604020202020204" pitchFamily="34" charset="0"/>
              </a:rPr>
            </a:br>
            <a:r>
              <a:rPr lang="en-GB" sz="700" dirty="0">
                <a:solidFill>
                  <a:srgbClr val="FFFFFF"/>
                </a:solidFill>
                <a:latin typeface="Helvetica 55 Roman" panose="020B0604020202020204" pitchFamily="34" charset="0"/>
                <a:cs typeface="Arial" panose="020B0604020202020204" pitchFamily="34" charset="0"/>
              </a:rPr>
              <a:t>[identify]</a:t>
            </a:r>
          </a:p>
        </p:txBody>
      </p:sp>
      <p:sp>
        <p:nvSpPr>
          <p:cNvPr id="50" name="Rectangle 35">
            <a:hlinkClick r:id="" action="ppaction://noaction"/>
            <a:extLst>
              <a:ext uri="{FF2B5EF4-FFF2-40B4-BE49-F238E27FC236}">
                <a16:creationId xmlns:a16="http://schemas.microsoft.com/office/drawing/2014/main" id="{4A9D9C4C-BE14-460E-A2A7-65E5BC8DBFAD}"/>
              </a:ext>
            </a:extLst>
          </p:cNvPr>
          <p:cNvSpPr/>
          <p:nvPr/>
        </p:nvSpPr>
        <p:spPr>
          <a:xfrm>
            <a:off x="2179145" y="2491373"/>
            <a:ext cx="888201"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Managed Cloud Security [infrastructure]</a:t>
            </a:r>
          </a:p>
        </p:txBody>
      </p:sp>
      <p:sp>
        <p:nvSpPr>
          <p:cNvPr id="51" name="Rectangle 47">
            <a:hlinkClick r:id="" action="ppaction://noaction"/>
            <a:extLst>
              <a:ext uri="{FF2B5EF4-FFF2-40B4-BE49-F238E27FC236}">
                <a16:creationId xmlns:a16="http://schemas.microsoft.com/office/drawing/2014/main" id="{BDC62C9A-AF03-4CF2-9403-CC902D8CB93E}"/>
              </a:ext>
            </a:extLst>
          </p:cNvPr>
          <p:cNvSpPr/>
          <p:nvPr/>
        </p:nvSpPr>
        <p:spPr>
          <a:xfrm>
            <a:off x="3284562" y="2499742"/>
            <a:ext cx="567358"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Ethical Hacking</a:t>
            </a:r>
          </a:p>
        </p:txBody>
      </p:sp>
      <p:sp>
        <p:nvSpPr>
          <p:cNvPr id="52" name="Rectangle 40">
            <a:hlinkClick r:id="" action="ppaction://noaction"/>
            <a:extLst>
              <a:ext uri="{FF2B5EF4-FFF2-40B4-BE49-F238E27FC236}">
                <a16:creationId xmlns:a16="http://schemas.microsoft.com/office/drawing/2014/main" id="{3BFC9B39-7A14-44B7-A6F3-62448E239053}"/>
              </a:ext>
            </a:extLst>
          </p:cNvPr>
          <p:cNvSpPr/>
          <p:nvPr/>
        </p:nvSpPr>
        <p:spPr>
          <a:xfrm>
            <a:off x="4787442" y="2498639"/>
            <a:ext cx="647770"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Managed Cybercrime Monitoring</a:t>
            </a:r>
          </a:p>
        </p:txBody>
      </p:sp>
      <p:sp>
        <p:nvSpPr>
          <p:cNvPr id="53" name="Rectangle 40">
            <a:hlinkClick r:id="" action="ppaction://noaction"/>
            <a:extLst>
              <a:ext uri="{FF2B5EF4-FFF2-40B4-BE49-F238E27FC236}">
                <a16:creationId xmlns:a16="http://schemas.microsoft.com/office/drawing/2014/main" id="{A20998DD-485F-43F9-B6BF-A5C72C630574}"/>
              </a:ext>
            </a:extLst>
          </p:cNvPr>
          <p:cNvSpPr/>
          <p:nvPr/>
        </p:nvSpPr>
        <p:spPr>
          <a:xfrm>
            <a:off x="5778165" y="2496537"/>
            <a:ext cx="522027"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a:solidFill>
                  <a:srgbClr val="FFFFFF"/>
                </a:solidFill>
                <a:latin typeface="Helvetica 55 Roman" panose="020B0604020202020204" pitchFamily="34" charset="0"/>
                <a:cs typeface="Arial" panose="020B0604020202020204" pitchFamily="34" charset="0"/>
              </a:rPr>
              <a:t>Malware Cleaner</a:t>
            </a:r>
          </a:p>
        </p:txBody>
      </p:sp>
      <p:sp>
        <p:nvSpPr>
          <p:cNvPr id="54" name="Rectangle 46">
            <a:hlinkClick r:id="" action="ppaction://noaction"/>
            <a:extLst>
              <a:ext uri="{FF2B5EF4-FFF2-40B4-BE49-F238E27FC236}">
                <a16:creationId xmlns:a16="http://schemas.microsoft.com/office/drawing/2014/main" id="{C70C04A5-EC68-413F-BA1D-1C6B809F3007}"/>
              </a:ext>
            </a:extLst>
          </p:cNvPr>
          <p:cNvSpPr/>
          <p:nvPr/>
        </p:nvSpPr>
        <p:spPr>
          <a:xfrm>
            <a:off x="6604302" y="2669018"/>
            <a:ext cx="594641" cy="268055"/>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[endpoint]</a:t>
            </a:r>
          </a:p>
        </p:txBody>
      </p:sp>
      <p:sp>
        <p:nvSpPr>
          <p:cNvPr id="55" name="Rectangle 40">
            <a:hlinkClick r:id="" action="ppaction://noaction"/>
            <a:extLst>
              <a:ext uri="{FF2B5EF4-FFF2-40B4-BE49-F238E27FC236}">
                <a16:creationId xmlns:a16="http://schemas.microsoft.com/office/drawing/2014/main" id="{7B756D52-501B-46DE-A6E5-A0D77AC4EC33}"/>
              </a:ext>
            </a:extLst>
          </p:cNvPr>
          <p:cNvSpPr/>
          <p:nvPr/>
        </p:nvSpPr>
        <p:spPr>
          <a:xfrm>
            <a:off x="7198943" y="2669019"/>
            <a:ext cx="415031" cy="265952"/>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[log]</a:t>
            </a:r>
          </a:p>
        </p:txBody>
      </p:sp>
      <p:sp>
        <p:nvSpPr>
          <p:cNvPr id="56" name="Rectangle 44">
            <a:hlinkClick r:id="" action="ppaction://noaction"/>
            <a:extLst>
              <a:ext uri="{FF2B5EF4-FFF2-40B4-BE49-F238E27FC236}">
                <a16:creationId xmlns:a16="http://schemas.microsoft.com/office/drawing/2014/main" id="{73F8AAC4-BEF4-4C40-A081-C7297277339F}"/>
              </a:ext>
            </a:extLst>
          </p:cNvPr>
          <p:cNvSpPr/>
          <p:nvPr/>
        </p:nvSpPr>
        <p:spPr>
          <a:xfrm>
            <a:off x="7601866" y="2664694"/>
            <a:ext cx="552154" cy="271937"/>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[network]</a:t>
            </a:r>
          </a:p>
        </p:txBody>
      </p:sp>
      <p:sp>
        <p:nvSpPr>
          <p:cNvPr id="57" name="Rectangle 40">
            <a:extLst>
              <a:ext uri="{FF2B5EF4-FFF2-40B4-BE49-F238E27FC236}">
                <a16:creationId xmlns:a16="http://schemas.microsoft.com/office/drawing/2014/main" id="{47357421-11BA-4F0A-84BC-F42AB5CC3DDE}"/>
              </a:ext>
            </a:extLst>
          </p:cNvPr>
          <p:cNvSpPr/>
          <p:nvPr/>
        </p:nvSpPr>
        <p:spPr>
          <a:xfrm>
            <a:off x="6604302" y="2500869"/>
            <a:ext cx="1549017" cy="166048"/>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Managed Threat Detection</a:t>
            </a:r>
          </a:p>
        </p:txBody>
      </p:sp>
      <p:sp>
        <p:nvSpPr>
          <p:cNvPr id="58" name="Rectangle 52">
            <a:extLst>
              <a:ext uri="{FF2B5EF4-FFF2-40B4-BE49-F238E27FC236}">
                <a16:creationId xmlns:a16="http://schemas.microsoft.com/office/drawing/2014/main" id="{CC7301F5-30B5-4B75-9FE9-F2FB14F8D102}"/>
              </a:ext>
            </a:extLst>
          </p:cNvPr>
          <p:cNvSpPr/>
          <p:nvPr/>
        </p:nvSpPr>
        <p:spPr>
          <a:xfrm>
            <a:off x="879283" y="3493267"/>
            <a:ext cx="972000" cy="432000"/>
          </a:xfrm>
          <a:prstGeom prst="rect">
            <a:avLst/>
          </a:prstGeom>
          <a:solidFill>
            <a:schemeClr val="tx2"/>
          </a:solidFill>
          <a:ln>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Secure Infrastructure</a:t>
            </a:r>
          </a:p>
        </p:txBody>
      </p:sp>
      <p:sp>
        <p:nvSpPr>
          <p:cNvPr id="59" name="Rectangle 52">
            <a:extLst>
              <a:ext uri="{FF2B5EF4-FFF2-40B4-BE49-F238E27FC236}">
                <a16:creationId xmlns:a16="http://schemas.microsoft.com/office/drawing/2014/main" id="{87D8BF5C-7780-4088-B3E8-1FE560096D57}"/>
              </a:ext>
            </a:extLst>
          </p:cNvPr>
          <p:cNvSpPr/>
          <p:nvPr/>
        </p:nvSpPr>
        <p:spPr>
          <a:xfrm>
            <a:off x="2013409" y="3504331"/>
            <a:ext cx="972000" cy="432000"/>
          </a:xfrm>
          <a:prstGeom prst="rect">
            <a:avLst/>
          </a:prstGeom>
          <a:solidFill>
            <a:schemeClr val="tx2"/>
          </a:solidFill>
          <a:ln>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Endpoint &amp; Mobile Security</a:t>
            </a:r>
            <a:endParaRPr lang="en-GB" sz="1000" dirty="0">
              <a:solidFill>
                <a:srgbClr val="FFFFFF"/>
              </a:solidFill>
              <a:latin typeface="Helvetica 55 Roman" panose="020B0604020202020204" pitchFamily="34" charset="0"/>
              <a:cs typeface="Arial" panose="020B0604020202020204" pitchFamily="34" charset="0"/>
            </a:endParaRPr>
          </a:p>
        </p:txBody>
      </p:sp>
      <p:sp>
        <p:nvSpPr>
          <p:cNvPr id="84" name="Rectangle 52">
            <a:extLst>
              <a:ext uri="{FF2B5EF4-FFF2-40B4-BE49-F238E27FC236}">
                <a16:creationId xmlns:a16="http://schemas.microsoft.com/office/drawing/2014/main" id="{F51A0AB9-0E46-4749-B0BB-3CEFDB739DE5}"/>
              </a:ext>
            </a:extLst>
          </p:cNvPr>
          <p:cNvSpPr/>
          <p:nvPr/>
        </p:nvSpPr>
        <p:spPr>
          <a:xfrm>
            <a:off x="3152715" y="3504331"/>
            <a:ext cx="972000" cy="432000"/>
          </a:xfrm>
          <a:prstGeom prst="rect">
            <a:avLst/>
          </a:prstGeom>
          <a:solidFill>
            <a:schemeClr val="tx2"/>
          </a:solidFill>
          <a:ln>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Identity &amp; Access Management</a:t>
            </a:r>
            <a:endParaRPr lang="en-GB" sz="1000" dirty="0">
              <a:solidFill>
                <a:srgbClr val="FFFFFF"/>
              </a:solidFill>
              <a:latin typeface="Helvetica 55 Roman" panose="020B0604020202020204" pitchFamily="34" charset="0"/>
              <a:cs typeface="Arial" panose="020B0604020202020204" pitchFamily="34" charset="0"/>
            </a:endParaRPr>
          </a:p>
        </p:txBody>
      </p:sp>
      <p:sp>
        <p:nvSpPr>
          <p:cNvPr id="85" name="Rectangle 35">
            <a:extLst>
              <a:ext uri="{FF2B5EF4-FFF2-40B4-BE49-F238E27FC236}">
                <a16:creationId xmlns:a16="http://schemas.microsoft.com/office/drawing/2014/main" id="{A7569CB2-DE8E-45AA-840E-2587CE9029EE}"/>
              </a:ext>
            </a:extLst>
          </p:cNvPr>
          <p:cNvSpPr/>
          <p:nvPr/>
        </p:nvSpPr>
        <p:spPr>
          <a:xfrm>
            <a:off x="4281333" y="3509674"/>
            <a:ext cx="972000"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Cloud &amp; Application Security</a:t>
            </a:r>
          </a:p>
        </p:txBody>
      </p:sp>
      <p:sp>
        <p:nvSpPr>
          <p:cNvPr id="89" name="Rectangle 48">
            <a:extLst>
              <a:ext uri="{FF2B5EF4-FFF2-40B4-BE49-F238E27FC236}">
                <a16:creationId xmlns:a16="http://schemas.microsoft.com/office/drawing/2014/main" id="{C628A1FC-06BF-41E2-B485-528B3FDB1F46}"/>
              </a:ext>
            </a:extLst>
          </p:cNvPr>
          <p:cNvSpPr/>
          <p:nvPr/>
        </p:nvSpPr>
        <p:spPr>
          <a:xfrm>
            <a:off x="5404019" y="3496471"/>
            <a:ext cx="972000" cy="432000"/>
          </a:xfrm>
          <a:prstGeom prst="rect">
            <a:avLst/>
          </a:prstGeom>
          <a:solidFill>
            <a:schemeClr val="tx2"/>
          </a:solidFill>
          <a:ln>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a:solidFill>
                  <a:srgbClr val="FFFFFF"/>
                </a:solidFill>
                <a:latin typeface="Helvetica 55 Roman" panose="020B0604020202020204" pitchFamily="34" charset="0"/>
                <a:cs typeface="Arial" panose="020B0604020202020204" pitchFamily="34" charset="0"/>
              </a:rPr>
              <a:t>OT / ICS Security</a:t>
            </a:r>
            <a:endParaRPr lang="en-GB" sz="1000">
              <a:solidFill>
                <a:srgbClr val="FFFFFF"/>
              </a:solidFill>
              <a:latin typeface="Helvetica 55 Roman" panose="020B0604020202020204" pitchFamily="34" charset="0"/>
              <a:cs typeface="Arial" panose="020B0604020202020204" pitchFamily="34" charset="0"/>
            </a:endParaRPr>
          </a:p>
        </p:txBody>
      </p:sp>
      <p:grpSp>
        <p:nvGrpSpPr>
          <p:cNvPr id="103" name="Gruppieren 102">
            <a:extLst>
              <a:ext uri="{FF2B5EF4-FFF2-40B4-BE49-F238E27FC236}">
                <a16:creationId xmlns:a16="http://schemas.microsoft.com/office/drawing/2014/main" id="{1C2D5FD3-A469-4A05-BCCA-0DD2006CD45A}"/>
              </a:ext>
            </a:extLst>
          </p:cNvPr>
          <p:cNvGrpSpPr/>
          <p:nvPr/>
        </p:nvGrpSpPr>
        <p:grpSpPr>
          <a:xfrm>
            <a:off x="766041" y="4176000"/>
            <a:ext cx="7627665" cy="828000"/>
            <a:chOff x="607198" y="4176000"/>
            <a:chExt cx="7789713" cy="828000"/>
          </a:xfrm>
          <a:solidFill>
            <a:schemeClr val="accent4"/>
          </a:solidFill>
        </p:grpSpPr>
        <p:sp>
          <p:nvSpPr>
            <p:cNvPr id="104" name="Line 87">
              <a:extLst>
                <a:ext uri="{FF2B5EF4-FFF2-40B4-BE49-F238E27FC236}">
                  <a16:creationId xmlns:a16="http://schemas.microsoft.com/office/drawing/2014/main" id="{DD1B3FBD-36E2-4346-9B83-3FA3C0611952}"/>
                </a:ext>
              </a:extLst>
            </p:cNvPr>
            <p:cNvSpPr>
              <a:spLocks noChangeShapeType="1"/>
            </p:cNvSpPr>
            <p:nvPr/>
          </p:nvSpPr>
          <p:spPr bwMode="auto">
            <a:xfrm rot="16200000">
              <a:off x="1273454" y="489591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300" b="1"/>
            </a:p>
          </p:txBody>
        </p:sp>
        <p:sp>
          <p:nvSpPr>
            <p:cNvPr id="105" name="Freeform 20">
              <a:extLst>
                <a:ext uri="{FF2B5EF4-FFF2-40B4-BE49-F238E27FC236}">
                  <a16:creationId xmlns:a16="http://schemas.microsoft.com/office/drawing/2014/main" id="{79998E97-EBE8-4853-B22A-D37D06434D41}"/>
                </a:ext>
              </a:extLst>
            </p:cNvPr>
            <p:cNvSpPr>
              <a:spLocks/>
            </p:cNvSpPr>
            <p:nvPr/>
          </p:nvSpPr>
          <p:spPr bwMode="auto">
            <a:xfrm>
              <a:off x="607198" y="4176000"/>
              <a:ext cx="7789713" cy="828000"/>
            </a:xfrm>
            <a:custGeom>
              <a:avLst/>
              <a:gdLst>
                <a:gd name="T0" fmla="*/ 0 w 229"/>
                <a:gd name="T1" fmla="*/ 27 h 27"/>
                <a:gd name="T2" fmla="*/ 0 w 229"/>
                <a:gd name="T3" fmla="*/ 0 h 27"/>
                <a:gd name="T4" fmla="*/ 229 w 229"/>
                <a:gd name="T5" fmla="*/ 0 h 27"/>
                <a:gd name="T6" fmla="*/ 229 w 229"/>
                <a:gd name="T7" fmla="*/ 0 h 27"/>
                <a:gd name="T8" fmla="*/ 229 w 229"/>
                <a:gd name="T9" fmla="*/ 27 h 27"/>
                <a:gd name="T10" fmla="*/ 0 w 229"/>
                <a:gd name="T11" fmla="*/ 27 h 27"/>
              </a:gdLst>
              <a:ahLst/>
              <a:cxnLst>
                <a:cxn ang="0">
                  <a:pos x="T0" y="T1"/>
                </a:cxn>
                <a:cxn ang="0">
                  <a:pos x="T2" y="T3"/>
                </a:cxn>
                <a:cxn ang="0">
                  <a:pos x="T4" y="T5"/>
                </a:cxn>
                <a:cxn ang="0">
                  <a:pos x="T6" y="T7"/>
                </a:cxn>
                <a:cxn ang="0">
                  <a:pos x="T8" y="T9"/>
                </a:cxn>
                <a:cxn ang="0">
                  <a:pos x="T10" y="T11"/>
                </a:cxn>
              </a:cxnLst>
              <a:rect l="0" t="0" r="r" b="b"/>
              <a:pathLst>
                <a:path w="229" h="27">
                  <a:moveTo>
                    <a:pt x="0" y="27"/>
                  </a:moveTo>
                  <a:lnTo>
                    <a:pt x="0" y="0"/>
                  </a:lnTo>
                  <a:lnTo>
                    <a:pt x="229" y="0"/>
                  </a:lnTo>
                  <a:lnTo>
                    <a:pt x="229" y="0"/>
                  </a:lnTo>
                  <a:lnTo>
                    <a:pt x="229" y="27"/>
                  </a:lnTo>
                  <a:lnTo>
                    <a:pt x="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de-DE" sz="1300" b="1" dirty="0" err="1"/>
                <a:t>Incident</a:t>
              </a:r>
              <a:r>
                <a:rPr lang="de-DE" sz="1300" b="1" dirty="0"/>
                <a:t> Response</a:t>
              </a:r>
            </a:p>
          </p:txBody>
        </p:sp>
      </p:grpSp>
    </p:spTree>
    <p:extLst>
      <p:ext uri="{BB962C8B-B14F-4D97-AF65-F5344CB8AC3E}">
        <p14:creationId xmlns:p14="http://schemas.microsoft.com/office/powerpoint/2010/main" val="2711393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randombar(horizontal)">
                                      <p:cBhvr>
                                        <p:cTn id="7" dur="500"/>
                                        <p:tgtEl>
                                          <p:spTgt spid="156"/>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randombar(horizontal)">
                                      <p:cBhvr>
                                        <p:cTn id="10" dur="500"/>
                                        <p:tgtEl>
                                          <p:spTgt spid="4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randombar(horizontal)">
                                      <p:cBhvr>
                                        <p:cTn id="15" dur="500"/>
                                        <p:tgtEl>
                                          <p:spTgt spid="49"/>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randombar(horizontal)">
                                      <p:cBhvr>
                                        <p:cTn id="18" dur="500"/>
                                        <p:tgtEl>
                                          <p:spTgt spid="51"/>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randombar(horizontal)">
                                      <p:cBhvr>
                                        <p:cTn id="21" dur="500"/>
                                        <p:tgtEl>
                                          <p:spTgt spid="50"/>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randombar(horizontal)">
                                      <p:cBhvr>
                                        <p:cTn id="26" dur="500"/>
                                        <p:tgtEl>
                                          <p:spTgt spid="52"/>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animEffect transition="in" filter="randombar(horizontal)">
                                      <p:cBhvr>
                                        <p:cTn id="29" dur="500"/>
                                        <p:tgtEl>
                                          <p:spTgt spid="53"/>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54"/>
                                        </p:tgtEl>
                                        <p:attrNameLst>
                                          <p:attrName>style.visibility</p:attrName>
                                        </p:attrNameLst>
                                      </p:cBhvr>
                                      <p:to>
                                        <p:strVal val="visible"/>
                                      </p:to>
                                    </p:set>
                                    <p:animEffect transition="in" filter="randombar(horizontal)">
                                      <p:cBhvr>
                                        <p:cTn id="32" dur="500"/>
                                        <p:tgtEl>
                                          <p:spTgt spid="54"/>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randombar(horizontal)">
                                      <p:cBhvr>
                                        <p:cTn id="35" dur="500"/>
                                        <p:tgtEl>
                                          <p:spTgt spid="55"/>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56"/>
                                        </p:tgtEl>
                                        <p:attrNameLst>
                                          <p:attrName>style.visibility</p:attrName>
                                        </p:attrNameLst>
                                      </p:cBhvr>
                                      <p:to>
                                        <p:strVal val="visible"/>
                                      </p:to>
                                    </p:set>
                                    <p:animEffect transition="in" filter="randombar(horizontal)">
                                      <p:cBhvr>
                                        <p:cTn id="38" dur="500"/>
                                        <p:tgtEl>
                                          <p:spTgt spid="56"/>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57"/>
                                        </p:tgtEl>
                                        <p:attrNameLst>
                                          <p:attrName>style.visibility</p:attrName>
                                        </p:attrNameLst>
                                      </p:cBhvr>
                                      <p:to>
                                        <p:strVal val="visible"/>
                                      </p:to>
                                    </p:set>
                                    <p:animEffect transition="in" filter="randombar(horizontal)">
                                      <p:cBhvr>
                                        <p:cTn id="41" dur="500"/>
                                        <p:tgtEl>
                                          <p:spTgt spid="57"/>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58"/>
                                        </p:tgtEl>
                                        <p:attrNameLst>
                                          <p:attrName>style.visibility</p:attrName>
                                        </p:attrNameLst>
                                      </p:cBhvr>
                                      <p:to>
                                        <p:strVal val="visible"/>
                                      </p:to>
                                    </p:set>
                                    <p:animEffect transition="in" filter="randombar(horizontal)">
                                      <p:cBhvr>
                                        <p:cTn id="46" dur="500"/>
                                        <p:tgtEl>
                                          <p:spTgt spid="58"/>
                                        </p:tgtEl>
                                      </p:cBhvr>
                                    </p:animEffect>
                                  </p:childTnLst>
                                </p:cTn>
                              </p:par>
                              <p:par>
                                <p:cTn id="47" presetID="14" presetClass="entr" presetSubtype="10" fill="hold" grpId="0" nodeType="withEffect">
                                  <p:stCondLst>
                                    <p:cond delay="0"/>
                                  </p:stCondLst>
                                  <p:childTnLst>
                                    <p:set>
                                      <p:cBhvr>
                                        <p:cTn id="48" dur="1" fill="hold">
                                          <p:stCondLst>
                                            <p:cond delay="0"/>
                                          </p:stCondLst>
                                        </p:cTn>
                                        <p:tgtEl>
                                          <p:spTgt spid="59"/>
                                        </p:tgtEl>
                                        <p:attrNameLst>
                                          <p:attrName>style.visibility</p:attrName>
                                        </p:attrNameLst>
                                      </p:cBhvr>
                                      <p:to>
                                        <p:strVal val="visible"/>
                                      </p:to>
                                    </p:set>
                                    <p:animEffect transition="in" filter="randombar(horizontal)">
                                      <p:cBhvr>
                                        <p:cTn id="49" dur="500"/>
                                        <p:tgtEl>
                                          <p:spTgt spid="59"/>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84"/>
                                        </p:tgtEl>
                                        <p:attrNameLst>
                                          <p:attrName>style.visibility</p:attrName>
                                        </p:attrNameLst>
                                      </p:cBhvr>
                                      <p:to>
                                        <p:strVal val="visible"/>
                                      </p:to>
                                    </p:set>
                                    <p:animEffect transition="in" filter="randombar(horizontal)">
                                      <p:cBhvr>
                                        <p:cTn id="52" dur="500"/>
                                        <p:tgtEl>
                                          <p:spTgt spid="84"/>
                                        </p:tgtEl>
                                      </p:cBhvr>
                                    </p:animEffect>
                                  </p:childTnLst>
                                </p:cTn>
                              </p:par>
                              <p:par>
                                <p:cTn id="53" presetID="14" presetClass="entr" presetSubtype="10" fill="hold" grpId="0" nodeType="withEffect">
                                  <p:stCondLst>
                                    <p:cond delay="0"/>
                                  </p:stCondLst>
                                  <p:childTnLst>
                                    <p:set>
                                      <p:cBhvr>
                                        <p:cTn id="54" dur="1" fill="hold">
                                          <p:stCondLst>
                                            <p:cond delay="0"/>
                                          </p:stCondLst>
                                        </p:cTn>
                                        <p:tgtEl>
                                          <p:spTgt spid="85"/>
                                        </p:tgtEl>
                                        <p:attrNameLst>
                                          <p:attrName>style.visibility</p:attrName>
                                        </p:attrNameLst>
                                      </p:cBhvr>
                                      <p:to>
                                        <p:strVal val="visible"/>
                                      </p:to>
                                    </p:set>
                                    <p:animEffect transition="in" filter="randombar(horizontal)">
                                      <p:cBhvr>
                                        <p:cTn id="55" dur="500"/>
                                        <p:tgtEl>
                                          <p:spTgt spid="85"/>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89"/>
                                        </p:tgtEl>
                                        <p:attrNameLst>
                                          <p:attrName>style.visibility</p:attrName>
                                        </p:attrNameLst>
                                      </p:cBhvr>
                                      <p:to>
                                        <p:strVal val="visible"/>
                                      </p:to>
                                    </p:set>
                                    <p:animEffect transition="in" filter="randombar(horizontal)">
                                      <p:cBhvr>
                                        <p:cTn id="58"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84" grpId="0" animBg="1"/>
      <p:bldP spid="85" grpId="0" animBg="1"/>
      <p:bldP spid="8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8">
            <a:extLst>
              <a:ext uri="{FF2B5EF4-FFF2-40B4-BE49-F238E27FC236}">
                <a16:creationId xmlns:a16="http://schemas.microsoft.com/office/drawing/2014/main" id="{E9705979-8491-FE43-98B2-A4E3EBE2489D}"/>
              </a:ext>
            </a:extLst>
          </p:cNvPr>
          <p:cNvSpPr>
            <a:spLocks noChangeArrowheads="1"/>
          </p:cNvSpPr>
          <p:nvPr/>
        </p:nvSpPr>
        <p:spPr bwMode="auto">
          <a:xfrm>
            <a:off x="803347" y="305696"/>
            <a:ext cx="7801101" cy="936105"/>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r>
              <a:rPr lang="de-DE" sz="1300" b="1" dirty="0" err="1"/>
              <a:t>Attack</a:t>
            </a:r>
            <a:r>
              <a:rPr lang="de-DE" sz="1300" b="1" dirty="0"/>
              <a:t> Surface </a:t>
            </a:r>
            <a:r>
              <a:rPr lang="de-DE" sz="1300" b="1" dirty="0" err="1"/>
              <a:t>Reduction</a:t>
            </a:r>
            <a:endParaRPr lang="de-DE" sz="1300" b="1" dirty="0"/>
          </a:p>
          <a:p>
            <a:endParaRPr lang="de-DE" sz="1300" b="1" dirty="0"/>
          </a:p>
        </p:txBody>
      </p:sp>
      <p:graphicFrame>
        <p:nvGraphicFramePr>
          <p:cNvPr id="5" name="Diagram 4">
            <a:hlinkClick r:id="" action="ppaction://noaction"/>
            <a:extLst>
              <a:ext uri="{FF2B5EF4-FFF2-40B4-BE49-F238E27FC236}">
                <a16:creationId xmlns:a16="http://schemas.microsoft.com/office/drawing/2014/main" id="{994AE877-3560-DC42-BA85-323CFF4EADF9}"/>
              </a:ext>
            </a:extLst>
          </p:cNvPr>
          <p:cNvGraphicFramePr/>
          <p:nvPr>
            <p:extLst>
              <p:ext uri="{D42A27DB-BD31-4B8C-83A1-F6EECF244321}">
                <p14:modId xmlns:p14="http://schemas.microsoft.com/office/powerpoint/2010/main" val="1344054094"/>
              </p:ext>
            </p:extLst>
          </p:nvPr>
        </p:nvGraphicFramePr>
        <p:xfrm>
          <a:off x="467543" y="411510"/>
          <a:ext cx="8202843" cy="42365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Picture 33" descr="Icon&#10;&#10;Description automatically generated">
            <a:extLst>
              <a:ext uri="{FF2B5EF4-FFF2-40B4-BE49-F238E27FC236}">
                <a16:creationId xmlns:a16="http://schemas.microsoft.com/office/drawing/2014/main" id="{255E795F-D585-4B9F-874A-EC57443E6AC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45529" y="411510"/>
            <a:ext cx="491880" cy="723979"/>
          </a:xfrm>
          <a:prstGeom prst="rect">
            <a:avLst/>
          </a:prstGeom>
        </p:spPr>
      </p:pic>
      <p:sp>
        <p:nvSpPr>
          <p:cNvPr id="10" name="Textfeld 9">
            <a:extLst>
              <a:ext uri="{FF2B5EF4-FFF2-40B4-BE49-F238E27FC236}">
                <a16:creationId xmlns:a16="http://schemas.microsoft.com/office/drawing/2014/main" id="{45E59DB4-C900-45DB-A76C-B6745A4F0E77}"/>
              </a:ext>
            </a:extLst>
          </p:cNvPr>
          <p:cNvSpPr txBox="1"/>
          <p:nvPr/>
        </p:nvSpPr>
        <p:spPr>
          <a:xfrm>
            <a:off x="313839" y="967339"/>
            <a:ext cx="378125" cy="107722"/>
          </a:xfrm>
          <a:prstGeom prst="rect">
            <a:avLst/>
          </a:prstGeom>
        </p:spPr>
        <p:txBody>
          <a:bodyPr wrap="square" lIns="0" tIns="0" rIns="0" bIns="0" rtlCol="0">
            <a:spAutoFit/>
          </a:bodyPr>
          <a:lstStyle/>
          <a:p>
            <a:r>
              <a:rPr lang="de-DE" sz="700" dirty="0" err="1">
                <a:solidFill>
                  <a:schemeClr val="bg1"/>
                </a:solidFill>
              </a:rPr>
              <a:t>Protect</a:t>
            </a:r>
            <a:endParaRPr lang="de-DE" sz="700" dirty="0">
              <a:solidFill>
                <a:schemeClr val="bg1"/>
              </a:solidFill>
            </a:endParaRPr>
          </a:p>
        </p:txBody>
      </p:sp>
    </p:spTree>
    <p:extLst>
      <p:ext uri="{BB962C8B-B14F-4D97-AF65-F5344CB8AC3E}">
        <p14:creationId xmlns:p14="http://schemas.microsoft.com/office/powerpoint/2010/main" val="3263185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986764A-B765-4B01-9FF0-81F73782ECC2}"/>
              </a:ext>
            </a:extLst>
          </p:cNvPr>
          <p:cNvSpPr txBox="1">
            <a:spLocks/>
          </p:cNvSpPr>
          <p:nvPr/>
        </p:nvSpPr>
        <p:spPr>
          <a:xfrm>
            <a:off x="302294" y="267499"/>
            <a:ext cx="8550652" cy="470816"/>
          </a:xfrm>
          <a:prstGeom prst="rect">
            <a:avLst/>
          </a:prstGeom>
        </p:spPr>
        <p:txBody>
          <a:bodyPr/>
          <a:lstStyle>
            <a:lvl1pPr algn="l" defTabSz="914103" rtl="0" eaLnBrk="1" latinLnBrk="0" hangingPunct="1">
              <a:lnSpc>
                <a:spcPct val="90000"/>
              </a:lnSpc>
              <a:spcBef>
                <a:spcPct val="0"/>
              </a:spcBef>
              <a:buNone/>
              <a:defRPr lang="fr-FR" altLang="en-US" sz="2666" b="1" i="0" kern="1200" noProof="0" dirty="0" smtClean="0">
                <a:solidFill>
                  <a:schemeClr val="tx2"/>
                </a:solidFill>
                <a:latin typeface="Helvetica" pitchFamily="2" charset="0"/>
                <a:ea typeface="Arial Unicode MS" panose="020B0604020202020204" pitchFamily="34" charset="-128"/>
                <a:cs typeface="Arial" panose="020B0604020202020204" pitchFamily="34" charset="0"/>
              </a:defRPr>
            </a:lvl1pPr>
          </a:lstStyle>
          <a:p>
            <a:r>
              <a:rPr lang="en-GB" sz="3200" dirty="0">
                <a:solidFill>
                  <a:schemeClr val="bg1"/>
                </a:solidFill>
                <a:latin typeface="+mj-lt"/>
              </a:rPr>
              <a:t>Intelligence-led Managed Services</a:t>
            </a:r>
          </a:p>
        </p:txBody>
      </p:sp>
      <p:sp>
        <p:nvSpPr>
          <p:cNvPr id="134" name="Rectangle 16">
            <a:extLst>
              <a:ext uri="{FF2B5EF4-FFF2-40B4-BE49-F238E27FC236}">
                <a16:creationId xmlns:a16="http://schemas.microsoft.com/office/drawing/2014/main" id="{7248E2E6-13D9-461E-B0FC-5DC534B6C7FE}"/>
              </a:ext>
            </a:extLst>
          </p:cNvPr>
          <p:cNvSpPr>
            <a:spLocks noChangeArrowheads="1"/>
          </p:cNvSpPr>
          <p:nvPr/>
        </p:nvSpPr>
        <p:spPr bwMode="auto">
          <a:xfrm>
            <a:off x="766056" y="1188000"/>
            <a:ext cx="7627665" cy="828000"/>
          </a:xfrm>
          <a:prstGeom prst="rect">
            <a:avLst/>
          </a:prstGeom>
          <a:solidFill>
            <a:schemeClr val="accent5"/>
          </a:solidFill>
          <a:ln>
            <a:noFill/>
          </a:ln>
        </p:spPr>
        <p:txBody>
          <a:bodyPr vert="horz" wrap="square" lIns="91440" tIns="45720" rIns="91440" bIns="45720" numCol="1" anchor="t" anchorCtr="0" compatLnSpc="1">
            <a:prstTxWarp prst="textNoShape">
              <a:avLst/>
            </a:prstTxWarp>
          </a:bodyPr>
          <a:lstStyle/>
          <a:p>
            <a:r>
              <a:rPr lang="de-DE" sz="1300" b="1" dirty="0" err="1"/>
              <a:t>Threat</a:t>
            </a:r>
            <a:r>
              <a:rPr lang="de-DE" sz="1300" b="1" dirty="0"/>
              <a:t> &amp; </a:t>
            </a:r>
            <a:r>
              <a:rPr lang="de-DE" sz="1300" b="1" dirty="0" err="1"/>
              <a:t>Vulnerability</a:t>
            </a:r>
            <a:r>
              <a:rPr lang="de-DE" sz="1300" b="1" dirty="0"/>
              <a:t> </a:t>
            </a:r>
            <a:r>
              <a:rPr lang="de-DE" sz="1300" b="1" dirty="0" err="1"/>
              <a:t>Intelligence</a:t>
            </a:r>
            <a:r>
              <a:rPr lang="de-DE" sz="1300" b="1" dirty="0"/>
              <a:t> </a:t>
            </a:r>
          </a:p>
          <a:p>
            <a:endParaRPr lang="de-DE" dirty="0"/>
          </a:p>
        </p:txBody>
      </p:sp>
      <p:grpSp>
        <p:nvGrpSpPr>
          <p:cNvPr id="27" name="Gruppieren 26">
            <a:extLst>
              <a:ext uri="{FF2B5EF4-FFF2-40B4-BE49-F238E27FC236}">
                <a16:creationId xmlns:a16="http://schemas.microsoft.com/office/drawing/2014/main" id="{6F5A83A5-C74D-4795-B058-8A5DC5BD6A5A}"/>
              </a:ext>
            </a:extLst>
          </p:cNvPr>
          <p:cNvGrpSpPr/>
          <p:nvPr/>
        </p:nvGrpSpPr>
        <p:grpSpPr>
          <a:xfrm>
            <a:off x="766040" y="2188800"/>
            <a:ext cx="3527155" cy="835200"/>
            <a:chOff x="174047" y="2197455"/>
            <a:chExt cx="4002965" cy="835200"/>
          </a:xfrm>
          <a:solidFill>
            <a:schemeClr val="accent6"/>
          </a:solidFill>
        </p:grpSpPr>
        <p:sp>
          <p:nvSpPr>
            <p:cNvPr id="74" name="Line 70">
              <a:extLst>
                <a:ext uri="{FF2B5EF4-FFF2-40B4-BE49-F238E27FC236}">
                  <a16:creationId xmlns:a16="http://schemas.microsoft.com/office/drawing/2014/main" id="{5A76E5FF-6B18-44B4-808D-4432724C3248}"/>
                </a:ext>
              </a:extLst>
            </p:cNvPr>
            <p:cNvSpPr>
              <a:spLocks noChangeShapeType="1"/>
            </p:cNvSpPr>
            <p:nvPr/>
          </p:nvSpPr>
          <p:spPr bwMode="auto">
            <a:xfrm rot="16200000">
              <a:off x="1273454" y="2884567"/>
              <a:ext cx="0" cy="0"/>
            </a:xfrm>
            <a:prstGeom prst="lin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1300" b="1"/>
            </a:p>
          </p:txBody>
        </p:sp>
        <p:sp>
          <p:nvSpPr>
            <p:cNvPr id="76" name="Line 72">
              <a:extLst>
                <a:ext uri="{FF2B5EF4-FFF2-40B4-BE49-F238E27FC236}">
                  <a16:creationId xmlns:a16="http://schemas.microsoft.com/office/drawing/2014/main" id="{643EC8CE-D7DC-46D1-984D-045446CF3987}"/>
                </a:ext>
              </a:extLst>
            </p:cNvPr>
            <p:cNvSpPr>
              <a:spLocks noChangeShapeType="1"/>
            </p:cNvSpPr>
            <p:nvPr/>
          </p:nvSpPr>
          <p:spPr bwMode="auto">
            <a:xfrm rot="16200000">
              <a:off x="747980" y="2717369"/>
              <a:ext cx="0" cy="0"/>
            </a:xfrm>
            <a:prstGeom prst="lin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1300" b="1"/>
            </a:p>
          </p:txBody>
        </p:sp>
        <p:sp>
          <p:nvSpPr>
            <p:cNvPr id="135" name="Rectangle 17">
              <a:extLst>
                <a:ext uri="{FF2B5EF4-FFF2-40B4-BE49-F238E27FC236}">
                  <a16:creationId xmlns:a16="http://schemas.microsoft.com/office/drawing/2014/main" id="{4169373A-AF2C-4195-A42F-2536C88D0A9B}"/>
                </a:ext>
              </a:extLst>
            </p:cNvPr>
            <p:cNvSpPr>
              <a:spLocks noChangeArrowheads="1"/>
            </p:cNvSpPr>
            <p:nvPr/>
          </p:nvSpPr>
          <p:spPr bwMode="auto">
            <a:xfrm>
              <a:off x="174047" y="2197455"/>
              <a:ext cx="4002965" cy="8352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de-DE" sz="1300" b="1" dirty="0" err="1"/>
                <a:t>Attack</a:t>
              </a:r>
              <a:r>
                <a:rPr lang="de-DE" sz="1300" b="1" dirty="0"/>
                <a:t> Surface Discovery</a:t>
              </a:r>
            </a:p>
          </p:txBody>
        </p:sp>
      </p:grpSp>
      <p:grpSp>
        <p:nvGrpSpPr>
          <p:cNvPr id="29" name="Gruppieren 28">
            <a:extLst>
              <a:ext uri="{FF2B5EF4-FFF2-40B4-BE49-F238E27FC236}">
                <a16:creationId xmlns:a16="http://schemas.microsoft.com/office/drawing/2014/main" id="{3F71C0CF-DE3A-462F-98B6-DB687D306FE3}"/>
              </a:ext>
            </a:extLst>
          </p:cNvPr>
          <p:cNvGrpSpPr/>
          <p:nvPr/>
        </p:nvGrpSpPr>
        <p:grpSpPr>
          <a:xfrm>
            <a:off x="766041" y="3182400"/>
            <a:ext cx="7627665" cy="828000"/>
            <a:chOff x="651586" y="3168728"/>
            <a:chExt cx="7745293" cy="828000"/>
          </a:xfrm>
        </p:grpSpPr>
        <p:sp>
          <p:nvSpPr>
            <p:cNvPr id="80" name="Line 76">
              <a:extLst>
                <a:ext uri="{FF2B5EF4-FFF2-40B4-BE49-F238E27FC236}">
                  <a16:creationId xmlns:a16="http://schemas.microsoft.com/office/drawing/2014/main" id="{BD1783E9-F957-451A-A0DB-C135C8716284}"/>
                </a:ext>
              </a:extLst>
            </p:cNvPr>
            <p:cNvSpPr>
              <a:spLocks noChangeShapeType="1"/>
            </p:cNvSpPr>
            <p:nvPr/>
          </p:nvSpPr>
          <p:spPr bwMode="auto">
            <a:xfrm rot="16200000">
              <a:off x="747981" y="3897294"/>
              <a:ext cx="0" cy="0"/>
            </a:xfrm>
            <a:prstGeom prst="line">
              <a:avLst/>
            </a:prstGeom>
            <a:noFill/>
            <a:ln w="25400"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DE"/>
            </a:p>
          </p:txBody>
        </p:sp>
        <p:sp>
          <p:nvSpPr>
            <p:cNvPr id="141" name="Rectangle 18">
              <a:extLst>
                <a:ext uri="{FF2B5EF4-FFF2-40B4-BE49-F238E27FC236}">
                  <a16:creationId xmlns:a16="http://schemas.microsoft.com/office/drawing/2014/main" id="{C9900943-CC17-4A18-9CBF-D45224EE15FC}"/>
                </a:ext>
              </a:extLst>
            </p:cNvPr>
            <p:cNvSpPr>
              <a:spLocks noChangeArrowheads="1"/>
            </p:cNvSpPr>
            <p:nvPr/>
          </p:nvSpPr>
          <p:spPr bwMode="auto">
            <a:xfrm>
              <a:off x="651586" y="3168728"/>
              <a:ext cx="7745293" cy="828000"/>
            </a:xfrm>
            <a:prstGeom prst="rect">
              <a:avLst/>
            </a:prstGeom>
            <a:solidFill>
              <a:schemeClr val="accent2"/>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r>
                <a:rPr lang="de-DE" sz="1300" b="1" dirty="0" err="1"/>
                <a:t>Attack</a:t>
              </a:r>
              <a:r>
                <a:rPr lang="de-DE" sz="1300" b="1" dirty="0"/>
                <a:t> Surface </a:t>
              </a:r>
              <a:r>
                <a:rPr lang="de-DE" sz="1300" b="1" dirty="0" err="1"/>
                <a:t>Reduction</a:t>
              </a:r>
              <a:endParaRPr lang="de-DE" sz="1300" b="1" dirty="0"/>
            </a:p>
            <a:p>
              <a:endParaRPr lang="de-DE" dirty="0"/>
            </a:p>
          </p:txBody>
        </p:sp>
      </p:grpSp>
      <p:grpSp>
        <p:nvGrpSpPr>
          <p:cNvPr id="28" name="Gruppieren 27">
            <a:extLst>
              <a:ext uri="{FF2B5EF4-FFF2-40B4-BE49-F238E27FC236}">
                <a16:creationId xmlns:a16="http://schemas.microsoft.com/office/drawing/2014/main" id="{F71CD8BE-CCD2-477F-B2B3-E572376F31E4}"/>
              </a:ext>
            </a:extLst>
          </p:cNvPr>
          <p:cNvGrpSpPr/>
          <p:nvPr/>
        </p:nvGrpSpPr>
        <p:grpSpPr>
          <a:xfrm>
            <a:off x="4479908" y="2185200"/>
            <a:ext cx="3913812" cy="835200"/>
            <a:chOff x="4802735" y="2197365"/>
            <a:chExt cx="3634770" cy="835200"/>
          </a:xfrm>
          <a:solidFill>
            <a:schemeClr val="accent3"/>
          </a:solidFill>
        </p:grpSpPr>
        <p:sp>
          <p:nvSpPr>
            <p:cNvPr id="86" name="Line 82">
              <a:extLst>
                <a:ext uri="{FF2B5EF4-FFF2-40B4-BE49-F238E27FC236}">
                  <a16:creationId xmlns:a16="http://schemas.microsoft.com/office/drawing/2014/main" id="{1962D133-4023-4BC8-9735-A24E211112BC}"/>
                </a:ext>
              </a:extLst>
            </p:cNvPr>
            <p:cNvSpPr>
              <a:spLocks noChangeShapeType="1"/>
            </p:cNvSpPr>
            <p:nvPr/>
          </p:nvSpPr>
          <p:spPr bwMode="auto">
            <a:xfrm rot="5400000">
              <a:off x="7211319" y="2864998"/>
              <a:ext cx="0" cy="0"/>
            </a:xfrm>
            <a:prstGeom prst="line">
              <a:avLst/>
            </a:prstGeom>
            <a:grpFill/>
            <a:ln>
              <a:noFill/>
            </a:ln>
          </p:spPr>
          <p:txBody>
            <a:bodyPr vert="horz" wrap="square" lIns="360000" tIns="45720" rIns="91440" bIns="45720" numCol="1" anchor="t" anchorCtr="0" compatLnSpc="1">
              <a:prstTxWarp prst="textNoShape">
                <a:avLst/>
              </a:prstTxWarp>
            </a:bodyPr>
            <a:lstStyle/>
            <a:p>
              <a:endParaRPr lang="de-DE" sz="1300" b="1"/>
            </a:p>
          </p:txBody>
        </p:sp>
        <p:sp>
          <p:nvSpPr>
            <p:cNvPr id="87" name="Line 83">
              <a:extLst>
                <a:ext uri="{FF2B5EF4-FFF2-40B4-BE49-F238E27FC236}">
                  <a16:creationId xmlns:a16="http://schemas.microsoft.com/office/drawing/2014/main" id="{42A48EB2-4EAE-4D77-B0A7-9AD659752012}"/>
                </a:ext>
              </a:extLst>
            </p:cNvPr>
            <p:cNvSpPr>
              <a:spLocks noChangeShapeType="1"/>
            </p:cNvSpPr>
            <p:nvPr/>
          </p:nvSpPr>
          <p:spPr bwMode="auto">
            <a:xfrm rot="5400000">
              <a:off x="7736793" y="2693024"/>
              <a:ext cx="0" cy="0"/>
            </a:xfrm>
            <a:prstGeom prst="line">
              <a:avLst/>
            </a:prstGeom>
            <a:grpFill/>
            <a:ln>
              <a:noFill/>
            </a:ln>
          </p:spPr>
          <p:txBody>
            <a:bodyPr vert="horz" wrap="square" lIns="360000" tIns="45720" rIns="91440" bIns="45720" numCol="1" anchor="t" anchorCtr="0" compatLnSpc="1">
              <a:prstTxWarp prst="textNoShape">
                <a:avLst/>
              </a:prstTxWarp>
            </a:bodyPr>
            <a:lstStyle/>
            <a:p>
              <a:endParaRPr lang="de-DE" sz="1300" b="1"/>
            </a:p>
          </p:txBody>
        </p:sp>
        <p:sp>
          <p:nvSpPr>
            <p:cNvPr id="149" name="Freeform 19">
              <a:extLst>
                <a:ext uri="{FF2B5EF4-FFF2-40B4-BE49-F238E27FC236}">
                  <a16:creationId xmlns:a16="http://schemas.microsoft.com/office/drawing/2014/main" id="{5B87E823-ECA0-49CA-BB58-71DEAA3975E7}"/>
                </a:ext>
              </a:extLst>
            </p:cNvPr>
            <p:cNvSpPr>
              <a:spLocks/>
            </p:cNvSpPr>
            <p:nvPr/>
          </p:nvSpPr>
          <p:spPr bwMode="auto">
            <a:xfrm>
              <a:off x="4802735" y="2197365"/>
              <a:ext cx="3634770" cy="835200"/>
            </a:xfrm>
            <a:custGeom>
              <a:avLst/>
              <a:gdLst>
                <a:gd name="T0" fmla="*/ 0 w 229"/>
                <a:gd name="T1" fmla="*/ 29 h 29"/>
                <a:gd name="T2" fmla="*/ 0 w 229"/>
                <a:gd name="T3" fmla="*/ 0 h 29"/>
                <a:gd name="T4" fmla="*/ 229 w 229"/>
                <a:gd name="T5" fmla="*/ 0 h 29"/>
                <a:gd name="T6" fmla="*/ 229 w 229"/>
                <a:gd name="T7" fmla="*/ 0 h 29"/>
                <a:gd name="T8" fmla="*/ 229 w 229"/>
                <a:gd name="T9" fmla="*/ 29 h 29"/>
                <a:gd name="T10" fmla="*/ 0 w 229"/>
                <a:gd name="T11" fmla="*/ 29 h 29"/>
              </a:gdLst>
              <a:ahLst/>
              <a:cxnLst>
                <a:cxn ang="0">
                  <a:pos x="T0" y="T1"/>
                </a:cxn>
                <a:cxn ang="0">
                  <a:pos x="T2" y="T3"/>
                </a:cxn>
                <a:cxn ang="0">
                  <a:pos x="T4" y="T5"/>
                </a:cxn>
                <a:cxn ang="0">
                  <a:pos x="T6" y="T7"/>
                </a:cxn>
                <a:cxn ang="0">
                  <a:pos x="T8" y="T9"/>
                </a:cxn>
                <a:cxn ang="0">
                  <a:pos x="T10" y="T11"/>
                </a:cxn>
              </a:cxnLst>
              <a:rect l="0" t="0" r="r" b="b"/>
              <a:pathLst>
                <a:path w="229" h="29">
                  <a:moveTo>
                    <a:pt x="0" y="29"/>
                  </a:moveTo>
                  <a:lnTo>
                    <a:pt x="0" y="0"/>
                  </a:lnTo>
                  <a:lnTo>
                    <a:pt x="229" y="0"/>
                  </a:lnTo>
                  <a:lnTo>
                    <a:pt x="229" y="0"/>
                  </a:lnTo>
                  <a:lnTo>
                    <a:pt x="229" y="29"/>
                  </a:lnTo>
                  <a:lnTo>
                    <a:pt x="0" y="29"/>
                  </a:lnTo>
                  <a:close/>
                </a:path>
              </a:pathLst>
            </a:custGeom>
            <a:grpFill/>
            <a:ln>
              <a:noFill/>
            </a:ln>
          </p:spPr>
          <p:txBody>
            <a:bodyPr vert="horz" wrap="square" lIns="360000" tIns="45720" rIns="91440" bIns="45720" numCol="1" anchor="t" anchorCtr="0" compatLnSpc="1">
              <a:prstTxWarp prst="textNoShape">
                <a:avLst/>
              </a:prstTxWarp>
            </a:bodyPr>
            <a:lstStyle/>
            <a:p>
              <a:r>
                <a:rPr lang="de-DE" sz="1300" b="1" dirty="0" err="1"/>
                <a:t>Threat</a:t>
              </a:r>
              <a:r>
                <a:rPr lang="de-DE" sz="1300" b="1" dirty="0"/>
                <a:t> </a:t>
              </a:r>
              <a:r>
                <a:rPr lang="de-DE" sz="1300" b="1" dirty="0" err="1"/>
                <a:t>Detection</a:t>
              </a:r>
              <a:endParaRPr lang="de-DE" sz="1300" b="1" dirty="0"/>
            </a:p>
          </p:txBody>
        </p:sp>
      </p:grpSp>
      <p:grpSp>
        <p:nvGrpSpPr>
          <p:cNvPr id="30" name="Gruppieren 29">
            <a:extLst>
              <a:ext uri="{FF2B5EF4-FFF2-40B4-BE49-F238E27FC236}">
                <a16:creationId xmlns:a16="http://schemas.microsoft.com/office/drawing/2014/main" id="{A169E7BA-81E7-46C1-9679-4F830D504133}"/>
              </a:ext>
            </a:extLst>
          </p:cNvPr>
          <p:cNvGrpSpPr/>
          <p:nvPr/>
        </p:nvGrpSpPr>
        <p:grpSpPr>
          <a:xfrm>
            <a:off x="766041" y="4176000"/>
            <a:ext cx="7627665" cy="828000"/>
            <a:chOff x="607198" y="4176000"/>
            <a:chExt cx="7789713" cy="828000"/>
          </a:xfrm>
          <a:solidFill>
            <a:schemeClr val="accent4"/>
          </a:solidFill>
        </p:grpSpPr>
        <p:sp>
          <p:nvSpPr>
            <p:cNvPr id="91" name="Line 87">
              <a:extLst>
                <a:ext uri="{FF2B5EF4-FFF2-40B4-BE49-F238E27FC236}">
                  <a16:creationId xmlns:a16="http://schemas.microsoft.com/office/drawing/2014/main" id="{0E5C9E45-2ED1-4FF2-B2C8-6809D295A07A}"/>
                </a:ext>
              </a:extLst>
            </p:cNvPr>
            <p:cNvSpPr>
              <a:spLocks noChangeShapeType="1"/>
            </p:cNvSpPr>
            <p:nvPr/>
          </p:nvSpPr>
          <p:spPr bwMode="auto">
            <a:xfrm rot="16200000">
              <a:off x="1273454" y="489591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300" b="1"/>
            </a:p>
          </p:txBody>
        </p:sp>
        <p:sp>
          <p:nvSpPr>
            <p:cNvPr id="142" name="Freeform 20">
              <a:extLst>
                <a:ext uri="{FF2B5EF4-FFF2-40B4-BE49-F238E27FC236}">
                  <a16:creationId xmlns:a16="http://schemas.microsoft.com/office/drawing/2014/main" id="{5DF9AAF9-FAFC-4D42-860C-5BD90DFACF89}"/>
                </a:ext>
              </a:extLst>
            </p:cNvPr>
            <p:cNvSpPr>
              <a:spLocks/>
            </p:cNvSpPr>
            <p:nvPr/>
          </p:nvSpPr>
          <p:spPr bwMode="auto">
            <a:xfrm>
              <a:off x="607198" y="4176000"/>
              <a:ext cx="7789713" cy="828000"/>
            </a:xfrm>
            <a:custGeom>
              <a:avLst/>
              <a:gdLst>
                <a:gd name="T0" fmla="*/ 0 w 229"/>
                <a:gd name="T1" fmla="*/ 27 h 27"/>
                <a:gd name="T2" fmla="*/ 0 w 229"/>
                <a:gd name="T3" fmla="*/ 0 h 27"/>
                <a:gd name="T4" fmla="*/ 229 w 229"/>
                <a:gd name="T5" fmla="*/ 0 h 27"/>
                <a:gd name="T6" fmla="*/ 229 w 229"/>
                <a:gd name="T7" fmla="*/ 0 h 27"/>
                <a:gd name="T8" fmla="*/ 229 w 229"/>
                <a:gd name="T9" fmla="*/ 27 h 27"/>
                <a:gd name="T10" fmla="*/ 0 w 229"/>
                <a:gd name="T11" fmla="*/ 27 h 27"/>
              </a:gdLst>
              <a:ahLst/>
              <a:cxnLst>
                <a:cxn ang="0">
                  <a:pos x="T0" y="T1"/>
                </a:cxn>
                <a:cxn ang="0">
                  <a:pos x="T2" y="T3"/>
                </a:cxn>
                <a:cxn ang="0">
                  <a:pos x="T4" y="T5"/>
                </a:cxn>
                <a:cxn ang="0">
                  <a:pos x="T6" y="T7"/>
                </a:cxn>
                <a:cxn ang="0">
                  <a:pos x="T8" y="T9"/>
                </a:cxn>
                <a:cxn ang="0">
                  <a:pos x="T10" y="T11"/>
                </a:cxn>
              </a:cxnLst>
              <a:rect l="0" t="0" r="r" b="b"/>
              <a:pathLst>
                <a:path w="229" h="27">
                  <a:moveTo>
                    <a:pt x="0" y="27"/>
                  </a:moveTo>
                  <a:lnTo>
                    <a:pt x="0" y="0"/>
                  </a:lnTo>
                  <a:lnTo>
                    <a:pt x="229" y="0"/>
                  </a:lnTo>
                  <a:lnTo>
                    <a:pt x="229" y="0"/>
                  </a:lnTo>
                  <a:lnTo>
                    <a:pt x="229" y="27"/>
                  </a:lnTo>
                  <a:lnTo>
                    <a:pt x="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de-DE" sz="1300" b="1" dirty="0" err="1"/>
                <a:t>Incident</a:t>
              </a:r>
              <a:r>
                <a:rPr lang="de-DE" sz="1300" b="1" dirty="0"/>
                <a:t> Response</a:t>
              </a:r>
            </a:p>
          </p:txBody>
        </p:sp>
      </p:grpSp>
      <p:sp>
        <p:nvSpPr>
          <p:cNvPr id="154" name="Rectangle 27">
            <a:extLst>
              <a:ext uri="{FF2B5EF4-FFF2-40B4-BE49-F238E27FC236}">
                <a16:creationId xmlns:a16="http://schemas.microsoft.com/office/drawing/2014/main" id="{A68211D0-7ECC-4935-8E69-89AAF4647A42}"/>
              </a:ext>
            </a:extLst>
          </p:cNvPr>
          <p:cNvSpPr/>
          <p:nvPr/>
        </p:nvSpPr>
        <p:spPr>
          <a:xfrm>
            <a:off x="1676441" y="4446579"/>
            <a:ext cx="1190837" cy="499427"/>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Incident Response Retainer / Emergency</a:t>
            </a:r>
          </a:p>
        </p:txBody>
      </p:sp>
      <p:sp>
        <p:nvSpPr>
          <p:cNvPr id="159" name="Rectangle 41">
            <a:hlinkClick r:id="" action="ppaction://noaction"/>
            <a:extLst>
              <a:ext uri="{FF2B5EF4-FFF2-40B4-BE49-F238E27FC236}">
                <a16:creationId xmlns:a16="http://schemas.microsoft.com/office/drawing/2014/main" id="{651E7E0F-1625-440F-A773-6BE31D7D3200}"/>
              </a:ext>
            </a:extLst>
          </p:cNvPr>
          <p:cNvSpPr/>
          <p:nvPr/>
        </p:nvSpPr>
        <p:spPr>
          <a:xfrm>
            <a:off x="5040160" y="4446579"/>
            <a:ext cx="972000" cy="499427"/>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a:r>
              <a:rPr lang="en-GB" sz="800" dirty="0">
                <a:solidFill>
                  <a:srgbClr val="FFFFFF"/>
                </a:solidFill>
                <a:latin typeface="Helvetica 55 Roman" panose="020B0604020202020204" pitchFamily="34" charset="0"/>
                <a:cs typeface="Arial" panose="020B0604020202020204" pitchFamily="34" charset="0"/>
              </a:rPr>
              <a:t>IR Consulting &amp; Digital Forensics</a:t>
            </a:r>
          </a:p>
        </p:txBody>
      </p:sp>
      <p:sp>
        <p:nvSpPr>
          <p:cNvPr id="160" name="Rectangle 43">
            <a:hlinkClick r:id="" action="ppaction://noaction"/>
            <a:extLst>
              <a:ext uri="{FF2B5EF4-FFF2-40B4-BE49-F238E27FC236}">
                <a16:creationId xmlns:a16="http://schemas.microsoft.com/office/drawing/2014/main" id="{89008F1E-C8D5-4E54-9A13-BD22CC5DA72C}"/>
              </a:ext>
            </a:extLst>
          </p:cNvPr>
          <p:cNvSpPr/>
          <p:nvPr/>
        </p:nvSpPr>
        <p:spPr>
          <a:xfrm>
            <a:off x="3455984" y="4446579"/>
            <a:ext cx="972000" cy="499427"/>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Compromise Assessment</a:t>
            </a:r>
          </a:p>
        </p:txBody>
      </p:sp>
      <p:sp>
        <p:nvSpPr>
          <p:cNvPr id="164" name="Rectangle 47">
            <a:hlinkClick r:id="" action="ppaction://noaction"/>
            <a:extLst>
              <a:ext uri="{FF2B5EF4-FFF2-40B4-BE49-F238E27FC236}">
                <a16:creationId xmlns:a16="http://schemas.microsoft.com/office/drawing/2014/main" id="{D510DDE6-5760-42C2-A10B-7884F409A896}"/>
              </a:ext>
            </a:extLst>
          </p:cNvPr>
          <p:cNvSpPr/>
          <p:nvPr/>
        </p:nvSpPr>
        <p:spPr>
          <a:xfrm>
            <a:off x="3284562" y="2499742"/>
            <a:ext cx="567358"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Ethical Hacking</a:t>
            </a:r>
          </a:p>
        </p:txBody>
      </p:sp>
      <p:sp>
        <p:nvSpPr>
          <p:cNvPr id="165" name="Rectangle 48">
            <a:extLst>
              <a:ext uri="{FF2B5EF4-FFF2-40B4-BE49-F238E27FC236}">
                <a16:creationId xmlns:a16="http://schemas.microsoft.com/office/drawing/2014/main" id="{A9255CEA-2758-41C1-8C8E-545764EC5385}"/>
              </a:ext>
            </a:extLst>
          </p:cNvPr>
          <p:cNvSpPr/>
          <p:nvPr/>
        </p:nvSpPr>
        <p:spPr>
          <a:xfrm>
            <a:off x="5404019" y="3496471"/>
            <a:ext cx="972000" cy="432000"/>
          </a:xfrm>
          <a:prstGeom prst="rect">
            <a:avLst/>
          </a:prstGeom>
          <a:solidFill>
            <a:schemeClr val="tx2"/>
          </a:solidFill>
          <a:ln>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a:solidFill>
                  <a:srgbClr val="FFFFFF"/>
                </a:solidFill>
                <a:latin typeface="Helvetica 55 Roman" panose="020B0604020202020204" pitchFamily="34" charset="0"/>
                <a:cs typeface="Arial" panose="020B0604020202020204" pitchFamily="34" charset="0"/>
              </a:rPr>
              <a:t>OT / ICS Security</a:t>
            </a:r>
            <a:endParaRPr lang="en-GB" sz="1000">
              <a:solidFill>
                <a:srgbClr val="FFFFFF"/>
              </a:solidFill>
              <a:latin typeface="Helvetica 55 Roman" panose="020B0604020202020204" pitchFamily="34" charset="0"/>
              <a:cs typeface="Arial" panose="020B0604020202020204" pitchFamily="34" charset="0"/>
            </a:endParaRPr>
          </a:p>
        </p:txBody>
      </p:sp>
      <p:cxnSp>
        <p:nvCxnSpPr>
          <p:cNvPr id="36" name="Gerader Verbinder 35">
            <a:extLst>
              <a:ext uri="{FF2B5EF4-FFF2-40B4-BE49-F238E27FC236}">
                <a16:creationId xmlns:a16="http://schemas.microsoft.com/office/drawing/2014/main" id="{C41E7AC3-8934-4AE4-B288-F729A80C25CF}"/>
              </a:ext>
            </a:extLst>
          </p:cNvPr>
          <p:cNvCxnSpPr>
            <a:cxnSpLocks/>
          </p:cNvCxnSpPr>
          <p:nvPr/>
        </p:nvCxnSpPr>
        <p:spPr>
          <a:xfrm flipV="1">
            <a:off x="4010264" y="1821426"/>
            <a:ext cx="282932" cy="423912"/>
          </a:xfrm>
          <a:prstGeom prst="line">
            <a:avLst/>
          </a:prstGeom>
          <a:ln w="6350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2" name="Gerader Verbinder 171">
            <a:extLst>
              <a:ext uri="{FF2B5EF4-FFF2-40B4-BE49-F238E27FC236}">
                <a16:creationId xmlns:a16="http://schemas.microsoft.com/office/drawing/2014/main" id="{9F0FE44D-C134-43C5-9975-7ECC0C8E8AB2}"/>
              </a:ext>
            </a:extLst>
          </p:cNvPr>
          <p:cNvCxnSpPr>
            <a:cxnSpLocks/>
          </p:cNvCxnSpPr>
          <p:nvPr/>
        </p:nvCxnSpPr>
        <p:spPr>
          <a:xfrm flipH="1" flipV="1">
            <a:off x="4427984" y="1821427"/>
            <a:ext cx="284126" cy="421641"/>
          </a:xfrm>
          <a:prstGeom prst="line">
            <a:avLst/>
          </a:prstGeom>
          <a:ln w="6350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71" name="Rectangle 37">
            <a:extLst>
              <a:ext uri="{FF2B5EF4-FFF2-40B4-BE49-F238E27FC236}">
                <a16:creationId xmlns:a16="http://schemas.microsoft.com/office/drawing/2014/main" id="{32314E2A-4560-4A95-8CA8-69FAC2F0D9B5}"/>
              </a:ext>
            </a:extLst>
          </p:cNvPr>
          <p:cNvSpPr/>
          <p:nvPr/>
        </p:nvSpPr>
        <p:spPr>
          <a:xfrm>
            <a:off x="3758960" y="1275606"/>
            <a:ext cx="1147096" cy="432000"/>
          </a:xfrm>
          <a:prstGeom prst="rect">
            <a:avLst/>
          </a:prstGeom>
          <a:solidFill>
            <a:schemeClr val="accent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468000" tIns="45720" rIns="0" bIns="45720" numCol="1" spcCol="0" rtlCol="0" fromWordArt="0" anchor="ctr" anchorCtr="0" forceAA="0" compatLnSpc="1">
            <a:prstTxWarp prst="textNoShape">
              <a:avLst/>
            </a:prstTxWarp>
            <a:noAutofit/>
          </a:bodyPr>
          <a:lstStyle/>
          <a:p>
            <a:pP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Orange </a:t>
            </a:r>
            <a:br>
              <a:rPr lang="en-GB" sz="700" dirty="0">
                <a:solidFill>
                  <a:srgbClr val="FFFFFF"/>
                </a:solidFill>
                <a:latin typeface="Helvetica 55 Roman" panose="020B0604020202020204" pitchFamily="34" charset="0"/>
                <a:cs typeface="Arial" panose="020B0604020202020204" pitchFamily="34" charset="0"/>
              </a:rPr>
            </a:br>
            <a:r>
              <a:rPr lang="en-GB" sz="700" dirty="0">
                <a:solidFill>
                  <a:srgbClr val="FFFFFF"/>
                </a:solidFill>
                <a:latin typeface="Helvetica 55 Roman" panose="020B0604020202020204" pitchFamily="34" charset="0"/>
                <a:cs typeface="Arial" panose="020B0604020202020204" pitchFamily="34" charset="0"/>
              </a:rPr>
              <a:t>Global Threat Research Team </a:t>
            </a:r>
          </a:p>
        </p:txBody>
      </p:sp>
      <p:pic>
        <p:nvPicPr>
          <p:cNvPr id="32" name="Grafik 31">
            <a:extLst>
              <a:ext uri="{FF2B5EF4-FFF2-40B4-BE49-F238E27FC236}">
                <a16:creationId xmlns:a16="http://schemas.microsoft.com/office/drawing/2014/main" id="{CE633F4E-DF01-4681-8F40-F020E894085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43517" y="1330170"/>
            <a:ext cx="333495" cy="333495"/>
          </a:xfrm>
          <a:prstGeom prst="rect">
            <a:avLst/>
          </a:prstGeom>
        </p:spPr>
      </p:pic>
      <p:grpSp>
        <p:nvGrpSpPr>
          <p:cNvPr id="3" name="Group 2">
            <a:extLst>
              <a:ext uri="{FF2B5EF4-FFF2-40B4-BE49-F238E27FC236}">
                <a16:creationId xmlns:a16="http://schemas.microsoft.com/office/drawing/2014/main" id="{B2CAE052-42A7-7B41-A578-EDE880360982}"/>
              </a:ext>
            </a:extLst>
          </p:cNvPr>
          <p:cNvGrpSpPr/>
          <p:nvPr/>
        </p:nvGrpSpPr>
        <p:grpSpPr>
          <a:xfrm>
            <a:off x="4990611" y="1367816"/>
            <a:ext cx="3991800" cy="3312369"/>
            <a:chOff x="6056613" y="1635646"/>
            <a:chExt cx="2115788" cy="3024337"/>
          </a:xfrm>
        </p:grpSpPr>
        <p:cxnSp>
          <p:nvCxnSpPr>
            <p:cNvPr id="51" name="Gerader Verbinder 50">
              <a:extLst>
                <a:ext uri="{FF2B5EF4-FFF2-40B4-BE49-F238E27FC236}">
                  <a16:creationId xmlns:a16="http://schemas.microsoft.com/office/drawing/2014/main" id="{92D138F6-4E95-4050-BF16-82ABB9C5204B}"/>
                </a:ext>
              </a:extLst>
            </p:cNvPr>
            <p:cNvCxnSpPr>
              <a:cxnSpLocks/>
            </p:cNvCxnSpPr>
            <p:nvPr/>
          </p:nvCxnSpPr>
          <p:spPr>
            <a:xfrm>
              <a:off x="8172400" y="1635646"/>
              <a:ext cx="0" cy="3024336"/>
            </a:xfrm>
            <a:prstGeom prst="line">
              <a:avLst/>
            </a:prstGeom>
            <a:noFill/>
            <a:ln>
              <a:solidFill>
                <a:schemeClr val="accent2">
                  <a:lumMod val="10000"/>
                  <a:lumOff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55" name="Gerader Verbinder 54">
              <a:extLst>
                <a:ext uri="{FF2B5EF4-FFF2-40B4-BE49-F238E27FC236}">
                  <a16:creationId xmlns:a16="http://schemas.microsoft.com/office/drawing/2014/main" id="{FC66143B-E517-4609-B38F-EA7B5C20B8FA}"/>
                </a:ext>
              </a:extLst>
            </p:cNvPr>
            <p:cNvCxnSpPr>
              <a:cxnSpLocks/>
            </p:cNvCxnSpPr>
            <p:nvPr/>
          </p:nvCxnSpPr>
          <p:spPr>
            <a:xfrm flipH="1">
              <a:off x="6056613" y="1635646"/>
              <a:ext cx="2115787" cy="0"/>
            </a:xfrm>
            <a:prstGeom prst="line">
              <a:avLst/>
            </a:prstGeom>
            <a:noFill/>
            <a:ln>
              <a:solidFill>
                <a:schemeClr val="accent2">
                  <a:lumMod val="10000"/>
                  <a:lumOff val="9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73" name="Gerader Verbinder 172">
              <a:extLst>
                <a:ext uri="{FF2B5EF4-FFF2-40B4-BE49-F238E27FC236}">
                  <a16:creationId xmlns:a16="http://schemas.microsoft.com/office/drawing/2014/main" id="{D72E52D7-AE25-438B-B82A-BB99C56FBBBF}"/>
                </a:ext>
              </a:extLst>
            </p:cNvPr>
            <p:cNvCxnSpPr>
              <a:cxnSpLocks/>
            </p:cNvCxnSpPr>
            <p:nvPr/>
          </p:nvCxnSpPr>
          <p:spPr>
            <a:xfrm flipH="1">
              <a:off x="7860368" y="2503858"/>
              <a:ext cx="312031" cy="0"/>
            </a:xfrm>
            <a:prstGeom prst="line">
              <a:avLst/>
            </a:prstGeom>
            <a:noFill/>
            <a:ln>
              <a:solidFill>
                <a:schemeClr val="accent2">
                  <a:lumMod val="10000"/>
                  <a:lumOff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74" name="Gerader Verbinder 173">
              <a:extLst>
                <a:ext uri="{FF2B5EF4-FFF2-40B4-BE49-F238E27FC236}">
                  <a16:creationId xmlns:a16="http://schemas.microsoft.com/office/drawing/2014/main" id="{90625376-4B7B-4A11-8C9B-7A549A14F2FE}"/>
                </a:ext>
              </a:extLst>
            </p:cNvPr>
            <p:cNvCxnSpPr>
              <a:cxnSpLocks/>
              <a:endCxn id="141" idx="3"/>
            </p:cNvCxnSpPr>
            <p:nvPr/>
          </p:nvCxnSpPr>
          <p:spPr>
            <a:xfrm flipH="1">
              <a:off x="7860367" y="3670440"/>
              <a:ext cx="312031" cy="0"/>
            </a:xfrm>
            <a:prstGeom prst="line">
              <a:avLst/>
            </a:prstGeom>
            <a:noFill/>
            <a:ln>
              <a:solidFill>
                <a:schemeClr val="accent2">
                  <a:lumMod val="10000"/>
                  <a:lumOff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75" name="Gerader Verbinder 174">
              <a:extLst>
                <a:ext uri="{FF2B5EF4-FFF2-40B4-BE49-F238E27FC236}">
                  <a16:creationId xmlns:a16="http://schemas.microsoft.com/office/drawing/2014/main" id="{275B8A2A-8E73-4866-AB90-43410AB15FE5}"/>
                </a:ext>
              </a:extLst>
            </p:cNvPr>
            <p:cNvCxnSpPr>
              <a:cxnSpLocks/>
            </p:cNvCxnSpPr>
            <p:nvPr/>
          </p:nvCxnSpPr>
          <p:spPr>
            <a:xfrm flipH="1" flipV="1">
              <a:off x="7860368" y="4659982"/>
              <a:ext cx="312033" cy="1"/>
            </a:xfrm>
            <a:prstGeom prst="line">
              <a:avLst/>
            </a:prstGeom>
            <a:noFill/>
            <a:ln>
              <a:solidFill>
                <a:schemeClr val="accent2">
                  <a:lumMod val="10000"/>
                  <a:lumOff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grpSp>
      <p:sp>
        <p:nvSpPr>
          <p:cNvPr id="70" name="Rectangle 35">
            <a:hlinkClick r:id="" action="ppaction://noaction"/>
            <a:extLst>
              <a:ext uri="{FF2B5EF4-FFF2-40B4-BE49-F238E27FC236}">
                <a16:creationId xmlns:a16="http://schemas.microsoft.com/office/drawing/2014/main" id="{2D17A88B-0067-FC4F-876F-2EDCBD61A92D}"/>
              </a:ext>
            </a:extLst>
          </p:cNvPr>
          <p:cNvSpPr/>
          <p:nvPr/>
        </p:nvSpPr>
        <p:spPr>
          <a:xfrm>
            <a:off x="2179145" y="2491373"/>
            <a:ext cx="888201"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Managed Cloud Security [infrastructure]</a:t>
            </a:r>
          </a:p>
        </p:txBody>
      </p:sp>
      <p:sp>
        <p:nvSpPr>
          <p:cNvPr id="71" name="Rectangle 35">
            <a:extLst>
              <a:ext uri="{FF2B5EF4-FFF2-40B4-BE49-F238E27FC236}">
                <a16:creationId xmlns:a16="http://schemas.microsoft.com/office/drawing/2014/main" id="{E8CC049E-341B-604D-938B-2F42D47B5C3A}"/>
              </a:ext>
            </a:extLst>
          </p:cNvPr>
          <p:cNvSpPr/>
          <p:nvPr/>
        </p:nvSpPr>
        <p:spPr>
          <a:xfrm>
            <a:off x="4281333" y="3509674"/>
            <a:ext cx="972000"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Cloud &amp; Application Security</a:t>
            </a:r>
          </a:p>
        </p:txBody>
      </p:sp>
      <p:sp>
        <p:nvSpPr>
          <p:cNvPr id="75" name="Rectangle 52">
            <a:extLst>
              <a:ext uri="{FF2B5EF4-FFF2-40B4-BE49-F238E27FC236}">
                <a16:creationId xmlns:a16="http://schemas.microsoft.com/office/drawing/2014/main" id="{AFED0766-D548-704A-A130-09429362E07D}"/>
              </a:ext>
            </a:extLst>
          </p:cNvPr>
          <p:cNvSpPr/>
          <p:nvPr/>
        </p:nvSpPr>
        <p:spPr>
          <a:xfrm>
            <a:off x="2013409" y="3504331"/>
            <a:ext cx="972000" cy="432000"/>
          </a:xfrm>
          <a:prstGeom prst="rect">
            <a:avLst/>
          </a:prstGeom>
          <a:solidFill>
            <a:schemeClr val="tx2"/>
          </a:solidFill>
          <a:ln>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Endpoint &amp; Mobile Security</a:t>
            </a:r>
            <a:endParaRPr lang="en-GB" sz="1000" dirty="0">
              <a:solidFill>
                <a:srgbClr val="FFFFFF"/>
              </a:solidFill>
              <a:latin typeface="Helvetica 55 Roman" panose="020B0604020202020204" pitchFamily="34" charset="0"/>
              <a:cs typeface="Arial" panose="020B0604020202020204" pitchFamily="34" charset="0"/>
            </a:endParaRPr>
          </a:p>
        </p:txBody>
      </p:sp>
      <p:sp>
        <p:nvSpPr>
          <p:cNvPr id="77" name="Rectangle 52">
            <a:extLst>
              <a:ext uri="{FF2B5EF4-FFF2-40B4-BE49-F238E27FC236}">
                <a16:creationId xmlns:a16="http://schemas.microsoft.com/office/drawing/2014/main" id="{F614D621-5CAF-594D-A268-BBF75F904363}"/>
              </a:ext>
            </a:extLst>
          </p:cNvPr>
          <p:cNvSpPr/>
          <p:nvPr/>
        </p:nvSpPr>
        <p:spPr>
          <a:xfrm>
            <a:off x="3152715" y="3504331"/>
            <a:ext cx="972000" cy="432000"/>
          </a:xfrm>
          <a:prstGeom prst="rect">
            <a:avLst/>
          </a:prstGeom>
          <a:solidFill>
            <a:schemeClr val="tx2"/>
          </a:solidFill>
          <a:ln>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Identity &amp; Access Management</a:t>
            </a:r>
            <a:endParaRPr lang="en-GB" sz="1000" dirty="0">
              <a:solidFill>
                <a:srgbClr val="FFFFFF"/>
              </a:solidFill>
              <a:latin typeface="Helvetica 55 Roman" panose="020B0604020202020204" pitchFamily="34" charset="0"/>
              <a:cs typeface="Arial" panose="020B0604020202020204" pitchFamily="34" charset="0"/>
            </a:endParaRPr>
          </a:p>
        </p:txBody>
      </p:sp>
      <p:sp>
        <p:nvSpPr>
          <p:cNvPr id="78" name="Rectangle 52">
            <a:extLst>
              <a:ext uri="{FF2B5EF4-FFF2-40B4-BE49-F238E27FC236}">
                <a16:creationId xmlns:a16="http://schemas.microsoft.com/office/drawing/2014/main" id="{A11F8E0D-515D-F046-95D8-95752D611C8F}"/>
              </a:ext>
            </a:extLst>
          </p:cNvPr>
          <p:cNvSpPr/>
          <p:nvPr/>
        </p:nvSpPr>
        <p:spPr>
          <a:xfrm>
            <a:off x="879283" y="3493267"/>
            <a:ext cx="972000" cy="432000"/>
          </a:xfrm>
          <a:prstGeom prst="rect">
            <a:avLst/>
          </a:prstGeom>
          <a:solidFill>
            <a:schemeClr val="tx2"/>
          </a:solidFill>
          <a:ln>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Secure Infrastructure</a:t>
            </a:r>
          </a:p>
        </p:txBody>
      </p:sp>
      <p:sp>
        <p:nvSpPr>
          <p:cNvPr id="72" name="Rectangle 40">
            <a:hlinkClick r:id="" action="ppaction://noaction"/>
            <a:extLst>
              <a:ext uri="{FF2B5EF4-FFF2-40B4-BE49-F238E27FC236}">
                <a16:creationId xmlns:a16="http://schemas.microsoft.com/office/drawing/2014/main" id="{9E3F054A-B283-2148-8FFE-91075103DCD9}"/>
              </a:ext>
            </a:extLst>
          </p:cNvPr>
          <p:cNvSpPr/>
          <p:nvPr/>
        </p:nvSpPr>
        <p:spPr>
          <a:xfrm>
            <a:off x="4787442" y="2498639"/>
            <a:ext cx="647770"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Managed Cybercrime Monitoring</a:t>
            </a:r>
          </a:p>
        </p:txBody>
      </p:sp>
      <p:sp>
        <p:nvSpPr>
          <p:cNvPr id="88" name="Rectangle 40">
            <a:hlinkClick r:id="" action="ppaction://noaction"/>
            <a:extLst>
              <a:ext uri="{FF2B5EF4-FFF2-40B4-BE49-F238E27FC236}">
                <a16:creationId xmlns:a16="http://schemas.microsoft.com/office/drawing/2014/main" id="{866669B4-27B1-A942-8FE1-1D9F5C66AEE7}"/>
              </a:ext>
            </a:extLst>
          </p:cNvPr>
          <p:cNvSpPr/>
          <p:nvPr/>
        </p:nvSpPr>
        <p:spPr>
          <a:xfrm>
            <a:off x="5778165" y="2496537"/>
            <a:ext cx="522027"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a:solidFill>
                  <a:srgbClr val="FFFFFF"/>
                </a:solidFill>
                <a:latin typeface="Helvetica 55 Roman" panose="020B0604020202020204" pitchFamily="34" charset="0"/>
                <a:cs typeface="Arial" panose="020B0604020202020204" pitchFamily="34" charset="0"/>
              </a:rPr>
              <a:t>Malware Cleaner</a:t>
            </a:r>
          </a:p>
        </p:txBody>
      </p:sp>
      <p:sp>
        <p:nvSpPr>
          <p:cNvPr id="156" name="Rectangle 37">
            <a:hlinkClick r:id="rId4" action="ppaction://hlinksldjump"/>
            <a:extLst>
              <a:ext uri="{FF2B5EF4-FFF2-40B4-BE49-F238E27FC236}">
                <a16:creationId xmlns:a16="http://schemas.microsoft.com/office/drawing/2014/main" id="{4C139E7A-614C-4F70-B680-1D23945BEF2F}"/>
              </a:ext>
            </a:extLst>
          </p:cNvPr>
          <p:cNvSpPr/>
          <p:nvPr/>
        </p:nvSpPr>
        <p:spPr>
          <a:xfrm>
            <a:off x="3757729" y="1723548"/>
            <a:ext cx="1147096" cy="216024"/>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World Watch</a:t>
            </a:r>
          </a:p>
        </p:txBody>
      </p:sp>
      <p:grpSp>
        <p:nvGrpSpPr>
          <p:cNvPr id="17" name="Group 16">
            <a:extLst>
              <a:ext uri="{FF2B5EF4-FFF2-40B4-BE49-F238E27FC236}">
                <a16:creationId xmlns:a16="http://schemas.microsoft.com/office/drawing/2014/main" id="{2E539219-B7BE-A947-98F2-C803E3F1F222}"/>
              </a:ext>
            </a:extLst>
          </p:cNvPr>
          <p:cNvGrpSpPr/>
          <p:nvPr/>
        </p:nvGrpSpPr>
        <p:grpSpPr>
          <a:xfrm>
            <a:off x="834958" y="1457220"/>
            <a:ext cx="1238896" cy="1548000"/>
            <a:chOff x="830572" y="1485714"/>
            <a:chExt cx="1238896" cy="1548000"/>
          </a:xfrm>
        </p:grpSpPr>
        <p:sp>
          <p:nvSpPr>
            <p:cNvPr id="79" name="Rounded Rectangle 78">
              <a:extLst>
                <a:ext uri="{FF2B5EF4-FFF2-40B4-BE49-F238E27FC236}">
                  <a16:creationId xmlns:a16="http://schemas.microsoft.com/office/drawing/2014/main" id="{5CFCB32C-F90F-6841-9B10-841FA75D7563}"/>
                </a:ext>
              </a:extLst>
            </p:cNvPr>
            <p:cNvSpPr/>
            <p:nvPr/>
          </p:nvSpPr>
          <p:spPr>
            <a:xfrm>
              <a:off x="830572" y="1485714"/>
              <a:ext cx="1207819" cy="1548000"/>
            </a:xfrm>
            <a:prstGeom prst="roundRect">
              <a:avLst/>
            </a:prstGeom>
            <a:solidFill>
              <a:schemeClr val="bg1">
                <a:lumMod val="85000"/>
              </a:schemeClr>
            </a:solid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rgbClr val="000000"/>
                  </a:solidFill>
                </a:rPr>
                <a:t>	</a:t>
              </a:r>
            </a:p>
          </p:txBody>
        </p:sp>
        <p:sp>
          <p:nvSpPr>
            <p:cNvPr id="11" name="Rectangle 10">
              <a:extLst>
                <a:ext uri="{FF2B5EF4-FFF2-40B4-BE49-F238E27FC236}">
                  <a16:creationId xmlns:a16="http://schemas.microsoft.com/office/drawing/2014/main" id="{6624BC84-FC03-334E-B143-629E02769301}"/>
                </a:ext>
              </a:extLst>
            </p:cNvPr>
            <p:cNvSpPr/>
            <p:nvPr/>
          </p:nvSpPr>
          <p:spPr>
            <a:xfrm>
              <a:off x="971600" y="1974238"/>
              <a:ext cx="1097868" cy="553998"/>
            </a:xfrm>
            <a:prstGeom prst="rect">
              <a:avLst/>
            </a:prstGeom>
          </p:spPr>
          <p:txBody>
            <a:bodyPr wrap="square">
              <a:spAutoFit/>
            </a:bodyPr>
            <a:lstStyle/>
            <a:p>
              <a:r>
                <a:rPr lang="en-US" sz="1000" dirty="0">
                  <a:solidFill>
                    <a:srgbClr val="000000"/>
                  </a:solidFill>
                </a:rPr>
                <a:t>Managed</a:t>
              </a:r>
              <a:br>
                <a:rPr lang="en-US" sz="1000" dirty="0">
                  <a:solidFill>
                    <a:srgbClr val="000000"/>
                  </a:solidFill>
                </a:rPr>
              </a:br>
              <a:r>
                <a:rPr lang="en-US" sz="1000" dirty="0">
                  <a:solidFill>
                    <a:srgbClr val="000000"/>
                  </a:solidFill>
                </a:rPr>
                <a:t>Vulnerability      </a:t>
              </a:r>
            </a:p>
            <a:p>
              <a:r>
                <a:rPr lang="en-US" sz="1000" dirty="0">
                  <a:solidFill>
                    <a:srgbClr val="000000"/>
                  </a:solidFill>
                </a:rPr>
                <a:t>Services</a:t>
              </a:r>
            </a:p>
          </p:txBody>
        </p:sp>
      </p:grpSp>
      <p:grpSp>
        <p:nvGrpSpPr>
          <p:cNvPr id="14" name="Group 13">
            <a:extLst>
              <a:ext uri="{FF2B5EF4-FFF2-40B4-BE49-F238E27FC236}">
                <a16:creationId xmlns:a16="http://schemas.microsoft.com/office/drawing/2014/main" id="{B5F69121-3F18-6342-8001-D83DDF15AA30}"/>
              </a:ext>
            </a:extLst>
          </p:cNvPr>
          <p:cNvGrpSpPr/>
          <p:nvPr/>
        </p:nvGrpSpPr>
        <p:grpSpPr>
          <a:xfrm>
            <a:off x="6458391" y="2332687"/>
            <a:ext cx="1817287" cy="2628000"/>
            <a:chOff x="6646242" y="2300420"/>
            <a:chExt cx="1817287" cy="2717611"/>
          </a:xfrm>
        </p:grpSpPr>
        <p:sp>
          <p:nvSpPr>
            <p:cNvPr id="10" name="Rounded Rectangle 9">
              <a:extLst>
                <a:ext uri="{FF2B5EF4-FFF2-40B4-BE49-F238E27FC236}">
                  <a16:creationId xmlns:a16="http://schemas.microsoft.com/office/drawing/2014/main" id="{99BE4148-DE94-E44B-8E49-35373FBF73E5}"/>
                </a:ext>
              </a:extLst>
            </p:cNvPr>
            <p:cNvSpPr/>
            <p:nvPr/>
          </p:nvSpPr>
          <p:spPr>
            <a:xfrm>
              <a:off x="6646242" y="2300420"/>
              <a:ext cx="1817287" cy="2717611"/>
            </a:xfrm>
            <a:prstGeom prst="roundRect">
              <a:avLst/>
            </a:prstGeom>
            <a:solidFill>
              <a:schemeClr val="bg1">
                <a:lumMod val="85000"/>
              </a:schemeClr>
            </a:solid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rgbClr val="000000"/>
                  </a:solidFill>
                </a:rPr>
                <a:t>	</a:t>
              </a:r>
            </a:p>
          </p:txBody>
        </p:sp>
        <p:sp>
          <p:nvSpPr>
            <p:cNvPr id="12" name="Rectangle 11">
              <a:extLst>
                <a:ext uri="{FF2B5EF4-FFF2-40B4-BE49-F238E27FC236}">
                  <a16:creationId xmlns:a16="http://schemas.microsoft.com/office/drawing/2014/main" id="{F8202553-3D2F-5B42-82E3-22C7755C5BDD}"/>
                </a:ext>
              </a:extLst>
            </p:cNvPr>
            <p:cNvSpPr/>
            <p:nvPr/>
          </p:nvSpPr>
          <p:spPr>
            <a:xfrm>
              <a:off x="7152902" y="3306470"/>
              <a:ext cx="968703" cy="707886"/>
            </a:xfrm>
            <a:prstGeom prst="rect">
              <a:avLst/>
            </a:prstGeom>
            <a:ln>
              <a:noFill/>
            </a:ln>
          </p:spPr>
          <p:txBody>
            <a:bodyPr wrap="square">
              <a:spAutoFit/>
            </a:bodyPr>
            <a:lstStyle/>
            <a:p>
              <a:r>
                <a:rPr lang="en-US" sz="1000" dirty="0">
                  <a:solidFill>
                    <a:srgbClr val="000000"/>
                  </a:solidFill>
                </a:rPr>
                <a:t>Managed</a:t>
              </a:r>
              <a:br>
                <a:rPr lang="en-US" sz="1000" dirty="0">
                  <a:solidFill>
                    <a:srgbClr val="000000"/>
                  </a:solidFill>
                </a:rPr>
              </a:br>
              <a:r>
                <a:rPr lang="en-US" sz="1000" dirty="0">
                  <a:solidFill>
                    <a:srgbClr val="000000"/>
                  </a:solidFill>
                </a:rPr>
                <a:t>Detection &amp;</a:t>
              </a:r>
            </a:p>
            <a:p>
              <a:r>
                <a:rPr lang="en-US" sz="1000" dirty="0">
                  <a:solidFill>
                    <a:srgbClr val="000000"/>
                  </a:solidFill>
                </a:rPr>
                <a:t>Response</a:t>
              </a:r>
            </a:p>
            <a:p>
              <a:r>
                <a:rPr lang="en-US" sz="1000" dirty="0">
                  <a:solidFill>
                    <a:srgbClr val="000000"/>
                  </a:solidFill>
                </a:rPr>
                <a:t>Services</a:t>
              </a:r>
              <a:endParaRPr lang="en-US" sz="1000" dirty="0"/>
            </a:p>
          </p:txBody>
        </p:sp>
      </p:grpSp>
      <p:sp>
        <p:nvSpPr>
          <p:cNvPr id="155" name="Rectangle 35">
            <a:hlinkClick r:id="" action="ppaction://noaction"/>
            <a:extLst>
              <a:ext uri="{FF2B5EF4-FFF2-40B4-BE49-F238E27FC236}">
                <a16:creationId xmlns:a16="http://schemas.microsoft.com/office/drawing/2014/main" id="{5925D679-4954-47F1-A4B9-1F07028B9218}"/>
              </a:ext>
            </a:extLst>
          </p:cNvPr>
          <p:cNvSpPr/>
          <p:nvPr/>
        </p:nvSpPr>
        <p:spPr>
          <a:xfrm>
            <a:off x="908100" y="2499000"/>
            <a:ext cx="1085683"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Managed Vulnerability Intelligence</a:t>
            </a:r>
            <a:br>
              <a:rPr lang="en-GB" sz="700" dirty="0">
                <a:solidFill>
                  <a:srgbClr val="FFFFFF"/>
                </a:solidFill>
                <a:latin typeface="Helvetica 55 Roman" panose="020B0604020202020204" pitchFamily="34" charset="0"/>
                <a:cs typeface="Arial" panose="020B0604020202020204" pitchFamily="34" charset="0"/>
              </a:rPr>
            </a:br>
            <a:r>
              <a:rPr lang="en-GB" sz="700" dirty="0">
                <a:solidFill>
                  <a:srgbClr val="FFFFFF"/>
                </a:solidFill>
                <a:latin typeface="Helvetica 55 Roman" panose="020B0604020202020204" pitchFamily="34" charset="0"/>
                <a:cs typeface="Arial" panose="020B0604020202020204" pitchFamily="34" charset="0"/>
              </a:rPr>
              <a:t>[identify]</a:t>
            </a:r>
          </a:p>
        </p:txBody>
      </p:sp>
      <p:sp>
        <p:nvSpPr>
          <p:cNvPr id="66" name="Rectangle 37">
            <a:hlinkClick r:id="" action="ppaction://noaction"/>
            <a:extLst>
              <a:ext uri="{FF2B5EF4-FFF2-40B4-BE49-F238E27FC236}">
                <a16:creationId xmlns:a16="http://schemas.microsoft.com/office/drawing/2014/main" id="{9E8D80DF-F79F-4644-BB78-95075E912257}"/>
              </a:ext>
            </a:extLst>
          </p:cNvPr>
          <p:cNvSpPr/>
          <p:nvPr/>
        </p:nvSpPr>
        <p:spPr>
          <a:xfrm>
            <a:off x="904209" y="1533893"/>
            <a:ext cx="1065222"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Managed Vulnerability Intelligence </a:t>
            </a:r>
            <a:br>
              <a:rPr lang="en-GB" sz="700" dirty="0">
                <a:solidFill>
                  <a:srgbClr val="FFFFFF"/>
                </a:solidFill>
                <a:latin typeface="Helvetica 55 Roman" panose="020B0604020202020204" pitchFamily="34" charset="0"/>
                <a:cs typeface="Arial" panose="020B0604020202020204" pitchFamily="34" charset="0"/>
              </a:rPr>
            </a:br>
            <a:r>
              <a:rPr lang="en-GB" sz="700" dirty="0">
                <a:solidFill>
                  <a:srgbClr val="FFFFFF"/>
                </a:solidFill>
                <a:latin typeface="Helvetica 55 Roman" panose="020B0604020202020204" pitchFamily="34" charset="0"/>
                <a:cs typeface="Arial" panose="020B0604020202020204" pitchFamily="34" charset="0"/>
              </a:rPr>
              <a:t>[watch]</a:t>
            </a:r>
          </a:p>
        </p:txBody>
      </p:sp>
      <p:sp>
        <p:nvSpPr>
          <p:cNvPr id="67" name="Rectangle 25">
            <a:hlinkClick r:id="" action="ppaction://noaction"/>
            <a:extLst>
              <a:ext uri="{FF2B5EF4-FFF2-40B4-BE49-F238E27FC236}">
                <a16:creationId xmlns:a16="http://schemas.microsoft.com/office/drawing/2014/main" id="{0FD39CCF-BC74-F045-AB5C-F4E563880267}"/>
              </a:ext>
            </a:extLst>
          </p:cNvPr>
          <p:cNvSpPr/>
          <p:nvPr/>
        </p:nvSpPr>
        <p:spPr>
          <a:xfrm>
            <a:off x="6677020" y="4427614"/>
            <a:ext cx="1458876" cy="211395"/>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Managed Threat Response</a:t>
            </a:r>
          </a:p>
        </p:txBody>
      </p:sp>
      <p:sp>
        <p:nvSpPr>
          <p:cNvPr id="81" name="Rectangle 46">
            <a:extLst>
              <a:ext uri="{FF2B5EF4-FFF2-40B4-BE49-F238E27FC236}">
                <a16:creationId xmlns:a16="http://schemas.microsoft.com/office/drawing/2014/main" id="{F4960284-EE3F-4B46-800B-BB78FE191A32}"/>
              </a:ext>
            </a:extLst>
          </p:cNvPr>
          <p:cNvSpPr/>
          <p:nvPr/>
        </p:nvSpPr>
        <p:spPr>
          <a:xfrm>
            <a:off x="6673729" y="4639009"/>
            <a:ext cx="775423" cy="26385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[isolation]</a:t>
            </a:r>
          </a:p>
        </p:txBody>
      </p:sp>
      <p:sp>
        <p:nvSpPr>
          <p:cNvPr id="82" name="Rectangle 46">
            <a:extLst>
              <a:ext uri="{FF2B5EF4-FFF2-40B4-BE49-F238E27FC236}">
                <a16:creationId xmlns:a16="http://schemas.microsoft.com/office/drawing/2014/main" id="{F23FBDC2-21DA-1346-A583-01D400F333A5}"/>
              </a:ext>
            </a:extLst>
          </p:cNvPr>
          <p:cNvSpPr/>
          <p:nvPr/>
        </p:nvSpPr>
        <p:spPr>
          <a:xfrm>
            <a:off x="7452602" y="4639009"/>
            <a:ext cx="683294" cy="26385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[takedown]</a:t>
            </a:r>
          </a:p>
        </p:txBody>
      </p:sp>
      <p:sp>
        <p:nvSpPr>
          <p:cNvPr id="4" name="TextBox 3">
            <a:extLst>
              <a:ext uri="{FF2B5EF4-FFF2-40B4-BE49-F238E27FC236}">
                <a16:creationId xmlns:a16="http://schemas.microsoft.com/office/drawing/2014/main" id="{9AF5EB0C-A1D0-A14A-9278-2337B1E2D882}"/>
              </a:ext>
            </a:extLst>
          </p:cNvPr>
          <p:cNvSpPr txBox="1"/>
          <p:nvPr/>
        </p:nvSpPr>
        <p:spPr>
          <a:xfrm>
            <a:off x="6480358" y="1411867"/>
            <a:ext cx="1096454" cy="215444"/>
          </a:xfrm>
          <a:prstGeom prst="rect">
            <a:avLst/>
          </a:prstGeom>
        </p:spPr>
        <p:txBody>
          <a:bodyPr wrap="none" lIns="0" tIns="0" rIns="0" bIns="0" rtlCol="0">
            <a:spAutoFit/>
          </a:bodyPr>
          <a:lstStyle/>
          <a:p>
            <a:r>
              <a:rPr lang="en-US" sz="1400" dirty="0">
                <a:solidFill>
                  <a:schemeClr val="bg1"/>
                </a:solidFill>
                <a:latin typeface="Helvetica 65 Medium" panose="020B0604020202020204" pitchFamily="34" charset="0"/>
              </a:rPr>
              <a:t>Observations</a:t>
            </a:r>
          </a:p>
        </p:txBody>
      </p:sp>
      <p:pic>
        <p:nvPicPr>
          <p:cNvPr id="99" name="Picture 40" descr="Icon&#10;&#10;Description automatically generated">
            <a:extLst>
              <a:ext uri="{FF2B5EF4-FFF2-40B4-BE49-F238E27FC236}">
                <a16:creationId xmlns:a16="http://schemas.microsoft.com/office/drawing/2014/main" id="{C2C10320-C2E6-4E6C-916E-ECF8415B91B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1608" y="1324472"/>
            <a:ext cx="462169" cy="595217"/>
          </a:xfrm>
          <a:prstGeom prst="rect">
            <a:avLst/>
          </a:prstGeom>
        </p:spPr>
      </p:pic>
      <p:pic>
        <p:nvPicPr>
          <p:cNvPr id="100" name="Picture 41" descr="Icon&#10;&#10;Description automatically generated">
            <a:extLst>
              <a:ext uri="{FF2B5EF4-FFF2-40B4-BE49-F238E27FC236}">
                <a16:creationId xmlns:a16="http://schemas.microsoft.com/office/drawing/2014/main" id="{563B3674-EF59-4E02-9C76-714491D6CE0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6512" y="2348746"/>
            <a:ext cx="402645" cy="595216"/>
          </a:xfrm>
          <a:prstGeom prst="rect">
            <a:avLst/>
          </a:prstGeom>
        </p:spPr>
      </p:pic>
      <p:pic>
        <p:nvPicPr>
          <p:cNvPr id="101" name="Picture 33" descr="Icon&#10;&#10;Description automatically generated">
            <a:extLst>
              <a:ext uri="{FF2B5EF4-FFF2-40B4-BE49-F238E27FC236}">
                <a16:creationId xmlns:a16="http://schemas.microsoft.com/office/drawing/2014/main" id="{596BE835-4D26-4648-B2F2-C846ED8FA1E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76937" y="3331698"/>
            <a:ext cx="410795" cy="604633"/>
          </a:xfrm>
          <a:prstGeom prst="rect">
            <a:avLst/>
          </a:prstGeom>
        </p:spPr>
      </p:pic>
      <p:pic>
        <p:nvPicPr>
          <p:cNvPr id="102" name="Picture 53" descr="Icon&#10;&#10;Description automatically generated">
            <a:extLst>
              <a:ext uri="{FF2B5EF4-FFF2-40B4-BE49-F238E27FC236}">
                <a16:creationId xmlns:a16="http://schemas.microsoft.com/office/drawing/2014/main" id="{1E567B4F-5CD5-401A-BA67-6802CCFF877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82208" y="4256799"/>
            <a:ext cx="436483" cy="666401"/>
          </a:xfrm>
          <a:prstGeom prst="rect">
            <a:avLst/>
          </a:prstGeom>
        </p:spPr>
      </p:pic>
      <p:sp>
        <p:nvSpPr>
          <p:cNvPr id="103" name="Textfeld 102">
            <a:extLst>
              <a:ext uri="{FF2B5EF4-FFF2-40B4-BE49-F238E27FC236}">
                <a16:creationId xmlns:a16="http://schemas.microsoft.com/office/drawing/2014/main" id="{39D0194E-6F2B-4DBC-A6E8-AA97FCC661A5}"/>
              </a:ext>
            </a:extLst>
          </p:cNvPr>
          <p:cNvSpPr txBox="1"/>
          <p:nvPr/>
        </p:nvSpPr>
        <p:spPr>
          <a:xfrm>
            <a:off x="280131" y="1749893"/>
            <a:ext cx="431208" cy="107722"/>
          </a:xfrm>
          <a:prstGeom prst="rect">
            <a:avLst/>
          </a:prstGeom>
        </p:spPr>
        <p:txBody>
          <a:bodyPr wrap="none" lIns="0" tIns="0" rIns="0" bIns="0" rtlCol="0">
            <a:spAutoFit/>
          </a:bodyPr>
          <a:lstStyle/>
          <a:p>
            <a:r>
              <a:rPr lang="de-DE" sz="700" dirty="0" err="1">
                <a:solidFill>
                  <a:schemeClr val="bg1"/>
                </a:solidFill>
              </a:rPr>
              <a:t>Anticipate</a:t>
            </a:r>
            <a:endParaRPr lang="de-DE" sz="700" dirty="0">
              <a:solidFill>
                <a:schemeClr val="bg1"/>
              </a:solidFill>
            </a:endParaRPr>
          </a:p>
        </p:txBody>
      </p:sp>
      <p:sp>
        <p:nvSpPr>
          <p:cNvPr id="104" name="Textfeld 103">
            <a:extLst>
              <a:ext uri="{FF2B5EF4-FFF2-40B4-BE49-F238E27FC236}">
                <a16:creationId xmlns:a16="http://schemas.microsoft.com/office/drawing/2014/main" id="{728308D1-CEA7-475C-B74A-39A4F3F509E3}"/>
              </a:ext>
            </a:extLst>
          </p:cNvPr>
          <p:cNvSpPr txBox="1"/>
          <p:nvPr/>
        </p:nvSpPr>
        <p:spPr>
          <a:xfrm>
            <a:off x="316883" y="2774884"/>
            <a:ext cx="317395" cy="107722"/>
          </a:xfrm>
          <a:prstGeom prst="rect">
            <a:avLst/>
          </a:prstGeom>
        </p:spPr>
        <p:txBody>
          <a:bodyPr wrap="none" lIns="0" tIns="0" rIns="0" bIns="0" rtlCol="0">
            <a:spAutoFit/>
          </a:bodyPr>
          <a:lstStyle/>
          <a:p>
            <a:r>
              <a:rPr lang="de-DE" sz="700" dirty="0" err="1">
                <a:solidFill>
                  <a:schemeClr val="bg1"/>
                </a:solidFill>
              </a:rPr>
              <a:t>Identify</a:t>
            </a:r>
            <a:endParaRPr lang="de-DE" sz="700" dirty="0">
              <a:solidFill>
                <a:schemeClr val="bg1"/>
              </a:solidFill>
            </a:endParaRPr>
          </a:p>
        </p:txBody>
      </p:sp>
      <p:sp>
        <p:nvSpPr>
          <p:cNvPr id="105" name="Textfeld 104">
            <a:extLst>
              <a:ext uri="{FF2B5EF4-FFF2-40B4-BE49-F238E27FC236}">
                <a16:creationId xmlns:a16="http://schemas.microsoft.com/office/drawing/2014/main" id="{EF39EE90-B7DC-4285-A8B3-C7FB0B778F6D}"/>
              </a:ext>
            </a:extLst>
          </p:cNvPr>
          <p:cNvSpPr txBox="1"/>
          <p:nvPr/>
        </p:nvSpPr>
        <p:spPr>
          <a:xfrm>
            <a:off x="326496" y="3768181"/>
            <a:ext cx="315792" cy="107722"/>
          </a:xfrm>
          <a:prstGeom prst="rect">
            <a:avLst/>
          </a:prstGeom>
        </p:spPr>
        <p:txBody>
          <a:bodyPr wrap="none" lIns="0" tIns="0" rIns="0" bIns="0" rtlCol="0">
            <a:spAutoFit/>
          </a:bodyPr>
          <a:lstStyle/>
          <a:p>
            <a:r>
              <a:rPr lang="de-DE" sz="700" dirty="0" err="1">
                <a:solidFill>
                  <a:schemeClr val="bg1"/>
                </a:solidFill>
              </a:rPr>
              <a:t>Protect</a:t>
            </a:r>
            <a:endParaRPr lang="de-DE" sz="700" dirty="0">
              <a:solidFill>
                <a:schemeClr val="bg1"/>
              </a:solidFill>
            </a:endParaRPr>
          </a:p>
        </p:txBody>
      </p:sp>
      <p:sp>
        <p:nvSpPr>
          <p:cNvPr id="106" name="Textfeld 105">
            <a:extLst>
              <a:ext uri="{FF2B5EF4-FFF2-40B4-BE49-F238E27FC236}">
                <a16:creationId xmlns:a16="http://schemas.microsoft.com/office/drawing/2014/main" id="{5AA1CD8C-42B6-4EF0-9273-A9C46A52FBED}"/>
              </a:ext>
            </a:extLst>
          </p:cNvPr>
          <p:cNvSpPr txBox="1"/>
          <p:nvPr/>
        </p:nvSpPr>
        <p:spPr>
          <a:xfrm>
            <a:off x="302294" y="4743859"/>
            <a:ext cx="379912" cy="107722"/>
          </a:xfrm>
          <a:prstGeom prst="rect">
            <a:avLst/>
          </a:prstGeom>
        </p:spPr>
        <p:txBody>
          <a:bodyPr wrap="none" lIns="0" tIns="0" rIns="0" bIns="0" rtlCol="0">
            <a:spAutoFit/>
          </a:bodyPr>
          <a:lstStyle/>
          <a:p>
            <a:r>
              <a:rPr lang="de-DE" sz="700" dirty="0" err="1">
                <a:solidFill>
                  <a:schemeClr val="bg1"/>
                </a:solidFill>
              </a:rPr>
              <a:t>Respond</a:t>
            </a:r>
            <a:endParaRPr lang="de-DE" sz="700" dirty="0">
              <a:solidFill>
                <a:schemeClr val="bg1"/>
              </a:solidFill>
            </a:endParaRPr>
          </a:p>
        </p:txBody>
      </p:sp>
      <p:sp>
        <p:nvSpPr>
          <p:cNvPr id="107" name="Line 82">
            <a:extLst>
              <a:ext uri="{FF2B5EF4-FFF2-40B4-BE49-F238E27FC236}">
                <a16:creationId xmlns:a16="http://schemas.microsoft.com/office/drawing/2014/main" id="{491E5D13-BEF3-4CB0-97E6-A3B4696918F0}"/>
              </a:ext>
            </a:extLst>
          </p:cNvPr>
          <p:cNvSpPr>
            <a:spLocks noChangeShapeType="1"/>
          </p:cNvSpPr>
          <p:nvPr/>
        </p:nvSpPr>
        <p:spPr bwMode="auto">
          <a:xfrm rot="5400000">
            <a:off x="8583829" y="2852833"/>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108" name="Picture 32" descr="Icon&#10;&#10;Description automatically generated">
            <a:extLst>
              <a:ext uri="{FF2B5EF4-FFF2-40B4-BE49-F238E27FC236}">
                <a16:creationId xmlns:a16="http://schemas.microsoft.com/office/drawing/2014/main" id="{4BD8584B-E3AC-4FBA-B28E-CB2E00427BB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433877" y="2410444"/>
            <a:ext cx="447831" cy="594776"/>
          </a:xfrm>
          <a:prstGeom prst="rect">
            <a:avLst/>
          </a:prstGeom>
        </p:spPr>
      </p:pic>
      <p:sp>
        <p:nvSpPr>
          <p:cNvPr id="109" name="Textfeld 108">
            <a:extLst>
              <a:ext uri="{FF2B5EF4-FFF2-40B4-BE49-F238E27FC236}">
                <a16:creationId xmlns:a16="http://schemas.microsoft.com/office/drawing/2014/main" id="{3ABE69D8-4BA4-4D54-B50C-E8B505CEAC30}"/>
              </a:ext>
            </a:extLst>
          </p:cNvPr>
          <p:cNvSpPr txBox="1"/>
          <p:nvPr/>
        </p:nvSpPr>
        <p:spPr>
          <a:xfrm>
            <a:off x="8549679" y="2837526"/>
            <a:ext cx="283732" cy="107722"/>
          </a:xfrm>
          <a:prstGeom prst="rect">
            <a:avLst/>
          </a:prstGeom>
        </p:spPr>
        <p:txBody>
          <a:bodyPr wrap="none" lIns="0" tIns="0" rIns="0" bIns="0" rtlCol="0">
            <a:spAutoFit/>
          </a:bodyPr>
          <a:lstStyle/>
          <a:p>
            <a:r>
              <a:rPr lang="de-DE" sz="700" dirty="0" err="1">
                <a:solidFill>
                  <a:schemeClr val="bg1"/>
                </a:solidFill>
              </a:rPr>
              <a:t>Detect</a:t>
            </a:r>
            <a:endParaRPr lang="de-DE" sz="700" dirty="0">
              <a:solidFill>
                <a:schemeClr val="bg1"/>
              </a:solidFill>
            </a:endParaRPr>
          </a:p>
        </p:txBody>
      </p:sp>
      <p:sp>
        <p:nvSpPr>
          <p:cNvPr id="68" name="Rectangle 40">
            <a:extLst>
              <a:ext uri="{FF2B5EF4-FFF2-40B4-BE49-F238E27FC236}">
                <a16:creationId xmlns:a16="http://schemas.microsoft.com/office/drawing/2014/main" id="{5F74F9C7-B255-456F-A540-7D7A1F8F67CA}"/>
              </a:ext>
            </a:extLst>
          </p:cNvPr>
          <p:cNvSpPr/>
          <p:nvPr/>
        </p:nvSpPr>
        <p:spPr>
          <a:xfrm>
            <a:off x="6604302" y="2500869"/>
            <a:ext cx="1549017" cy="166048"/>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Managed Threat Detection</a:t>
            </a:r>
          </a:p>
        </p:txBody>
      </p:sp>
      <p:sp>
        <p:nvSpPr>
          <p:cNvPr id="69" name="Rectangle 46">
            <a:hlinkClick r:id="" action="ppaction://noaction"/>
            <a:extLst>
              <a:ext uri="{FF2B5EF4-FFF2-40B4-BE49-F238E27FC236}">
                <a16:creationId xmlns:a16="http://schemas.microsoft.com/office/drawing/2014/main" id="{147BE3C4-DE0E-4191-B37B-C0C44C378578}"/>
              </a:ext>
            </a:extLst>
          </p:cNvPr>
          <p:cNvSpPr/>
          <p:nvPr/>
        </p:nvSpPr>
        <p:spPr>
          <a:xfrm>
            <a:off x="6604302" y="2669019"/>
            <a:ext cx="594641" cy="265952"/>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[endpoint]</a:t>
            </a:r>
          </a:p>
        </p:txBody>
      </p:sp>
      <p:sp>
        <p:nvSpPr>
          <p:cNvPr id="83" name="Rectangle 40">
            <a:hlinkClick r:id="" action="ppaction://noaction"/>
            <a:extLst>
              <a:ext uri="{FF2B5EF4-FFF2-40B4-BE49-F238E27FC236}">
                <a16:creationId xmlns:a16="http://schemas.microsoft.com/office/drawing/2014/main" id="{36F018B4-B1E6-45FB-BC8E-0E9188BCC4AA}"/>
              </a:ext>
            </a:extLst>
          </p:cNvPr>
          <p:cNvSpPr/>
          <p:nvPr/>
        </p:nvSpPr>
        <p:spPr>
          <a:xfrm>
            <a:off x="7198943" y="2669019"/>
            <a:ext cx="415031" cy="265952"/>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[log]</a:t>
            </a:r>
          </a:p>
        </p:txBody>
      </p:sp>
      <p:sp>
        <p:nvSpPr>
          <p:cNvPr id="84" name="Rectangle 44">
            <a:hlinkClick r:id="" action="ppaction://noaction"/>
            <a:extLst>
              <a:ext uri="{FF2B5EF4-FFF2-40B4-BE49-F238E27FC236}">
                <a16:creationId xmlns:a16="http://schemas.microsoft.com/office/drawing/2014/main" id="{FA911BC3-3BD5-4C46-B41A-F8E5D04EBFDA}"/>
              </a:ext>
            </a:extLst>
          </p:cNvPr>
          <p:cNvSpPr/>
          <p:nvPr/>
        </p:nvSpPr>
        <p:spPr>
          <a:xfrm>
            <a:off x="7596554" y="2664197"/>
            <a:ext cx="556765" cy="270774"/>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[network]</a:t>
            </a:r>
          </a:p>
        </p:txBody>
      </p:sp>
    </p:spTree>
    <p:extLst>
      <p:ext uri="{BB962C8B-B14F-4D97-AF65-F5344CB8AC3E}">
        <p14:creationId xmlns:p14="http://schemas.microsoft.com/office/powerpoint/2010/main" val="2179905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54"/>
                                        </p:tgtEl>
                                        <p:attrNameLst>
                                          <p:attrName>style.visibility</p:attrName>
                                        </p:attrNameLst>
                                      </p:cBhvr>
                                      <p:to>
                                        <p:strVal val="visible"/>
                                      </p:to>
                                    </p:set>
                                    <p:animEffect transition="in" filter="randombar(horizontal)">
                                      <p:cBhvr>
                                        <p:cTn id="7" dur="500"/>
                                        <p:tgtEl>
                                          <p:spTgt spid="154"/>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60"/>
                                        </p:tgtEl>
                                        <p:attrNameLst>
                                          <p:attrName>style.visibility</p:attrName>
                                        </p:attrNameLst>
                                      </p:cBhvr>
                                      <p:to>
                                        <p:strVal val="visible"/>
                                      </p:to>
                                    </p:set>
                                    <p:animEffect transition="in" filter="randombar(horizontal)">
                                      <p:cBhvr>
                                        <p:cTn id="10" dur="500"/>
                                        <p:tgtEl>
                                          <p:spTgt spid="160"/>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59"/>
                                        </p:tgtEl>
                                        <p:attrNameLst>
                                          <p:attrName>style.visibility</p:attrName>
                                        </p:attrNameLst>
                                      </p:cBhvr>
                                      <p:to>
                                        <p:strVal val="visible"/>
                                      </p:to>
                                    </p:set>
                                    <p:animEffect transition="in" filter="randombar(horizontal)">
                                      <p:cBhvr>
                                        <p:cTn id="13" dur="500"/>
                                        <p:tgtEl>
                                          <p:spTgt spid="159"/>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7"/>
                                        </p:tgtEl>
                                        <p:attrNameLst>
                                          <p:attrName>style.visibility</p:attrName>
                                        </p:attrNameLst>
                                      </p:cBhvr>
                                      <p:to>
                                        <p:strVal val="visible"/>
                                      </p:to>
                                    </p:set>
                                    <p:animEffect transition="in" filter="randombar(horizontal)">
                                      <p:cBhvr>
                                        <p:cTn id="16" dur="500"/>
                                        <p:tgtEl>
                                          <p:spTgt spid="67"/>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81"/>
                                        </p:tgtEl>
                                        <p:attrNameLst>
                                          <p:attrName>style.visibility</p:attrName>
                                        </p:attrNameLst>
                                      </p:cBhvr>
                                      <p:to>
                                        <p:strVal val="visible"/>
                                      </p:to>
                                    </p:set>
                                    <p:animEffect transition="in" filter="randombar(horizontal)">
                                      <p:cBhvr>
                                        <p:cTn id="19" dur="500"/>
                                        <p:tgtEl>
                                          <p:spTgt spid="81"/>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82"/>
                                        </p:tgtEl>
                                        <p:attrNameLst>
                                          <p:attrName>style.visibility</p:attrName>
                                        </p:attrNameLst>
                                      </p:cBhvr>
                                      <p:to>
                                        <p:strVal val="visible"/>
                                      </p:to>
                                    </p:set>
                                    <p:animEffect transition="in" filter="randombar(horizontal)">
                                      <p:cBhvr>
                                        <p:cTn id="22" dur="500"/>
                                        <p:tgtEl>
                                          <p:spTgt spid="8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linds(horizontal)">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linds(horizontal)">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right)">
                                      <p:cBhvr>
                                        <p:cTn id="37" dur="500"/>
                                        <p:tgtEl>
                                          <p:spTgt spid="3"/>
                                        </p:tgtEl>
                                      </p:cBhvr>
                                    </p:animEffect>
                                  </p:childTnLst>
                                </p:cTn>
                              </p:par>
                            </p:childTnLst>
                          </p:cTn>
                        </p:par>
                        <p:par>
                          <p:cTn id="38" fill="hold">
                            <p:stCondLst>
                              <p:cond delay="500"/>
                            </p:stCondLst>
                            <p:childTnLst>
                              <p:par>
                                <p:cTn id="39" presetID="3" presetClass="entr" presetSubtype="10" fill="hold" grpId="0" nodeType="after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blinds(horizontal)">
                                      <p:cBhvr>
                                        <p:cTn id="4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 grpId="0" animBg="1"/>
      <p:bldP spid="159" grpId="0" animBg="1"/>
      <p:bldP spid="160" grpId="0" animBg="1"/>
      <p:bldP spid="67" grpId="0" animBg="1"/>
      <p:bldP spid="81" grpId="0" animBg="1"/>
      <p:bldP spid="82" grpId="0" animBg="1"/>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abgerundete Ecken 6">
            <a:extLst>
              <a:ext uri="{FF2B5EF4-FFF2-40B4-BE49-F238E27FC236}">
                <a16:creationId xmlns:a16="http://schemas.microsoft.com/office/drawing/2014/main" id="{3C93084A-0E29-48EF-92B7-5113511F5F2C}"/>
              </a:ext>
            </a:extLst>
          </p:cNvPr>
          <p:cNvSpPr/>
          <p:nvPr/>
        </p:nvSpPr>
        <p:spPr>
          <a:xfrm>
            <a:off x="6471271" y="699537"/>
            <a:ext cx="1008111" cy="3572915"/>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chemeClr val="tx1"/>
                </a:solidFill>
                <a:effectLst/>
                <a:uLnTx/>
                <a:uFillTx/>
                <a:latin typeface="Helvetica 75 Bold"/>
                <a:ea typeface="+mn-ea"/>
                <a:cs typeface="+mn-cs"/>
              </a:rPr>
              <a:t>OT/ICS Security</a:t>
            </a:r>
          </a:p>
        </p:txBody>
      </p:sp>
      <p:sp>
        <p:nvSpPr>
          <p:cNvPr id="4" name="Rechteck: abgerundete Ecken 6">
            <a:extLst>
              <a:ext uri="{FF2B5EF4-FFF2-40B4-BE49-F238E27FC236}">
                <a16:creationId xmlns:a16="http://schemas.microsoft.com/office/drawing/2014/main" id="{0405B3F0-E07D-497F-8DF5-F5429D1953E5}"/>
              </a:ext>
            </a:extLst>
          </p:cNvPr>
          <p:cNvSpPr/>
          <p:nvPr/>
        </p:nvSpPr>
        <p:spPr>
          <a:xfrm>
            <a:off x="5247135" y="699540"/>
            <a:ext cx="1008111" cy="3572915"/>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Helvetica 75 Bold"/>
                <a:ea typeface="+mn-ea"/>
                <a:cs typeface="+mn-cs"/>
              </a:rPr>
              <a:t>Cloud &amp; Data-centric Security</a:t>
            </a:r>
            <a:endParaRPr kumimoji="0" lang="de-DE" sz="800" b="0" i="0" u="none" strike="noStrike" kern="1200" cap="none" spc="0" normalizeH="0" baseline="0" noProof="0">
              <a:ln>
                <a:noFill/>
              </a:ln>
              <a:solidFill>
                <a:schemeClr val="tx1"/>
              </a:solidFill>
              <a:effectLst/>
              <a:uLnTx/>
              <a:uFillTx/>
              <a:latin typeface="Helvetica 75 Bold"/>
              <a:ea typeface="+mn-ea"/>
              <a:cs typeface="+mn-cs"/>
            </a:endParaRPr>
          </a:p>
        </p:txBody>
      </p:sp>
      <p:sp>
        <p:nvSpPr>
          <p:cNvPr id="3" name="Rechteck: abgerundete Ecken 6">
            <a:extLst>
              <a:ext uri="{FF2B5EF4-FFF2-40B4-BE49-F238E27FC236}">
                <a16:creationId xmlns:a16="http://schemas.microsoft.com/office/drawing/2014/main" id="{9C649070-F467-43ED-98DA-7C9A0172307C}"/>
              </a:ext>
            </a:extLst>
          </p:cNvPr>
          <p:cNvSpPr/>
          <p:nvPr/>
        </p:nvSpPr>
        <p:spPr>
          <a:xfrm>
            <a:off x="4029349" y="699544"/>
            <a:ext cx="1008111" cy="3572914"/>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chemeClr val="tx1"/>
                </a:solidFill>
                <a:effectLst/>
                <a:uLnTx/>
                <a:uFillTx/>
                <a:latin typeface="Helvetica 75 Bold"/>
                <a:ea typeface="+mn-ea"/>
                <a:cs typeface="+mn-cs"/>
              </a:rPr>
              <a:t>Secure Infrastructure &amp; </a:t>
            </a:r>
            <a:r>
              <a:rPr kumimoji="0" lang="de-DE" sz="800" b="0" i="0" u="none" strike="noStrike" kern="1200" cap="none" spc="0" normalizeH="0" baseline="0" noProof="0" err="1">
                <a:ln>
                  <a:noFill/>
                </a:ln>
                <a:solidFill>
                  <a:schemeClr val="tx1"/>
                </a:solidFill>
                <a:effectLst/>
                <a:uLnTx/>
                <a:uFillTx/>
                <a:latin typeface="Helvetica 75 Bold"/>
                <a:ea typeface="+mn-ea"/>
                <a:cs typeface="+mn-cs"/>
              </a:rPr>
              <a:t>Endpoint</a:t>
            </a:r>
            <a:r>
              <a:rPr kumimoji="0" lang="de-DE" sz="800" b="0" i="0" u="none" strike="noStrike" kern="1200" cap="none" spc="0" normalizeH="0" baseline="0" noProof="0">
                <a:ln>
                  <a:noFill/>
                </a:ln>
                <a:solidFill>
                  <a:schemeClr val="tx1"/>
                </a:solidFill>
                <a:effectLst/>
                <a:uLnTx/>
                <a:uFillTx/>
                <a:latin typeface="Helvetica 75 Bold"/>
                <a:ea typeface="+mn-ea"/>
                <a:cs typeface="+mn-cs"/>
              </a:rPr>
              <a:t> Security</a:t>
            </a:r>
          </a:p>
        </p:txBody>
      </p:sp>
      <p:sp>
        <p:nvSpPr>
          <p:cNvPr id="2" name="Rechteck: abgerundete Ecken 6">
            <a:extLst>
              <a:ext uri="{FF2B5EF4-FFF2-40B4-BE49-F238E27FC236}">
                <a16:creationId xmlns:a16="http://schemas.microsoft.com/office/drawing/2014/main" id="{805515AE-7F16-46F6-BB7A-0945A0FF0C87}"/>
              </a:ext>
            </a:extLst>
          </p:cNvPr>
          <p:cNvSpPr/>
          <p:nvPr/>
        </p:nvSpPr>
        <p:spPr>
          <a:xfrm>
            <a:off x="2811563" y="699544"/>
            <a:ext cx="1008111" cy="3572915"/>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chemeClr val="tx1"/>
                </a:solidFill>
                <a:effectLst/>
                <a:uLnTx/>
                <a:uFillTx/>
                <a:latin typeface="Helvetica 75 Bold"/>
                <a:ea typeface="+mn-ea"/>
                <a:cs typeface="+mn-cs"/>
                <a:hlinkClick r:id="rId3" action="ppaction://hlinksldjump">
                  <a:extLst>
                    <a:ext uri="{A12FA001-AC4F-418D-AE19-62706E023703}">
                      <ahyp:hlinkClr xmlns:ahyp="http://schemas.microsoft.com/office/drawing/2018/hyperlinkcolor" val="tx"/>
                    </a:ext>
                  </a:extLst>
                </a:hlinkClick>
              </a:rPr>
              <a:t>Security</a:t>
            </a:r>
            <a:r>
              <a:rPr kumimoji="0" lang="de-DE" sz="800" b="0" i="0" u="none" strike="noStrike" kern="1200" cap="none" spc="0" normalizeH="0" baseline="0" noProof="0" dirty="0">
                <a:ln>
                  <a:noFill/>
                </a:ln>
                <a:solidFill>
                  <a:srgbClr val="FF7900"/>
                </a:solidFill>
                <a:effectLst/>
                <a:uLnTx/>
                <a:uFillTx/>
                <a:latin typeface="Helvetica 75 Bold"/>
                <a:ea typeface="+mn-ea"/>
                <a:cs typeface="+mn-cs"/>
                <a:hlinkClick r:id="rId3" action="ppaction://hlinksldjump">
                  <a:extLst>
                    <a:ext uri="{A12FA001-AC4F-418D-AE19-62706E023703}">
                      <ahyp:hlinkClr xmlns:ahyp="http://schemas.microsoft.com/office/drawing/2018/hyperlinkcolor" val="tx"/>
                    </a:ext>
                  </a:extLst>
                </a:hlinkClick>
              </a:rPr>
              <a:t> </a:t>
            </a:r>
            <a:r>
              <a:rPr kumimoji="0" lang="de-DE" sz="800" b="0" i="0" u="none" strike="noStrike" kern="1200" cap="none" spc="0" normalizeH="0" baseline="0" noProof="0" dirty="0" err="1">
                <a:ln>
                  <a:noFill/>
                </a:ln>
                <a:solidFill>
                  <a:schemeClr val="tx1"/>
                </a:solidFill>
                <a:effectLst/>
                <a:uLnTx/>
                <a:uFillTx/>
                <a:latin typeface="Helvetica 75 Bold"/>
                <a:ea typeface="+mn-ea"/>
                <a:cs typeface="+mn-cs"/>
                <a:hlinkClick r:id="rId3" action="ppaction://hlinksldjump">
                  <a:extLst>
                    <a:ext uri="{A12FA001-AC4F-418D-AE19-62706E023703}">
                      <ahyp:hlinkClr xmlns:ahyp="http://schemas.microsoft.com/office/drawing/2018/hyperlinkcolor" val="tx"/>
                    </a:ext>
                  </a:extLst>
                </a:hlinkClick>
              </a:rPr>
              <a:t>Intelligence</a:t>
            </a:r>
            <a:endParaRPr kumimoji="0" lang="de-DE" sz="800" b="0" i="0" u="none" strike="noStrike" kern="1200" cap="none" spc="0" normalizeH="0" baseline="0" noProof="0" dirty="0">
              <a:ln>
                <a:noFill/>
              </a:ln>
              <a:solidFill>
                <a:schemeClr val="tx1"/>
              </a:solidFill>
              <a:effectLst/>
              <a:uLnTx/>
              <a:uFillTx/>
              <a:latin typeface="Helvetica 75 Bold"/>
              <a:ea typeface="+mn-ea"/>
              <a:cs typeface="+mn-cs"/>
            </a:endParaRPr>
          </a:p>
        </p:txBody>
      </p:sp>
      <p:sp>
        <p:nvSpPr>
          <p:cNvPr id="38" name="Rechteck: abgerundete Ecken 38">
            <a:extLst>
              <a:ext uri="{FF2B5EF4-FFF2-40B4-BE49-F238E27FC236}">
                <a16:creationId xmlns:a16="http://schemas.microsoft.com/office/drawing/2014/main" id="{1D5962C3-265F-4B13-A6A9-BD2B5798666A}"/>
              </a:ext>
            </a:extLst>
          </p:cNvPr>
          <p:cNvSpPr/>
          <p:nvPr/>
        </p:nvSpPr>
        <p:spPr>
          <a:xfrm>
            <a:off x="1538980" y="2729248"/>
            <a:ext cx="6359152" cy="612000"/>
          </a:xfrm>
          <a:prstGeom prst="rect">
            <a:avLst/>
          </a:prstGeom>
          <a:solidFill>
            <a:schemeClr val="accent2"/>
          </a:solidFill>
          <a:ln>
            <a:noFill/>
          </a:ln>
        </p:spPr>
        <p:style>
          <a:lnRef idx="1">
            <a:schemeClr val="accent2"/>
          </a:lnRef>
          <a:fillRef idx="2">
            <a:schemeClr val="accent2"/>
          </a:fillRef>
          <a:effectRef idx="1">
            <a:schemeClr val="accent2"/>
          </a:effectRef>
          <a:fontRef idx="minor">
            <a:schemeClr val="dk1"/>
          </a:fontRef>
        </p:style>
        <p:txBody>
          <a:bodyPr vert="horz"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1" name="Rechteck: abgerundete Ecken 38">
            <a:extLst>
              <a:ext uri="{FF2B5EF4-FFF2-40B4-BE49-F238E27FC236}">
                <a16:creationId xmlns:a16="http://schemas.microsoft.com/office/drawing/2014/main" id="{E970CBA0-E8BD-4391-A084-FE4B0265563A}"/>
              </a:ext>
            </a:extLst>
          </p:cNvPr>
          <p:cNvSpPr/>
          <p:nvPr/>
        </p:nvSpPr>
        <p:spPr>
          <a:xfrm>
            <a:off x="1276053" y="4272462"/>
            <a:ext cx="6621745" cy="612000"/>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vert="horz" rtlCol="0" anchor="b" anchorCtr="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9" name="Rechteck: abgerundete Ecken 38">
            <a:extLst>
              <a:ext uri="{FF2B5EF4-FFF2-40B4-BE49-F238E27FC236}">
                <a16:creationId xmlns:a16="http://schemas.microsoft.com/office/drawing/2014/main" id="{47996C8B-78F3-455E-A322-F02579E788E5}"/>
              </a:ext>
            </a:extLst>
          </p:cNvPr>
          <p:cNvSpPr/>
          <p:nvPr/>
        </p:nvSpPr>
        <p:spPr>
          <a:xfrm>
            <a:off x="1538980" y="2039414"/>
            <a:ext cx="6359152" cy="612000"/>
          </a:xfrm>
          <a:prstGeom prst="rect">
            <a:avLst/>
          </a:prstGeom>
          <a:solidFill>
            <a:schemeClr val="accent2"/>
          </a:solidFill>
          <a:ln>
            <a:noFill/>
          </a:ln>
        </p:spPr>
        <p:style>
          <a:lnRef idx="1">
            <a:schemeClr val="accent2"/>
          </a:lnRef>
          <a:fillRef idx="2">
            <a:schemeClr val="accent2"/>
          </a:fillRef>
          <a:effectRef idx="1">
            <a:schemeClr val="accent2"/>
          </a:effectRef>
          <a:fontRef idx="minor">
            <a:schemeClr val="dk1"/>
          </a:fontRef>
        </p:style>
        <p:txBody>
          <a:bodyPr vert="horz"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8" name="Rechteck: abgerundete Ecken 38">
            <a:extLst>
              <a:ext uri="{FF2B5EF4-FFF2-40B4-BE49-F238E27FC236}">
                <a16:creationId xmlns:a16="http://schemas.microsoft.com/office/drawing/2014/main" id="{FCA86025-93C8-475C-B488-20B2E1129397}"/>
              </a:ext>
            </a:extLst>
          </p:cNvPr>
          <p:cNvSpPr/>
          <p:nvPr/>
        </p:nvSpPr>
        <p:spPr>
          <a:xfrm>
            <a:off x="1538646" y="3420569"/>
            <a:ext cx="6359152" cy="612000"/>
          </a:xfrm>
          <a:prstGeom prst="rect">
            <a:avLst/>
          </a:prstGeom>
          <a:solidFill>
            <a:schemeClr val="accent4"/>
          </a:solidFill>
          <a:ln>
            <a:noFill/>
          </a:ln>
        </p:spPr>
        <p:style>
          <a:lnRef idx="1">
            <a:schemeClr val="accent4"/>
          </a:lnRef>
          <a:fillRef idx="2">
            <a:schemeClr val="accent4"/>
          </a:fillRef>
          <a:effectRef idx="1">
            <a:schemeClr val="accent4"/>
          </a:effectRef>
          <a:fontRef idx="minor">
            <a:schemeClr val="dk1"/>
          </a:fontRef>
        </p:style>
        <p:txBody>
          <a:bodyPr vert="horz"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Rechteck: abgerundete Ecken 38">
            <a:extLst>
              <a:ext uri="{FF2B5EF4-FFF2-40B4-BE49-F238E27FC236}">
                <a16:creationId xmlns:a16="http://schemas.microsoft.com/office/drawing/2014/main" id="{7B1B26D0-DF70-4DC2-AF7B-7719F30D9AD2}"/>
              </a:ext>
            </a:extLst>
          </p:cNvPr>
          <p:cNvSpPr/>
          <p:nvPr/>
        </p:nvSpPr>
        <p:spPr>
          <a:xfrm>
            <a:off x="1538979" y="1331429"/>
            <a:ext cx="6359152" cy="612000"/>
          </a:xfrm>
          <a:prstGeom prst="rect">
            <a:avLst/>
          </a:prstGeom>
          <a:solidFill>
            <a:schemeClr val="accent6"/>
          </a:solidFill>
          <a:ln>
            <a:noFill/>
          </a:ln>
        </p:spPr>
        <p:style>
          <a:lnRef idx="1">
            <a:schemeClr val="accent6"/>
          </a:lnRef>
          <a:fillRef idx="2">
            <a:schemeClr val="accent6"/>
          </a:fillRef>
          <a:effectRef idx="1">
            <a:schemeClr val="accent6"/>
          </a:effectRef>
          <a:fontRef idx="minor">
            <a:schemeClr val="dk1"/>
          </a:fontRef>
        </p:style>
        <p:txBody>
          <a:bodyPr vert="horz"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14" name="Straight Arrow Connector 13">
            <a:extLst>
              <a:ext uri="{FF2B5EF4-FFF2-40B4-BE49-F238E27FC236}">
                <a16:creationId xmlns:a16="http://schemas.microsoft.com/office/drawing/2014/main" id="{C60D4B95-CC5E-487A-86A9-365E3C2FFC4B}"/>
              </a:ext>
            </a:extLst>
          </p:cNvPr>
          <p:cNvCxnSpPr>
            <a:cxnSpLocks/>
          </p:cNvCxnSpPr>
          <p:nvPr/>
        </p:nvCxnSpPr>
        <p:spPr>
          <a:xfrm>
            <a:off x="1670143" y="137886"/>
            <a:ext cx="5915127" cy="0"/>
          </a:xfrm>
          <a:prstGeom prst="straightConnector1">
            <a:avLst/>
          </a:prstGeom>
          <a:ln w="47625">
            <a:no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BD72AF9-FC64-4C85-897E-28892E04DEAB}"/>
              </a:ext>
            </a:extLst>
          </p:cNvPr>
          <p:cNvCxnSpPr>
            <a:cxnSpLocks/>
          </p:cNvCxnSpPr>
          <p:nvPr/>
        </p:nvCxnSpPr>
        <p:spPr>
          <a:xfrm flipH="1">
            <a:off x="47291" y="1375017"/>
            <a:ext cx="47513" cy="3728049"/>
          </a:xfrm>
          <a:prstGeom prst="straightConnector1">
            <a:avLst/>
          </a:prstGeom>
          <a:ln w="47625">
            <a:no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Rechteck 38">
            <a:extLst>
              <a:ext uri="{FF2B5EF4-FFF2-40B4-BE49-F238E27FC236}">
                <a16:creationId xmlns:a16="http://schemas.microsoft.com/office/drawing/2014/main" id="{84CC1DC3-92EE-4689-8F0A-06CFB3F91924}"/>
              </a:ext>
            </a:extLst>
          </p:cNvPr>
          <p:cNvSpPr/>
          <p:nvPr/>
        </p:nvSpPr>
        <p:spPr>
          <a:xfrm>
            <a:off x="1260368" y="2041101"/>
            <a:ext cx="212646" cy="1304382"/>
          </a:xfrm>
          <a:prstGeom prst="rect">
            <a:avLst/>
          </a:prstGeom>
          <a:solidFill>
            <a:schemeClr val="accent2"/>
          </a:solidFill>
          <a:ln>
            <a:noFill/>
          </a:ln>
        </p:spPr>
        <p:style>
          <a:lnRef idx="1">
            <a:schemeClr val="accent2"/>
          </a:lnRef>
          <a:fillRef idx="2">
            <a:schemeClr val="accent2"/>
          </a:fillRef>
          <a:effectRef idx="1">
            <a:schemeClr val="accent2"/>
          </a:effectRef>
          <a:fontRef idx="minor">
            <a:schemeClr val="dk1"/>
          </a:fontRef>
        </p:style>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Helvetica 75 Bold"/>
                <a:ea typeface="+mn-ea"/>
                <a:cs typeface="+mn-cs"/>
              </a:rPr>
              <a:t>Professional Services</a:t>
            </a:r>
          </a:p>
        </p:txBody>
      </p:sp>
      <p:sp>
        <p:nvSpPr>
          <p:cNvPr id="54" name="TextBox 53">
            <a:extLst>
              <a:ext uri="{FF2B5EF4-FFF2-40B4-BE49-F238E27FC236}">
                <a16:creationId xmlns:a16="http://schemas.microsoft.com/office/drawing/2014/main" id="{D397268C-C1EA-4DA5-813F-48739A8E80EE}"/>
              </a:ext>
            </a:extLst>
          </p:cNvPr>
          <p:cNvSpPr txBox="1"/>
          <p:nvPr/>
        </p:nvSpPr>
        <p:spPr>
          <a:xfrm>
            <a:off x="3869150" y="4529417"/>
            <a:ext cx="2027799" cy="123111"/>
          </a:xfrm>
          <a:prstGeom prst="rect">
            <a:avLst/>
          </a:prstGeom>
          <a:ln>
            <a:noFill/>
          </a:ln>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Helvetica 75 Bold"/>
                <a:ea typeface="+mn-ea"/>
                <a:cs typeface="+mn-cs"/>
              </a:rPr>
              <a:t>Managed Detection &amp; Response Services</a:t>
            </a:r>
          </a:p>
        </p:txBody>
      </p:sp>
      <p:sp>
        <p:nvSpPr>
          <p:cNvPr id="31" name="Rechteck: abgerundete Ecken 38">
            <a:extLst>
              <a:ext uri="{FF2B5EF4-FFF2-40B4-BE49-F238E27FC236}">
                <a16:creationId xmlns:a16="http://schemas.microsoft.com/office/drawing/2014/main" id="{6F80E7DE-90B8-4DE4-933B-5E5C2847F4A2}"/>
              </a:ext>
            </a:extLst>
          </p:cNvPr>
          <p:cNvSpPr/>
          <p:nvPr/>
        </p:nvSpPr>
        <p:spPr>
          <a:xfrm>
            <a:off x="1268423" y="1337193"/>
            <a:ext cx="212646" cy="612000"/>
          </a:xfrm>
          <a:prstGeom prst="rect">
            <a:avLst/>
          </a:prstGeom>
          <a:solidFill>
            <a:schemeClr val="accent6"/>
          </a:solidFill>
          <a:ln>
            <a:noFill/>
          </a:ln>
        </p:spPr>
        <p:style>
          <a:lnRef idx="1">
            <a:schemeClr val="accent6"/>
          </a:lnRef>
          <a:fillRef idx="2">
            <a:schemeClr val="accent6"/>
          </a:fillRef>
          <a:effectRef idx="1">
            <a:schemeClr val="accent6"/>
          </a:effectRef>
          <a:fontRef idx="minor">
            <a:schemeClr val="dk1"/>
          </a:fontRef>
        </p:style>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Helvetica 75 Bold"/>
                <a:ea typeface="+mn-ea"/>
                <a:cs typeface="+mn-cs"/>
              </a:rPr>
              <a:t>Strategy</a:t>
            </a:r>
          </a:p>
        </p:txBody>
      </p:sp>
      <p:sp>
        <p:nvSpPr>
          <p:cNvPr id="32" name="Rechteck: abgerundete Ecken 38">
            <a:extLst>
              <a:ext uri="{FF2B5EF4-FFF2-40B4-BE49-F238E27FC236}">
                <a16:creationId xmlns:a16="http://schemas.microsoft.com/office/drawing/2014/main" id="{51E72408-33F9-4711-A040-E187C92B3803}"/>
              </a:ext>
            </a:extLst>
          </p:cNvPr>
          <p:cNvSpPr/>
          <p:nvPr/>
        </p:nvSpPr>
        <p:spPr>
          <a:xfrm>
            <a:off x="1276053" y="3425789"/>
            <a:ext cx="197053" cy="608679"/>
          </a:xfrm>
          <a:prstGeom prst="rect">
            <a:avLst/>
          </a:prstGeom>
          <a:solidFill>
            <a:schemeClr val="accent4"/>
          </a:solidFill>
          <a:ln>
            <a:noFill/>
          </a:ln>
        </p:spPr>
        <p:style>
          <a:lnRef idx="1">
            <a:schemeClr val="accent4"/>
          </a:lnRef>
          <a:fillRef idx="2">
            <a:schemeClr val="accent4"/>
          </a:fillRef>
          <a:effectRef idx="1">
            <a:schemeClr val="accent4"/>
          </a:effectRef>
          <a:fontRef idx="minor">
            <a:schemeClr val="dk1"/>
          </a:fontRef>
        </p:style>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Helvetica 75 Bold"/>
                <a:ea typeface="+mn-ea"/>
                <a:cs typeface="+mn-cs"/>
              </a:rPr>
              <a:t>Near SOC</a:t>
            </a:r>
            <a:endParaRPr kumimoji="0" lang="en-US" sz="600" b="0" i="0" u="sng" strike="noStrike" kern="1200" cap="none" spc="0" normalizeH="0" baseline="0" noProof="0">
              <a:ln>
                <a:noFill/>
              </a:ln>
              <a:solidFill>
                <a:srgbClr val="000000"/>
              </a:solidFill>
              <a:effectLst/>
              <a:uLnTx/>
              <a:uFillTx/>
              <a:latin typeface="Helvetica 75 Bold"/>
              <a:ea typeface="+mn-ea"/>
              <a:cs typeface="+mn-cs"/>
            </a:endParaRPr>
          </a:p>
        </p:txBody>
      </p:sp>
      <p:sp>
        <p:nvSpPr>
          <p:cNvPr id="33" name="Rechteck: abgerundete Ecken 38">
            <a:extLst>
              <a:ext uri="{FF2B5EF4-FFF2-40B4-BE49-F238E27FC236}">
                <a16:creationId xmlns:a16="http://schemas.microsoft.com/office/drawing/2014/main" id="{9F4A7327-4B9E-4C80-BDCA-40695C1C8243}"/>
              </a:ext>
            </a:extLst>
          </p:cNvPr>
          <p:cNvSpPr/>
          <p:nvPr/>
        </p:nvSpPr>
        <p:spPr>
          <a:xfrm>
            <a:off x="900425" y="1337193"/>
            <a:ext cx="310088" cy="2697275"/>
          </a:xfrm>
          <a:prstGeom prst="rect">
            <a:avLst/>
          </a:prstGeom>
          <a:solidFill>
            <a:schemeClr val="bg2"/>
          </a:solidFill>
          <a:ln>
            <a:noFill/>
          </a:ln>
        </p:spPr>
        <p:style>
          <a:lnRef idx="1">
            <a:schemeClr val="accent1"/>
          </a:lnRef>
          <a:fillRef idx="2">
            <a:schemeClr val="accent1"/>
          </a:fillRef>
          <a:effectRef idx="1">
            <a:schemeClr val="accent1"/>
          </a:effectRef>
          <a:fontRef idx="minor">
            <a:schemeClr val="dk1"/>
          </a:fontRef>
        </p:style>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Helvetica 75 Bold"/>
                <a:ea typeface="+mn-ea"/>
                <a:cs typeface="+mn-cs"/>
              </a:rPr>
              <a:t>Consulting Germany</a:t>
            </a:r>
          </a:p>
        </p:txBody>
      </p:sp>
      <p:sp>
        <p:nvSpPr>
          <p:cNvPr id="11" name="Textfeld 10">
            <a:extLst>
              <a:ext uri="{FF2B5EF4-FFF2-40B4-BE49-F238E27FC236}">
                <a16:creationId xmlns:a16="http://schemas.microsoft.com/office/drawing/2014/main" id="{CBA2CCE5-0C9B-4E71-8B90-BF3BA9BFF4E6}"/>
              </a:ext>
            </a:extLst>
          </p:cNvPr>
          <p:cNvSpPr txBox="1"/>
          <p:nvPr/>
        </p:nvSpPr>
        <p:spPr>
          <a:xfrm>
            <a:off x="1705254" y="1572262"/>
            <a:ext cx="1025850" cy="12311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Helvetica 75 Bold"/>
                <a:ea typeface="+mn-ea"/>
                <a:cs typeface="+mn-cs"/>
              </a:rPr>
              <a:t>Advise &amp; Architect</a:t>
            </a:r>
            <a:endParaRPr kumimoji="0" lang="de-DE" sz="14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5" name="Textfeld 4">
            <a:extLst>
              <a:ext uri="{FF2B5EF4-FFF2-40B4-BE49-F238E27FC236}">
                <a16:creationId xmlns:a16="http://schemas.microsoft.com/office/drawing/2014/main" id="{28E8C61B-103A-428A-A7C1-BEE8DF4BA352}"/>
              </a:ext>
            </a:extLst>
          </p:cNvPr>
          <p:cNvSpPr txBox="1"/>
          <p:nvPr/>
        </p:nvSpPr>
        <p:spPr>
          <a:xfrm>
            <a:off x="1709692" y="2264623"/>
            <a:ext cx="1144193" cy="12311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Helvetica 75 Bold"/>
                <a:ea typeface="+mn-ea"/>
                <a:cs typeface="+mn-cs"/>
              </a:rPr>
              <a:t>Design &amp; Implement</a:t>
            </a:r>
            <a:endParaRPr kumimoji="0" lang="de-DE" sz="14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15" name="Textfeld 14">
            <a:extLst>
              <a:ext uri="{FF2B5EF4-FFF2-40B4-BE49-F238E27FC236}">
                <a16:creationId xmlns:a16="http://schemas.microsoft.com/office/drawing/2014/main" id="{926EBDBC-DEA2-4813-AB9E-0705CE0DDE41}"/>
              </a:ext>
            </a:extLst>
          </p:cNvPr>
          <p:cNvSpPr txBox="1"/>
          <p:nvPr/>
        </p:nvSpPr>
        <p:spPr>
          <a:xfrm>
            <a:off x="4330665" y="4449745"/>
            <a:ext cx="202739" cy="215444"/>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err="1">
              <a:ln>
                <a:noFill/>
              </a:ln>
              <a:solidFill>
                <a:srgbClr val="000000"/>
              </a:solidFill>
              <a:effectLst/>
              <a:uLnTx/>
              <a:uFillTx/>
              <a:latin typeface="Helvetica 75 Bold"/>
              <a:ea typeface="+mn-ea"/>
              <a:cs typeface="+mn-cs"/>
            </a:endParaRPr>
          </a:p>
        </p:txBody>
      </p:sp>
      <p:sp>
        <p:nvSpPr>
          <p:cNvPr id="59" name="Textfeld 58">
            <a:extLst>
              <a:ext uri="{FF2B5EF4-FFF2-40B4-BE49-F238E27FC236}">
                <a16:creationId xmlns:a16="http://schemas.microsoft.com/office/drawing/2014/main" id="{76432127-D1E9-4CC2-B025-C0EB050D9BD3}"/>
              </a:ext>
            </a:extLst>
          </p:cNvPr>
          <p:cNvSpPr txBox="1"/>
          <p:nvPr/>
        </p:nvSpPr>
        <p:spPr>
          <a:xfrm>
            <a:off x="1696972" y="2921859"/>
            <a:ext cx="1144193" cy="24622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Helvetica 75 Bold"/>
                <a:ea typeface="+mn-ea"/>
                <a:cs typeface="+mn-cs"/>
              </a:rPr>
              <a:t>Operate, Test &amp; Support</a:t>
            </a:r>
            <a:endParaRPr kumimoji="0" lang="de-DE" sz="1400" b="0" i="0" u="none" strike="noStrike" kern="1200" cap="none" spc="0" normalizeH="0" baseline="0" noProof="0" err="1">
              <a:ln>
                <a:noFill/>
              </a:ln>
              <a:solidFill>
                <a:srgbClr val="000000"/>
              </a:solidFill>
              <a:effectLst/>
              <a:uLnTx/>
              <a:uFillTx/>
              <a:latin typeface="Helvetica 75 Bold"/>
              <a:ea typeface="+mn-ea"/>
              <a:cs typeface="+mn-cs"/>
            </a:endParaRPr>
          </a:p>
        </p:txBody>
      </p:sp>
      <p:sp>
        <p:nvSpPr>
          <p:cNvPr id="60" name="Textfeld 59">
            <a:extLst>
              <a:ext uri="{FF2B5EF4-FFF2-40B4-BE49-F238E27FC236}">
                <a16:creationId xmlns:a16="http://schemas.microsoft.com/office/drawing/2014/main" id="{E4C0A781-BA7B-4449-B5D8-A5DD72EA472E}"/>
              </a:ext>
            </a:extLst>
          </p:cNvPr>
          <p:cNvSpPr txBox="1"/>
          <p:nvPr/>
        </p:nvSpPr>
        <p:spPr>
          <a:xfrm>
            <a:off x="1672351" y="3685861"/>
            <a:ext cx="1144193" cy="12311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Helvetica 75 Bold"/>
                <a:ea typeface="+mn-ea"/>
                <a:cs typeface="+mn-cs"/>
              </a:rPr>
              <a:t>Detect &amp; Respond</a:t>
            </a:r>
            <a:endParaRPr kumimoji="0" lang="de-DE" sz="1400" b="0" i="0" u="none" strike="noStrike" kern="1200" cap="none" spc="0" normalizeH="0" baseline="0" noProof="0" err="1">
              <a:ln>
                <a:noFill/>
              </a:ln>
              <a:solidFill>
                <a:srgbClr val="000000"/>
              </a:solidFill>
              <a:effectLst/>
              <a:uLnTx/>
              <a:uFillTx/>
              <a:latin typeface="Helvetica 75 Bold"/>
              <a:ea typeface="+mn-ea"/>
              <a:cs typeface="+mn-cs"/>
            </a:endParaRPr>
          </a:p>
        </p:txBody>
      </p:sp>
      <p:sp>
        <p:nvSpPr>
          <p:cNvPr id="36" name="CustomShape 10">
            <a:extLst>
              <a:ext uri="{FF2B5EF4-FFF2-40B4-BE49-F238E27FC236}">
                <a16:creationId xmlns:a16="http://schemas.microsoft.com/office/drawing/2014/main" id="{555A5037-6E9A-4BB7-83C6-30AF1C55584E}"/>
              </a:ext>
            </a:extLst>
          </p:cNvPr>
          <p:cNvSpPr/>
          <p:nvPr/>
        </p:nvSpPr>
        <p:spPr>
          <a:xfrm>
            <a:off x="287261" y="125712"/>
            <a:ext cx="7610870" cy="517662"/>
          </a:xfrm>
          <a:prstGeom prst="rect">
            <a:avLst/>
          </a:prstGeom>
          <a:noFill/>
          <a:ln w="12600">
            <a:noFill/>
            <a:round/>
          </a:ln>
        </p:spPr>
        <p:style>
          <a:lnRef idx="0">
            <a:scrgbClr r="0" g="0" b="0"/>
          </a:lnRef>
          <a:fillRef idx="0">
            <a:scrgbClr r="0" g="0" b="0"/>
          </a:fillRef>
          <a:effectRef idx="0">
            <a:scrgbClr r="0" g="0" b="0"/>
          </a:effectRef>
          <a:fontRef idx="minor"/>
        </p:style>
        <p:txBody>
          <a:bodyPr lIns="121086" tIns="60566" rIns="121086" bIns="60566" anchor="t"/>
          <a:lstStyle/>
          <a:p>
            <a:pPr lvl="0" defTabSz="909924">
              <a:defRPr/>
            </a:pPr>
            <a:r>
              <a:rPr lang="fr-FR" altLang="en-US" sz="3200" b="1" dirty="0">
                <a:solidFill>
                  <a:srgbClr val="FFFFFF"/>
                </a:solidFill>
              </a:rPr>
              <a:t>Service &amp; Solution </a:t>
            </a:r>
            <a:r>
              <a:rPr lang="fr-FR" altLang="en-US" sz="3200" b="1" dirty="0" err="1">
                <a:solidFill>
                  <a:srgbClr val="FFFFFF"/>
                </a:solidFill>
              </a:rPr>
              <a:t>Domains</a:t>
            </a:r>
            <a:endParaRPr lang="fr-FR" altLang="en-US" sz="3200" b="1" dirty="0">
              <a:solidFill>
                <a:srgbClr val="FFFFFF"/>
              </a:solidFill>
            </a:endParaRPr>
          </a:p>
        </p:txBody>
      </p:sp>
      <p:pic>
        <p:nvPicPr>
          <p:cNvPr id="92" name="Picture 41" descr="Icon&#10;&#10;Description automatically generated">
            <a:extLst>
              <a:ext uri="{FF2B5EF4-FFF2-40B4-BE49-F238E27FC236}">
                <a16:creationId xmlns:a16="http://schemas.microsoft.com/office/drawing/2014/main" id="{DE802B03-8627-4F15-B727-95B7F4F349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34973" y="1460419"/>
            <a:ext cx="402645" cy="595216"/>
          </a:xfrm>
          <a:prstGeom prst="rect">
            <a:avLst/>
          </a:prstGeom>
        </p:spPr>
      </p:pic>
      <p:pic>
        <p:nvPicPr>
          <p:cNvPr id="93" name="Picture 33" descr="Icon&#10;&#10;Description automatically generated">
            <a:extLst>
              <a:ext uri="{FF2B5EF4-FFF2-40B4-BE49-F238E27FC236}">
                <a16:creationId xmlns:a16="http://schemas.microsoft.com/office/drawing/2014/main" id="{64B842BE-0529-410E-AAED-8770E48B3D9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52933" y="2139616"/>
            <a:ext cx="410795" cy="604633"/>
          </a:xfrm>
          <a:prstGeom prst="rect">
            <a:avLst/>
          </a:prstGeom>
        </p:spPr>
      </p:pic>
      <p:pic>
        <p:nvPicPr>
          <p:cNvPr id="94" name="Picture 33" descr="Icon&#10;&#10;Description automatically generated">
            <a:extLst>
              <a:ext uri="{FF2B5EF4-FFF2-40B4-BE49-F238E27FC236}">
                <a16:creationId xmlns:a16="http://schemas.microsoft.com/office/drawing/2014/main" id="{7F9716AC-1610-4451-B960-4704F69995B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66124" y="2823218"/>
            <a:ext cx="410795" cy="604633"/>
          </a:xfrm>
          <a:prstGeom prst="rect">
            <a:avLst/>
          </a:prstGeom>
        </p:spPr>
      </p:pic>
      <p:pic>
        <p:nvPicPr>
          <p:cNvPr id="95" name="Picture 53" descr="Icon&#10;&#10;Description automatically generated">
            <a:extLst>
              <a:ext uri="{FF2B5EF4-FFF2-40B4-BE49-F238E27FC236}">
                <a16:creationId xmlns:a16="http://schemas.microsoft.com/office/drawing/2014/main" id="{5256DD2A-E6E1-4AFA-9AA8-03E1C8A3E70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6124" y="3500693"/>
            <a:ext cx="436483" cy="666401"/>
          </a:xfrm>
          <a:prstGeom prst="rect">
            <a:avLst/>
          </a:prstGeom>
        </p:spPr>
      </p:pic>
      <p:pic>
        <p:nvPicPr>
          <p:cNvPr id="96" name="Picture 32" descr="Icon&#10;&#10;Description automatically generated">
            <a:extLst>
              <a:ext uri="{FF2B5EF4-FFF2-40B4-BE49-F238E27FC236}">
                <a16:creationId xmlns:a16="http://schemas.microsoft.com/office/drawing/2014/main" id="{60CFFBFE-9762-4836-88C7-29B25FA8408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042215" y="4367801"/>
            <a:ext cx="447831" cy="594776"/>
          </a:xfrm>
          <a:prstGeom prst="rect">
            <a:avLst/>
          </a:prstGeom>
        </p:spPr>
      </p:pic>
    </p:spTree>
    <p:extLst>
      <p:ext uri="{BB962C8B-B14F-4D97-AF65-F5344CB8AC3E}">
        <p14:creationId xmlns:p14="http://schemas.microsoft.com/office/powerpoint/2010/main" val="2470487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abgerundete Ecken 6">
            <a:extLst>
              <a:ext uri="{FF2B5EF4-FFF2-40B4-BE49-F238E27FC236}">
                <a16:creationId xmlns:a16="http://schemas.microsoft.com/office/drawing/2014/main" id="{3C93084A-0E29-48EF-92B7-5113511F5F2C}"/>
              </a:ext>
            </a:extLst>
          </p:cNvPr>
          <p:cNvSpPr/>
          <p:nvPr/>
        </p:nvSpPr>
        <p:spPr>
          <a:xfrm>
            <a:off x="6471271" y="699537"/>
            <a:ext cx="1008111" cy="3572915"/>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chemeClr val="tx1"/>
                </a:solidFill>
                <a:effectLst/>
                <a:uLnTx/>
                <a:uFillTx/>
                <a:latin typeface="Helvetica 75 Bold"/>
                <a:ea typeface="+mn-ea"/>
                <a:cs typeface="+mn-cs"/>
              </a:rPr>
              <a:t>OT/ICS Security</a:t>
            </a:r>
          </a:p>
        </p:txBody>
      </p:sp>
      <p:sp>
        <p:nvSpPr>
          <p:cNvPr id="4" name="Rechteck: abgerundete Ecken 6">
            <a:extLst>
              <a:ext uri="{FF2B5EF4-FFF2-40B4-BE49-F238E27FC236}">
                <a16:creationId xmlns:a16="http://schemas.microsoft.com/office/drawing/2014/main" id="{0405B3F0-E07D-497F-8DF5-F5429D1953E5}"/>
              </a:ext>
            </a:extLst>
          </p:cNvPr>
          <p:cNvSpPr/>
          <p:nvPr/>
        </p:nvSpPr>
        <p:spPr>
          <a:xfrm>
            <a:off x="5247135" y="699540"/>
            <a:ext cx="1008111" cy="3572915"/>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Helvetica 75 Bold"/>
                <a:ea typeface="+mn-ea"/>
                <a:cs typeface="+mn-cs"/>
              </a:rPr>
              <a:t>Cloud &amp; Data-centric Security</a:t>
            </a:r>
            <a:endParaRPr kumimoji="0" lang="de-DE" sz="800" b="0" i="0" u="none" strike="noStrike" kern="1200" cap="none" spc="0" normalizeH="0" baseline="0" noProof="0">
              <a:ln>
                <a:noFill/>
              </a:ln>
              <a:solidFill>
                <a:schemeClr val="tx1"/>
              </a:solidFill>
              <a:effectLst/>
              <a:uLnTx/>
              <a:uFillTx/>
              <a:latin typeface="Helvetica 75 Bold"/>
              <a:ea typeface="+mn-ea"/>
              <a:cs typeface="+mn-cs"/>
            </a:endParaRPr>
          </a:p>
        </p:txBody>
      </p:sp>
      <p:sp>
        <p:nvSpPr>
          <p:cNvPr id="3" name="Rechteck: abgerundete Ecken 6">
            <a:extLst>
              <a:ext uri="{FF2B5EF4-FFF2-40B4-BE49-F238E27FC236}">
                <a16:creationId xmlns:a16="http://schemas.microsoft.com/office/drawing/2014/main" id="{9C649070-F467-43ED-98DA-7C9A0172307C}"/>
              </a:ext>
            </a:extLst>
          </p:cNvPr>
          <p:cNvSpPr/>
          <p:nvPr/>
        </p:nvSpPr>
        <p:spPr>
          <a:xfrm>
            <a:off x="4029349" y="699544"/>
            <a:ext cx="1008111" cy="3572914"/>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chemeClr val="tx1"/>
                </a:solidFill>
                <a:effectLst/>
                <a:uLnTx/>
                <a:uFillTx/>
                <a:latin typeface="Helvetica 75 Bold"/>
                <a:ea typeface="+mn-ea"/>
                <a:cs typeface="+mn-cs"/>
              </a:rPr>
              <a:t>Secure Infrastructure &amp; </a:t>
            </a:r>
            <a:r>
              <a:rPr kumimoji="0" lang="de-DE" sz="800" b="0" i="0" u="none" strike="noStrike" kern="1200" cap="none" spc="0" normalizeH="0" baseline="0" noProof="0" err="1">
                <a:ln>
                  <a:noFill/>
                </a:ln>
                <a:solidFill>
                  <a:schemeClr val="tx1"/>
                </a:solidFill>
                <a:effectLst/>
                <a:uLnTx/>
                <a:uFillTx/>
                <a:latin typeface="Helvetica 75 Bold"/>
                <a:ea typeface="+mn-ea"/>
                <a:cs typeface="+mn-cs"/>
              </a:rPr>
              <a:t>Endpoint</a:t>
            </a:r>
            <a:r>
              <a:rPr kumimoji="0" lang="de-DE" sz="800" b="0" i="0" u="none" strike="noStrike" kern="1200" cap="none" spc="0" normalizeH="0" baseline="0" noProof="0">
                <a:ln>
                  <a:noFill/>
                </a:ln>
                <a:solidFill>
                  <a:schemeClr val="tx1"/>
                </a:solidFill>
                <a:effectLst/>
                <a:uLnTx/>
                <a:uFillTx/>
                <a:latin typeface="Helvetica 75 Bold"/>
                <a:ea typeface="+mn-ea"/>
                <a:cs typeface="+mn-cs"/>
              </a:rPr>
              <a:t> Security</a:t>
            </a:r>
          </a:p>
        </p:txBody>
      </p:sp>
      <p:sp>
        <p:nvSpPr>
          <p:cNvPr id="2" name="Rechteck: abgerundete Ecken 6">
            <a:extLst>
              <a:ext uri="{FF2B5EF4-FFF2-40B4-BE49-F238E27FC236}">
                <a16:creationId xmlns:a16="http://schemas.microsoft.com/office/drawing/2014/main" id="{805515AE-7F16-46F6-BB7A-0945A0FF0C87}"/>
              </a:ext>
            </a:extLst>
          </p:cNvPr>
          <p:cNvSpPr/>
          <p:nvPr/>
        </p:nvSpPr>
        <p:spPr>
          <a:xfrm>
            <a:off x="2811563" y="699544"/>
            <a:ext cx="1008111" cy="3572915"/>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chemeClr val="tx1"/>
                </a:solidFill>
                <a:effectLst/>
                <a:uLnTx/>
                <a:uFillTx/>
                <a:latin typeface="Helvetica 75 Bold"/>
                <a:ea typeface="+mn-ea"/>
                <a:cs typeface="+mn-cs"/>
                <a:hlinkClick r:id="rId3" action="ppaction://hlinksldjump">
                  <a:extLst>
                    <a:ext uri="{A12FA001-AC4F-418D-AE19-62706E023703}">
                      <ahyp:hlinkClr xmlns:ahyp="http://schemas.microsoft.com/office/drawing/2018/hyperlinkcolor" val="tx"/>
                    </a:ext>
                  </a:extLst>
                </a:hlinkClick>
              </a:rPr>
              <a:t>Security</a:t>
            </a:r>
            <a:r>
              <a:rPr kumimoji="0" lang="de-DE" sz="800" b="0" i="0" u="none" strike="noStrike" kern="1200" cap="none" spc="0" normalizeH="0" baseline="0" noProof="0" dirty="0">
                <a:ln>
                  <a:noFill/>
                </a:ln>
                <a:solidFill>
                  <a:srgbClr val="FF7900"/>
                </a:solidFill>
                <a:effectLst/>
                <a:uLnTx/>
                <a:uFillTx/>
                <a:latin typeface="Helvetica 75 Bold"/>
                <a:ea typeface="+mn-ea"/>
                <a:cs typeface="+mn-cs"/>
                <a:hlinkClick r:id="rId3" action="ppaction://hlinksldjump">
                  <a:extLst>
                    <a:ext uri="{A12FA001-AC4F-418D-AE19-62706E023703}">
                      <ahyp:hlinkClr xmlns:ahyp="http://schemas.microsoft.com/office/drawing/2018/hyperlinkcolor" val="tx"/>
                    </a:ext>
                  </a:extLst>
                </a:hlinkClick>
              </a:rPr>
              <a:t> </a:t>
            </a:r>
            <a:r>
              <a:rPr kumimoji="0" lang="de-DE" sz="800" b="0" i="0" u="none" strike="noStrike" kern="1200" cap="none" spc="0" normalizeH="0" baseline="0" noProof="0" dirty="0" err="1">
                <a:ln>
                  <a:noFill/>
                </a:ln>
                <a:solidFill>
                  <a:schemeClr val="tx1"/>
                </a:solidFill>
                <a:effectLst/>
                <a:uLnTx/>
                <a:uFillTx/>
                <a:latin typeface="Helvetica 75 Bold"/>
                <a:ea typeface="+mn-ea"/>
                <a:cs typeface="+mn-cs"/>
                <a:hlinkClick r:id="rId3" action="ppaction://hlinksldjump">
                  <a:extLst>
                    <a:ext uri="{A12FA001-AC4F-418D-AE19-62706E023703}">
                      <ahyp:hlinkClr xmlns:ahyp="http://schemas.microsoft.com/office/drawing/2018/hyperlinkcolor" val="tx"/>
                    </a:ext>
                  </a:extLst>
                </a:hlinkClick>
              </a:rPr>
              <a:t>Intelligence</a:t>
            </a:r>
            <a:endParaRPr kumimoji="0" lang="de-DE" sz="800" b="0" i="0" u="none" strike="noStrike" kern="1200" cap="none" spc="0" normalizeH="0" baseline="0" noProof="0" dirty="0">
              <a:ln>
                <a:noFill/>
              </a:ln>
              <a:solidFill>
                <a:schemeClr val="tx1"/>
              </a:solidFill>
              <a:effectLst/>
              <a:uLnTx/>
              <a:uFillTx/>
              <a:latin typeface="Helvetica 75 Bold"/>
              <a:ea typeface="+mn-ea"/>
              <a:cs typeface="+mn-cs"/>
            </a:endParaRPr>
          </a:p>
        </p:txBody>
      </p:sp>
      <p:sp>
        <p:nvSpPr>
          <p:cNvPr id="38" name="Rechteck: abgerundete Ecken 38">
            <a:extLst>
              <a:ext uri="{FF2B5EF4-FFF2-40B4-BE49-F238E27FC236}">
                <a16:creationId xmlns:a16="http://schemas.microsoft.com/office/drawing/2014/main" id="{1D5962C3-265F-4B13-A6A9-BD2B5798666A}"/>
              </a:ext>
            </a:extLst>
          </p:cNvPr>
          <p:cNvSpPr/>
          <p:nvPr/>
        </p:nvSpPr>
        <p:spPr>
          <a:xfrm>
            <a:off x="1538980" y="2729248"/>
            <a:ext cx="6359152" cy="612000"/>
          </a:xfrm>
          <a:prstGeom prst="rect">
            <a:avLst/>
          </a:prstGeom>
          <a:solidFill>
            <a:schemeClr val="accent2"/>
          </a:solidFill>
          <a:ln>
            <a:noFill/>
          </a:ln>
        </p:spPr>
        <p:style>
          <a:lnRef idx="1">
            <a:schemeClr val="accent2"/>
          </a:lnRef>
          <a:fillRef idx="2">
            <a:schemeClr val="accent2"/>
          </a:fillRef>
          <a:effectRef idx="1">
            <a:schemeClr val="accent2"/>
          </a:effectRef>
          <a:fontRef idx="minor">
            <a:schemeClr val="dk1"/>
          </a:fontRef>
        </p:style>
        <p:txBody>
          <a:bodyPr vert="horz"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1" name="Rechteck: abgerundete Ecken 38">
            <a:extLst>
              <a:ext uri="{FF2B5EF4-FFF2-40B4-BE49-F238E27FC236}">
                <a16:creationId xmlns:a16="http://schemas.microsoft.com/office/drawing/2014/main" id="{E970CBA0-E8BD-4391-A084-FE4B0265563A}"/>
              </a:ext>
            </a:extLst>
          </p:cNvPr>
          <p:cNvSpPr/>
          <p:nvPr/>
        </p:nvSpPr>
        <p:spPr>
          <a:xfrm>
            <a:off x="1276053" y="4272462"/>
            <a:ext cx="6621745" cy="612000"/>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vert="horz" rtlCol="0" anchor="b" anchorCtr="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9" name="Rechteck: abgerundete Ecken 38">
            <a:extLst>
              <a:ext uri="{FF2B5EF4-FFF2-40B4-BE49-F238E27FC236}">
                <a16:creationId xmlns:a16="http://schemas.microsoft.com/office/drawing/2014/main" id="{47996C8B-78F3-455E-A322-F02579E788E5}"/>
              </a:ext>
            </a:extLst>
          </p:cNvPr>
          <p:cNvSpPr/>
          <p:nvPr/>
        </p:nvSpPr>
        <p:spPr>
          <a:xfrm>
            <a:off x="1538980" y="2039414"/>
            <a:ext cx="6359152" cy="612000"/>
          </a:xfrm>
          <a:prstGeom prst="rect">
            <a:avLst/>
          </a:prstGeom>
          <a:solidFill>
            <a:schemeClr val="accent2"/>
          </a:solidFill>
          <a:ln>
            <a:noFill/>
          </a:ln>
        </p:spPr>
        <p:style>
          <a:lnRef idx="1">
            <a:schemeClr val="accent2"/>
          </a:lnRef>
          <a:fillRef idx="2">
            <a:schemeClr val="accent2"/>
          </a:fillRef>
          <a:effectRef idx="1">
            <a:schemeClr val="accent2"/>
          </a:effectRef>
          <a:fontRef idx="minor">
            <a:schemeClr val="dk1"/>
          </a:fontRef>
        </p:style>
        <p:txBody>
          <a:bodyPr vert="horz"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8" name="Rechteck: abgerundete Ecken 38">
            <a:extLst>
              <a:ext uri="{FF2B5EF4-FFF2-40B4-BE49-F238E27FC236}">
                <a16:creationId xmlns:a16="http://schemas.microsoft.com/office/drawing/2014/main" id="{FCA86025-93C8-475C-B488-20B2E1129397}"/>
              </a:ext>
            </a:extLst>
          </p:cNvPr>
          <p:cNvSpPr/>
          <p:nvPr/>
        </p:nvSpPr>
        <p:spPr>
          <a:xfrm>
            <a:off x="1538646" y="3420569"/>
            <a:ext cx="6359152" cy="612000"/>
          </a:xfrm>
          <a:prstGeom prst="rect">
            <a:avLst/>
          </a:prstGeom>
          <a:solidFill>
            <a:schemeClr val="accent4"/>
          </a:solidFill>
          <a:ln>
            <a:noFill/>
          </a:ln>
        </p:spPr>
        <p:style>
          <a:lnRef idx="1">
            <a:schemeClr val="accent4"/>
          </a:lnRef>
          <a:fillRef idx="2">
            <a:schemeClr val="accent4"/>
          </a:fillRef>
          <a:effectRef idx="1">
            <a:schemeClr val="accent4"/>
          </a:effectRef>
          <a:fontRef idx="minor">
            <a:schemeClr val="dk1"/>
          </a:fontRef>
        </p:style>
        <p:txBody>
          <a:bodyPr vert="horz"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Rechteck: abgerundete Ecken 38">
            <a:extLst>
              <a:ext uri="{FF2B5EF4-FFF2-40B4-BE49-F238E27FC236}">
                <a16:creationId xmlns:a16="http://schemas.microsoft.com/office/drawing/2014/main" id="{7B1B26D0-DF70-4DC2-AF7B-7719F30D9AD2}"/>
              </a:ext>
            </a:extLst>
          </p:cNvPr>
          <p:cNvSpPr/>
          <p:nvPr/>
        </p:nvSpPr>
        <p:spPr>
          <a:xfrm>
            <a:off x="1538979" y="1331429"/>
            <a:ext cx="6359152" cy="612000"/>
          </a:xfrm>
          <a:prstGeom prst="rect">
            <a:avLst/>
          </a:prstGeom>
          <a:solidFill>
            <a:schemeClr val="accent6"/>
          </a:solidFill>
          <a:ln>
            <a:noFill/>
          </a:ln>
        </p:spPr>
        <p:style>
          <a:lnRef idx="1">
            <a:schemeClr val="accent6"/>
          </a:lnRef>
          <a:fillRef idx="2">
            <a:schemeClr val="accent6"/>
          </a:fillRef>
          <a:effectRef idx="1">
            <a:schemeClr val="accent6"/>
          </a:effectRef>
          <a:fontRef idx="minor">
            <a:schemeClr val="dk1"/>
          </a:fontRef>
        </p:style>
        <p:txBody>
          <a:bodyPr vert="horz"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14" name="Straight Arrow Connector 13">
            <a:extLst>
              <a:ext uri="{FF2B5EF4-FFF2-40B4-BE49-F238E27FC236}">
                <a16:creationId xmlns:a16="http://schemas.microsoft.com/office/drawing/2014/main" id="{C60D4B95-CC5E-487A-86A9-365E3C2FFC4B}"/>
              </a:ext>
            </a:extLst>
          </p:cNvPr>
          <p:cNvCxnSpPr>
            <a:cxnSpLocks/>
          </p:cNvCxnSpPr>
          <p:nvPr/>
        </p:nvCxnSpPr>
        <p:spPr>
          <a:xfrm>
            <a:off x="1670143" y="137886"/>
            <a:ext cx="5915127" cy="0"/>
          </a:xfrm>
          <a:prstGeom prst="straightConnector1">
            <a:avLst/>
          </a:prstGeom>
          <a:ln w="47625">
            <a:no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BD72AF9-FC64-4C85-897E-28892E04DEAB}"/>
              </a:ext>
            </a:extLst>
          </p:cNvPr>
          <p:cNvCxnSpPr>
            <a:cxnSpLocks/>
          </p:cNvCxnSpPr>
          <p:nvPr/>
        </p:nvCxnSpPr>
        <p:spPr>
          <a:xfrm flipH="1">
            <a:off x="47291" y="1375017"/>
            <a:ext cx="47513" cy="3728049"/>
          </a:xfrm>
          <a:prstGeom prst="straightConnector1">
            <a:avLst/>
          </a:prstGeom>
          <a:ln w="47625">
            <a:no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Rechteck 38">
            <a:extLst>
              <a:ext uri="{FF2B5EF4-FFF2-40B4-BE49-F238E27FC236}">
                <a16:creationId xmlns:a16="http://schemas.microsoft.com/office/drawing/2014/main" id="{84CC1DC3-92EE-4689-8F0A-06CFB3F91924}"/>
              </a:ext>
            </a:extLst>
          </p:cNvPr>
          <p:cNvSpPr/>
          <p:nvPr/>
        </p:nvSpPr>
        <p:spPr>
          <a:xfrm>
            <a:off x="1260368" y="2041101"/>
            <a:ext cx="212646" cy="1304382"/>
          </a:xfrm>
          <a:prstGeom prst="rect">
            <a:avLst/>
          </a:prstGeom>
          <a:solidFill>
            <a:schemeClr val="accent2"/>
          </a:solidFill>
          <a:ln>
            <a:noFill/>
          </a:ln>
        </p:spPr>
        <p:style>
          <a:lnRef idx="1">
            <a:schemeClr val="accent2"/>
          </a:lnRef>
          <a:fillRef idx="2">
            <a:schemeClr val="accent2"/>
          </a:fillRef>
          <a:effectRef idx="1">
            <a:schemeClr val="accent2"/>
          </a:effectRef>
          <a:fontRef idx="minor">
            <a:schemeClr val="dk1"/>
          </a:fontRef>
        </p:style>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75 Bold"/>
                <a:ea typeface="+mn-ea"/>
                <a:cs typeface="+mn-cs"/>
              </a:rPr>
              <a:t>Professional Services</a:t>
            </a:r>
          </a:p>
        </p:txBody>
      </p:sp>
      <p:sp>
        <p:nvSpPr>
          <p:cNvPr id="54" name="TextBox 53">
            <a:extLst>
              <a:ext uri="{FF2B5EF4-FFF2-40B4-BE49-F238E27FC236}">
                <a16:creationId xmlns:a16="http://schemas.microsoft.com/office/drawing/2014/main" id="{D397268C-C1EA-4DA5-813F-48739A8E80EE}"/>
              </a:ext>
            </a:extLst>
          </p:cNvPr>
          <p:cNvSpPr txBox="1"/>
          <p:nvPr/>
        </p:nvSpPr>
        <p:spPr>
          <a:xfrm>
            <a:off x="3869150" y="4529417"/>
            <a:ext cx="2027799" cy="123111"/>
          </a:xfrm>
          <a:prstGeom prst="rect">
            <a:avLst/>
          </a:prstGeom>
          <a:ln>
            <a:noFill/>
          </a:ln>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Helvetica 75 Bold"/>
                <a:ea typeface="+mn-ea"/>
                <a:cs typeface="+mn-cs"/>
              </a:rPr>
              <a:t>Managed Detection &amp; Response Services</a:t>
            </a:r>
          </a:p>
        </p:txBody>
      </p:sp>
      <p:sp>
        <p:nvSpPr>
          <p:cNvPr id="31" name="Rechteck: abgerundete Ecken 38">
            <a:extLst>
              <a:ext uri="{FF2B5EF4-FFF2-40B4-BE49-F238E27FC236}">
                <a16:creationId xmlns:a16="http://schemas.microsoft.com/office/drawing/2014/main" id="{6F80E7DE-90B8-4DE4-933B-5E5C2847F4A2}"/>
              </a:ext>
            </a:extLst>
          </p:cNvPr>
          <p:cNvSpPr/>
          <p:nvPr/>
        </p:nvSpPr>
        <p:spPr>
          <a:xfrm>
            <a:off x="1268423" y="1337193"/>
            <a:ext cx="212646" cy="612000"/>
          </a:xfrm>
          <a:prstGeom prst="rect">
            <a:avLst/>
          </a:prstGeom>
          <a:solidFill>
            <a:schemeClr val="accent6"/>
          </a:solidFill>
          <a:ln>
            <a:noFill/>
          </a:ln>
        </p:spPr>
        <p:style>
          <a:lnRef idx="1">
            <a:schemeClr val="accent6"/>
          </a:lnRef>
          <a:fillRef idx="2">
            <a:schemeClr val="accent6"/>
          </a:fillRef>
          <a:effectRef idx="1">
            <a:schemeClr val="accent6"/>
          </a:effectRef>
          <a:fontRef idx="minor">
            <a:schemeClr val="dk1"/>
          </a:fontRef>
        </p:style>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Helvetica 75 Bold"/>
                <a:ea typeface="+mn-ea"/>
                <a:cs typeface="+mn-cs"/>
              </a:rPr>
              <a:t>Strategy</a:t>
            </a:r>
          </a:p>
        </p:txBody>
      </p:sp>
      <p:sp>
        <p:nvSpPr>
          <p:cNvPr id="32" name="Rechteck: abgerundete Ecken 38">
            <a:extLst>
              <a:ext uri="{FF2B5EF4-FFF2-40B4-BE49-F238E27FC236}">
                <a16:creationId xmlns:a16="http://schemas.microsoft.com/office/drawing/2014/main" id="{51E72408-33F9-4711-A040-E187C92B3803}"/>
              </a:ext>
            </a:extLst>
          </p:cNvPr>
          <p:cNvSpPr/>
          <p:nvPr/>
        </p:nvSpPr>
        <p:spPr>
          <a:xfrm>
            <a:off x="1276053" y="3425789"/>
            <a:ext cx="197053" cy="608679"/>
          </a:xfrm>
          <a:prstGeom prst="rect">
            <a:avLst/>
          </a:prstGeom>
          <a:solidFill>
            <a:schemeClr val="accent4"/>
          </a:solidFill>
          <a:ln>
            <a:noFill/>
          </a:ln>
        </p:spPr>
        <p:style>
          <a:lnRef idx="1">
            <a:schemeClr val="accent4"/>
          </a:lnRef>
          <a:fillRef idx="2">
            <a:schemeClr val="accent4"/>
          </a:fillRef>
          <a:effectRef idx="1">
            <a:schemeClr val="accent4"/>
          </a:effectRef>
          <a:fontRef idx="minor">
            <a:schemeClr val="dk1"/>
          </a:fontRef>
        </p:style>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Helvetica 75 Bold"/>
                <a:ea typeface="+mn-ea"/>
                <a:cs typeface="+mn-cs"/>
              </a:rPr>
              <a:t>Near SOC</a:t>
            </a:r>
            <a:endParaRPr kumimoji="0" lang="en-US" sz="600" b="0" i="0" u="sng" strike="noStrike" kern="1200" cap="none" spc="0" normalizeH="0" baseline="0" noProof="0">
              <a:ln>
                <a:noFill/>
              </a:ln>
              <a:solidFill>
                <a:srgbClr val="000000"/>
              </a:solidFill>
              <a:effectLst/>
              <a:uLnTx/>
              <a:uFillTx/>
              <a:latin typeface="Helvetica 75 Bold"/>
              <a:ea typeface="+mn-ea"/>
              <a:cs typeface="+mn-cs"/>
            </a:endParaRPr>
          </a:p>
        </p:txBody>
      </p:sp>
      <p:sp>
        <p:nvSpPr>
          <p:cNvPr id="33" name="Rechteck: abgerundete Ecken 38">
            <a:extLst>
              <a:ext uri="{FF2B5EF4-FFF2-40B4-BE49-F238E27FC236}">
                <a16:creationId xmlns:a16="http://schemas.microsoft.com/office/drawing/2014/main" id="{9F4A7327-4B9E-4C80-BDCA-40695C1C8243}"/>
              </a:ext>
            </a:extLst>
          </p:cNvPr>
          <p:cNvSpPr/>
          <p:nvPr/>
        </p:nvSpPr>
        <p:spPr>
          <a:xfrm>
            <a:off x="900425" y="1337193"/>
            <a:ext cx="310088" cy="2697275"/>
          </a:xfrm>
          <a:prstGeom prst="rect">
            <a:avLst/>
          </a:prstGeom>
          <a:solidFill>
            <a:schemeClr val="bg2"/>
          </a:solidFill>
          <a:ln>
            <a:noFill/>
          </a:ln>
        </p:spPr>
        <p:style>
          <a:lnRef idx="1">
            <a:schemeClr val="accent1"/>
          </a:lnRef>
          <a:fillRef idx="2">
            <a:schemeClr val="accent1"/>
          </a:fillRef>
          <a:effectRef idx="1">
            <a:schemeClr val="accent1"/>
          </a:effectRef>
          <a:fontRef idx="minor">
            <a:schemeClr val="dk1"/>
          </a:fontRef>
        </p:style>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75 Bold"/>
                <a:ea typeface="+mn-ea"/>
                <a:cs typeface="+mn-cs"/>
              </a:rPr>
              <a:t>Consulting Germany</a:t>
            </a:r>
          </a:p>
        </p:txBody>
      </p:sp>
      <p:sp>
        <p:nvSpPr>
          <p:cNvPr id="11" name="Textfeld 10">
            <a:extLst>
              <a:ext uri="{FF2B5EF4-FFF2-40B4-BE49-F238E27FC236}">
                <a16:creationId xmlns:a16="http://schemas.microsoft.com/office/drawing/2014/main" id="{CBA2CCE5-0C9B-4E71-8B90-BF3BA9BFF4E6}"/>
              </a:ext>
            </a:extLst>
          </p:cNvPr>
          <p:cNvSpPr txBox="1"/>
          <p:nvPr/>
        </p:nvSpPr>
        <p:spPr>
          <a:xfrm>
            <a:off x="1705254" y="1572262"/>
            <a:ext cx="1025850" cy="12311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Helvetica 75 Bold"/>
                <a:ea typeface="+mn-ea"/>
                <a:cs typeface="+mn-cs"/>
              </a:rPr>
              <a:t>Advise &amp; Architect</a:t>
            </a:r>
            <a:endParaRPr kumimoji="0" lang="de-DE" sz="14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5" name="Textfeld 4">
            <a:extLst>
              <a:ext uri="{FF2B5EF4-FFF2-40B4-BE49-F238E27FC236}">
                <a16:creationId xmlns:a16="http://schemas.microsoft.com/office/drawing/2014/main" id="{28E8C61B-103A-428A-A7C1-BEE8DF4BA352}"/>
              </a:ext>
            </a:extLst>
          </p:cNvPr>
          <p:cNvSpPr txBox="1"/>
          <p:nvPr/>
        </p:nvSpPr>
        <p:spPr>
          <a:xfrm>
            <a:off x="1709692" y="2264623"/>
            <a:ext cx="1144193" cy="12311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Helvetica 75 Bold"/>
                <a:ea typeface="+mn-ea"/>
                <a:cs typeface="+mn-cs"/>
              </a:rPr>
              <a:t>Design &amp; Implement</a:t>
            </a:r>
            <a:endParaRPr kumimoji="0" lang="de-DE" sz="14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15" name="Textfeld 14">
            <a:extLst>
              <a:ext uri="{FF2B5EF4-FFF2-40B4-BE49-F238E27FC236}">
                <a16:creationId xmlns:a16="http://schemas.microsoft.com/office/drawing/2014/main" id="{926EBDBC-DEA2-4813-AB9E-0705CE0DDE41}"/>
              </a:ext>
            </a:extLst>
          </p:cNvPr>
          <p:cNvSpPr txBox="1"/>
          <p:nvPr/>
        </p:nvSpPr>
        <p:spPr>
          <a:xfrm>
            <a:off x="4330665" y="4449745"/>
            <a:ext cx="202739" cy="215444"/>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err="1">
              <a:ln>
                <a:noFill/>
              </a:ln>
              <a:solidFill>
                <a:srgbClr val="000000"/>
              </a:solidFill>
              <a:effectLst/>
              <a:uLnTx/>
              <a:uFillTx/>
              <a:latin typeface="Helvetica 75 Bold"/>
              <a:ea typeface="+mn-ea"/>
              <a:cs typeface="+mn-cs"/>
            </a:endParaRPr>
          </a:p>
        </p:txBody>
      </p:sp>
      <p:sp>
        <p:nvSpPr>
          <p:cNvPr id="59" name="Textfeld 58">
            <a:extLst>
              <a:ext uri="{FF2B5EF4-FFF2-40B4-BE49-F238E27FC236}">
                <a16:creationId xmlns:a16="http://schemas.microsoft.com/office/drawing/2014/main" id="{76432127-D1E9-4CC2-B025-C0EB050D9BD3}"/>
              </a:ext>
            </a:extLst>
          </p:cNvPr>
          <p:cNvSpPr txBox="1"/>
          <p:nvPr/>
        </p:nvSpPr>
        <p:spPr>
          <a:xfrm>
            <a:off x="1696972" y="2921859"/>
            <a:ext cx="1144193" cy="24622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Helvetica 75 Bold"/>
                <a:ea typeface="+mn-ea"/>
                <a:cs typeface="+mn-cs"/>
              </a:rPr>
              <a:t>Operate, Test &amp; Support</a:t>
            </a:r>
            <a:endParaRPr kumimoji="0" lang="de-DE" sz="1400" b="0" i="0" u="none" strike="noStrike" kern="1200" cap="none" spc="0" normalizeH="0" baseline="0" noProof="0" err="1">
              <a:ln>
                <a:noFill/>
              </a:ln>
              <a:solidFill>
                <a:srgbClr val="000000"/>
              </a:solidFill>
              <a:effectLst/>
              <a:uLnTx/>
              <a:uFillTx/>
              <a:latin typeface="Helvetica 75 Bold"/>
              <a:ea typeface="+mn-ea"/>
              <a:cs typeface="+mn-cs"/>
            </a:endParaRPr>
          </a:p>
        </p:txBody>
      </p:sp>
      <p:sp>
        <p:nvSpPr>
          <p:cNvPr id="60" name="Textfeld 59">
            <a:extLst>
              <a:ext uri="{FF2B5EF4-FFF2-40B4-BE49-F238E27FC236}">
                <a16:creationId xmlns:a16="http://schemas.microsoft.com/office/drawing/2014/main" id="{E4C0A781-BA7B-4449-B5D8-A5DD72EA472E}"/>
              </a:ext>
            </a:extLst>
          </p:cNvPr>
          <p:cNvSpPr txBox="1"/>
          <p:nvPr/>
        </p:nvSpPr>
        <p:spPr>
          <a:xfrm>
            <a:off x="1672351" y="3685861"/>
            <a:ext cx="1144193" cy="12311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Helvetica 75 Bold"/>
                <a:ea typeface="+mn-ea"/>
                <a:cs typeface="+mn-cs"/>
              </a:rPr>
              <a:t>Detect &amp; Respond</a:t>
            </a:r>
            <a:endParaRPr kumimoji="0" lang="de-DE" sz="1400" b="0" i="0" u="none" strike="noStrike" kern="1200" cap="none" spc="0" normalizeH="0" baseline="0" noProof="0" err="1">
              <a:ln>
                <a:noFill/>
              </a:ln>
              <a:solidFill>
                <a:srgbClr val="000000"/>
              </a:solidFill>
              <a:effectLst/>
              <a:uLnTx/>
              <a:uFillTx/>
              <a:latin typeface="Helvetica 75 Bold"/>
              <a:ea typeface="+mn-ea"/>
              <a:cs typeface="+mn-cs"/>
            </a:endParaRPr>
          </a:p>
        </p:txBody>
      </p:sp>
      <p:sp>
        <p:nvSpPr>
          <p:cNvPr id="36" name="CustomShape 10">
            <a:extLst>
              <a:ext uri="{FF2B5EF4-FFF2-40B4-BE49-F238E27FC236}">
                <a16:creationId xmlns:a16="http://schemas.microsoft.com/office/drawing/2014/main" id="{555A5037-6E9A-4BB7-83C6-30AF1C55584E}"/>
              </a:ext>
            </a:extLst>
          </p:cNvPr>
          <p:cNvSpPr/>
          <p:nvPr/>
        </p:nvSpPr>
        <p:spPr>
          <a:xfrm>
            <a:off x="287261" y="125712"/>
            <a:ext cx="7610870" cy="517662"/>
          </a:xfrm>
          <a:prstGeom prst="rect">
            <a:avLst/>
          </a:prstGeom>
          <a:noFill/>
          <a:ln w="12600">
            <a:noFill/>
            <a:round/>
          </a:ln>
        </p:spPr>
        <p:style>
          <a:lnRef idx="0">
            <a:scrgbClr r="0" g="0" b="0"/>
          </a:lnRef>
          <a:fillRef idx="0">
            <a:scrgbClr r="0" g="0" b="0"/>
          </a:fillRef>
          <a:effectRef idx="0">
            <a:scrgbClr r="0" g="0" b="0"/>
          </a:effectRef>
          <a:fontRef idx="minor"/>
        </p:style>
        <p:txBody>
          <a:bodyPr lIns="121086" tIns="60566" rIns="121086" bIns="60566" anchor="t"/>
          <a:lstStyle/>
          <a:p>
            <a:pPr lvl="0" defTabSz="909924">
              <a:defRPr/>
            </a:pPr>
            <a:r>
              <a:rPr lang="fr-FR" altLang="en-US" sz="3200" b="1" dirty="0">
                <a:solidFill>
                  <a:srgbClr val="FFFFFF"/>
                </a:solidFill>
              </a:rPr>
              <a:t>Service &amp; Solution </a:t>
            </a:r>
            <a:r>
              <a:rPr lang="fr-FR" altLang="en-US" sz="3200" b="1" dirty="0" err="1">
                <a:solidFill>
                  <a:srgbClr val="FFFFFF"/>
                </a:solidFill>
              </a:rPr>
              <a:t>Domains</a:t>
            </a:r>
            <a:endParaRPr lang="fr-FR" altLang="en-US" sz="3200" b="1" dirty="0">
              <a:solidFill>
                <a:srgbClr val="FFFFFF"/>
              </a:solidFill>
            </a:endParaRPr>
          </a:p>
        </p:txBody>
      </p:sp>
      <p:sp>
        <p:nvSpPr>
          <p:cNvPr id="43" name="Textfeld 42">
            <a:extLst>
              <a:ext uri="{FF2B5EF4-FFF2-40B4-BE49-F238E27FC236}">
                <a16:creationId xmlns:a16="http://schemas.microsoft.com/office/drawing/2014/main" id="{402F2F18-06EE-4E05-BDB3-C587A40311E9}"/>
              </a:ext>
            </a:extLst>
          </p:cNvPr>
          <p:cNvSpPr txBox="1"/>
          <p:nvPr/>
        </p:nvSpPr>
        <p:spPr>
          <a:xfrm>
            <a:off x="4284663" y="2800108"/>
            <a:ext cx="536548"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Pentesting</a:t>
            </a:r>
            <a:endPar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sp>
        <p:nvSpPr>
          <p:cNvPr id="47" name="Textfeld 46">
            <a:extLst>
              <a:ext uri="{FF2B5EF4-FFF2-40B4-BE49-F238E27FC236}">
                <a16:creationId xmlns:a16="http://schemas.microsoft.com/office/drawing/2014/main" id="{6BC36743-FFAE-4703-9D4F-079AE0194DD7}"/>
              </a:ext>
            </a:extLst>
          </p:cNvPr>
          <p:cNvSpPr txBox="1"/>
          <p:nvPr/>
        </p:nvSpPr>
        <p:spPr>
          <a:xfrm>
            <a:off x="2796246" y="2077791"/>
            <a:ext cx="998364"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Solution</a:t>
            </a:r>
            <a:r>
              <a:rPr kumimoji="0" lang="de-DE" sz="800" b="0" i="0" u="sng" strike="noStrike" kern="1200" cap="none" spc="0" normalizeH="0" baseline="0" noProof="0" dirty="0">
                <a:ln>
                  <a:noFill/>
                </a:ln>
                <a:solidFill>
                  <a:srgbClr val="000000"/>
                </a:solidFill>
                <a:effectLst/>
                <a:uLnTx/>
                <a:uFillTx/>
                <a:latin typeface="Helvetica 55 Roman" panose="020B0604020202020204" pitchFamily="34" charset="0"/>
              </a:rPr>
              <a:t> </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Design</a:t>
            </a:r>
          </a:p>
        </p:txBody>
      </p:sp>
      <p:sp>
        <p:nvSpPr>
          <p:cNvPr id="50" name="Textfeld 49">
            <a:extLst>
              <a:ext uri="{FF2B5EF4-FFF2-40B4-BE49-F238E27FC236}">
                <a16:creationId xmlns:a16="http://schemas.microsoft.com/office/drawing/2014/main" id="{046AC1E3-C318-4133-B7BD-694EFC6B8141}"/>
              </a:ext>
            </a:extLst>
          </p:cNvPr>
          <p:cNvSpPr txBox="1"/>
          <p:nvPr/>
        </p:nvSpPr>
        <p:spPr>
          <a:xfrm>
            <a:off x="4567944" y="2075797"/>
            <a:ext cx="1183246"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Review &amp;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Optimization</a:t>
            </a:r>
            <a:endPar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sp>
        <p:nvSpPr>
          <p:cNvPr id="56" name="Textfeld 55">
            <a:extLst>
              <a:ext uri="{FF2B5EF4-FFF2-40B4-BE49-F238E27FC236}">
                <a16:creationId xmlns:a16="http://schemas.microsoft.com/office/drawing/2014/main" id="{054DDC7A-8E06-409C-85E8-63969A992E40}"/>
              </a:ext>
            </a:extLst>
          </p:cNvPr>
          <p:cNvSpPr txBox="1"/>
          <p:nvPr/>
        </p:nvSpPr>
        <p:spPr>
          <a:xfrm>
            <a:off x="2816575" y="2295012"/>
            <a:ext cx="313932"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SIEM</a:t>
            </a:r>
          </a:p>
        </p:txBody>
      </p:sp>
      <p:sp>
        <p:nvSpPr>
          <p:cNvPr id="58" name="Textfeld 57">
            <a:extLst>
              <a:ext uri="{FF2B5EF4-FFF2-40B4-BE49-F238E27FC236}">
                <a16:creationId xmlns:a16="http://schemas.microsoft.com/office/drawing/2014/main" id="{120723C9-EC04-4339-BD2D-B60FEED38E66}"/>
              </a:ext>
            </a:extLst>
          </p:cNvPr>
          <p:cNvSpPr txBox="1"/>
          <p:nvPr/>
        </p:nvSpPr>
        <p:spPr>
          <a:xfrm>
            <a:off x="2825308" y="2800599"/>
            <a:ext cx="927681" cy="24978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Use Case Design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Implementation</a:t>
            </a:r>
          </a:p>
        </p:txBody>
      </p:sp>
      <p:sp>
        <p:nvSpPr>
          <p:cNvPr id="61" name="Textfeld 60">
            <a:extLst>
              <a:ext uri="{FF2B5EF4-FFF2-40B4-BE49-F238E27FC236}">
                <a16:creationId xmlns:a16="http://schemas.microsoft.com/office/drawing/2014/main" id="{DB97C895-C5E4-4205-B1E1-855FE2FAEDAE}"/>
              </a:ext>
            </a:extLst>
          </p:cNvPr>
          <p:cNvSpPr txBox="1"/>
          <p:nvPr/>
        </p:nvSpPr>
        <p:spPr>
          <a:xfrm>
            <a:off x="4039096" y="3478074"/>
            <a:ext cx="998364"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Analyst Trainings</a:t>
            </a:r>
          </a:p>
        </p:txBody>
      </p:sp>
      <p:sp>
        <p:nvSpPr>
          <p:cNvPr id="62" name="Textfeld 61">
            <a:extLst>
              <a:ext uri="{FF2B5EF4-FFF2-40B4-BE49-F238E27FC236}">
                <a16:creationId xmlns:a16="http://schemas.microsoft.com/office/drawing/2014/main" id="{27B297AD-534A-4A70-A72D-39AE37144181}"/>
              </a:ext>
            </a:extLst>
          </p:cNvPr>
          <p:cNvSpPr txBox="1"/>
          <p:nvPr/>
        </p:nvSpPr>
        <p:spPr>
          <a:xfrm>
            <a:off x="4027433" y="3768503"/>
            <a:ext cx="998364"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Analyst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as</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a Service</a:t>
            </a:r>
          </a:p>
        </p:txBody>
      </p:sp>
      <p:sp>
        <p:nvSpPr>
          <p:cNvPr id="63" name="Textfeld 62">
            <a:extLst>
              <a:ext uri="{FF2B5EF4-FFF2-40B4-BE49-F238E27FC236}">
                <a16:creationId xmlns:a16="http://schemas.microsoft.com/office/drawing/2014/main" id="{B305E7F5-DCDB-493F-AEAE-28B9A3436F9B}"/>
              </a:ext>
            </a:extLst>
          </p:cNvPr>
          <p:cNvSpPr txBox="1"/>
          <p:nvPr/>
        </p:nvSpPr>
        <p:spPr>
          <a:xfrm>
            <a:off x="5456860" y="3108900"/>
            <a:ext cx="638617"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Code Review</a:t>
            </a:r>
          </a:p>
        </p:txBody>
      </p:sp>
      <p:sp>
        <p:nvSpPr>
          <p:cNvPr id="64" name="Textfeld 63">
            <a:extLst>
              <a:ext uri="{FF2B5EF4-FFF2-40B4-BE49-F238E27FC236}">
                <a16:creationId xmlns:a16="http://schemas.microsoft.com/office/drawing/2014/main" id="{F83D5B52-E0B0-453C-8039-CC8EDB989332}"/>
              </a:ext>
            </a:extLst>
          </p:cNvPr>
          <p:cNvSpPr txBox="1"/>
          <p:nvPr/>
        </p:nvSpPr>
        <p:spPr>
          <a:xfrm>
            <a:off x="5472433" y="2800107"/>
            <a:ext cx="607467"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DevSecOps</a:t>
            </a:r>
            <a:endPar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sp>
        <p:nvSpPr>
          <p:cNvPr id="65" name="Textfeld 64">
            <a:extLst>
              <a:ext uri="{FF2B5EF4-FFF2-40B4-BE49-F238E27FC236}">
                <a16:creationId xmlns:a16="http://schemas.microsoft.com/office/drawing/2014/main" id="{2F037BDB-B30F-42C4-88EC-61C37BBF9E79}"/>
              </a:ext>
            </a:extLst>
          </p:cNvPr>
          <p:cNvSpPr txBox="1"/>
          <p:nvPr/>
        </p:nvSpPr>
        <p:spPr>
          <a:xfrm>
            <a:off x="3975785" y="3116969"/>
            <a:ext cx="1184317"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Vulnerablility</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Assessment</a:t>
            </a:r>
          </a:p>
        </p:txBody>
      </p:sp>
      <p:sp>
        <p:nvSpPr>
          <p:cNvPr id="66" name="Textfeld 65">
            <a:extLst>
              <a:ext uri="{FF2B5EF4-FFF2-40B4-BE49-F238E27FC236}">
                <a16:creationId xmlns:a16="http://schemas.microsoft.com/office/drawing/2014/main" id="{E8BF8F9D-C89D-44F1-9711-B343DBBAD67E}"/>
              </a:ext>
            </a:extLst>
          </p:cNvPr>
          <p:cNvSpPr txBox="1"/>
          <p:nvPr/>
        </p:nvSpPr>
        <p:spPr>
          <a:xfrm>
            <a:off x="4032746" y="1713744"/>
            <a:ext cx="1008368"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Assessment Services</a:t>
            </a:r>
          </a:p>
        </p:txBody>
      </p:sp>
      <p:sp>
        <p:nvSpPr>
          <p:cNvPr id="67" name="Textfeld 66">
            <a:extLst>
              <a:ext uri="{FF2B5EF4-FFF2-40B4-BE49-F238E27FC236}">
                <a16:creationId xmlns:a16="http://schemas.microsoft.com/office/drawing/2014/main" id="{F7564BBD-3BE7-479E-97E0-F049252E6FF4}"/>
              </a:ext>
            </a:extLst>
          </p:cNvPr>
          <p:cNvSpPr txBox="1"/>
          <p:nvPr/>
        </p:nvSpPr>
        <p:spPr>
          <a:xfrm>
            <a:off x="2893925" y="1713744"/>
            <a:ext cx="825281"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Advisory Services</a:t>
            </a:r>
          </a:p>
        </p:txBody>
      </p:sp>
      <p:sp>
        <p:nvSpPr>
          <p:cNvPr id="68" name="Textfeld 67">
            <a:extLst>
              <a:ext uri="{FF2B5EF4-FFF2-40B4-BE49-F238E27FC236}">
                <a16:creationId xmlns:a16="http://schemas.microsoft.com/office/drawing/2014/main" id="{7A532D5A-A1FB-4529-B49A-88AF5C0F5A3C}"/>
              </a:ext>
            </a:extLst>
          </p:cNvPr>
          <p:cNvSpPr txBox="1"/>
          <p:nvPr/>
        </p:nvSpPr>
        <p:spPr>
          <a:xfrm>
            <a:off x="4104622" y="1447922"/>
            <a:ext cx="857565" cy="12311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CISO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as</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a Service</a:t>
            </a:r>
          </a:p>
        </p:txBody>
      </p:sp>
      <p:sp>
        <p:nvSpPr>
          <p:cNvPr id="69" name="Textfeld 68">
            <a:extLst>
              <a:ext uri="{FF2B5EF4-FFF2-40B4-BE49-F238E27FC236}">
                <a16:creationId xmlns:a16="http://schemas.microsoft.com/office/drawing/2014/main" id="{20092CA4-8B6E-48F7-9761-855DEEBD36E1}"/>
              </a:ext>
            </a:extLst>
          </p:cNvPr>
          <p:cNvSpPr txBox="1"/>
          <p:nvPr/>
        </p:nvSpPr>
        <p:spPr>
          <a:xfrm>
            <a:off x="5585300" y="1457278"/>
            <a:ext cx="1672017"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Cloud Security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Maturity</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Assessment</a:t>
            </a:r>
          </a:p>
        </p:txBody>
      </p:sp>
      <p:sp>
        <p:nvSpPr>
          <p:cNvPr id="70" name="Textfeld 69">
            <a:extLst>
              <a:ext uri="{FF2B5EF4-FFF2-40B4-BE49-F238E27FC236}">
                <a16:creationId xmlns:a16="http://schemas.microsoft.com/office/drawing/2014/main" id="{0D43CB48-C596-40E5-9C38-68F95CA2FC3E}"/>
              </a:ext>
            </a:extLst>
          </p:cNvPr>
          <p:cNvSpPr txBox="1"/>
          <p:nvPr/>
        </p:nvSpPr>
        <p:spPr>
          <a:xfrm>
            <a:off x="2751563" y="1444455"/>
            <a:ext cx="1145247" cy="123111"/>
          </a:xfrm>
          <a:prstGeom prst="rect">
            <a:avLst/>
          </a:prstGeom>
          <a:noFill/>
          <a:ln w="28575">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Consulting &amp;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Conception</a:t>
            </a:r>
            <a:endPar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sp>
        <p:nvSpPr>
          <p:cNvPr id="71" name="Textfeld 70">
            <a:extLst>
              <a:ext uri="{FF2B5EF4-FFF2-40B4-BE49-F238E27FC236}">
                <a16:creationId xmlns:a16="http://schemas.microsoft.com/office/drawing/2014/main" id="{CA76ED77-0214-4CF3-ADCB-8F035CB75C52}"/>
              </a:ext>
            </a:extLst>
          </p:cNvPr>
          <p:cNvSpPr txBox="1"/>
          <p:nvPr/>
        </p:nvSpPr>
        <p:spPr>
          <a:xfrm>
            <a:off x="2720842" y="3482749"/>
            <a:ext cx="1199041"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SOC &amp;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Cyber</a:t>
            </a:r>
            <a:r>
              <a:rPr lang="de-DE" sz="800" dirty="0">
                <a:solidFill>
                  <a:srgbClr val="000000"/>
                </a:solidFill>
                <a:latin typeface="Helvetica 55 Roman" panose="020B0604020202020204" pitchFamily="34" charset="0"/>
              </a:rPr>
              <a:t>d</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efense</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Center Consulting</a:t>
            </a:r>
          </a:p>
        </p:txBody>
      </p:sp>
      <p:sp>
        <p:nvSpPr>
          <p:cNvPr id="51" name="Textfeld 50">
            <a:extLst>
              <a:ext uri="{FF2B5EF4-FFF2-40B4-BE49-F238E27FC236}">
                <a16:creationId xmlns:a16="http://schemas.microsoft.com/office/drawing/2014/main" id="{AF03EFD7-847C-4F3B-9662-4556F930A642}"/>
              </a:ext>
            </a:extLst>
          </p:cNvPr>
          <p:cNvSpPr txBox="1"/>
          <p:nvPr/>
        </p:nvSpPr>
        <p:spPr>
          <a:xfrm>
            <a:off x="3122093" y="2511927"/>
            <a:ext cx="368943"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SOAR </a:t>
            </a:r>
          </a:p>
        </p:txBody>
      </p:sp>
      <p:sp>
        <p:nvSpPr>
          <p:cNvPr id="57" name="Textfeld 56">
            <a:extLst>
              <a:ext uri="{FF2B5EF4-FFF2-40B4-BE49-F238E27FC236}">
                <a16:creationId xmlns:a16="http://schemas.microsoft.com/office/drawing/2014/main" id="{2C7CB0AB-CBC1-4940-B5E4-859F9B03A31B}"/>
              </a:ext>
            </a:extLst>
          </p:cNvPr>
          <p:cNvSpPr txBox="1"/>
          <p:nvPr/>
        </p:nvSpPr>
        <p:spPr>
          <a:xfrm>
            <a:off x="3522421" y="2284899"/>
            <a:ext cx="784521"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SOC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Toolstack</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a:t>
            </a:r>
          </a:p>
        </p:txBody>
      </p:sp>
      <p:sp>
        <p:nvSpPr>
          <p:cNvPr id="72" name="Textfeld 71">
            <a:extLst>
              <a:ext uri="{FF2B5EF4-FFF2-40B4-BE49-F238E27FC236}">
                <a16:creationId xmlns:a16="http://schemas.microsoft.com/office/drawing/2014/main" id="{C265D715-31AA-420A-AC06-03D777586C8C}"/>
              </a:ext>
            </a:extLst>
          </p:cNvPr>
          <p:cNvSpPr txBox="1"/>
          <p:nvPr/>
        </p:nvSpPr>
        <p:spPr>
          <a:xfrm>
            <a:off x="6011618" y="2078481"/>
            <a:ext cx="903205"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Threat</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Intelligence</a:t>
            </a:r>
            <a:endPar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sp>
        <p:nvSpPr>
          <p:cNvPr id="75" name="Textfeld 74">
            <a:extLst>
              <a:ext uri="{FF2B5EF4-FFF2-40B4-BE49-F238E27FC236}">
                <a16:creationId xmlns:a16="http://schemas.microsoft.com/office/drawing/2014/main" id="{B391A4F0-B8CB-4191-82BB-3F5E25E3030D}"/>
              </a:ext>
            </a:extLst>
          </p:cNvPr>
          <p:cNvSpPr txBox="1"/>
          <p:nvPr/>
        </p:nvSpPr>
        <p:spPr>
          <a:xfrm>
            <a:off x="2739750" y="3116970"/>
            <a:ext cx="1111359"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Operate</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SOC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Toolstack</a:t>
            </a:r>
            <a:endPar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sp>
        <p:nvSpPr>
          <p:cNvPr id="73" name="Textfeld 72">
            <a:extLst>
              <a:ext uri="{FF2B5EF4-FFF2-40B4-BE49-F238E27FC236}">
                <a16:creationId xmlns:a16="http://schemas.microsoft.com/office/drawing/2014/main" id="{2D2597BE-1A50-4E02-9D8F-82DA794B5BF4}"/>
              </a:ext>
            </a:extLst>
          </p:cNvPr>
          <p:cNvSpPr txBox="1"/>
          <p:nvPr/>
        </p:nvSpPr>
        <p:spPr>
          <a:xfrm>
            <a:off x="5729974" y="1716340"/>
            <a:ext cx="1382668"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Security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Maturity</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Assessment</a:t>
            </a:r>
          </a:p>
        </p:txBody>
      </p:sp>
      <p:sp>
        <p:nvSpPr>
          <p:cNvPr id="76" name="Textfeld 75">
            <a:extLst>
              <a:ext uri="{FF2B5EF4-FFF2-40B4-BE49-F238E27FC236}">
                <a16:creationId xmlns:a16="http://schemas.microsoft.com/office/drawing/2014/main" id="{D59BC1CF-3732-4E32-8932-C93A10450DE0}"/>
              </a:ext>
            </a:extLst>
          </p:cNvPr>
          <p:cNvSpPr txBox="1"/>
          <p:nvPr/>
        </p:nvSpPr>
        <p:spPr>
          <a:xfrm>
            <a:off x="4956232" y="2306102"/>
            <a:ext cx="1748683"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Cloud Security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Posture</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Management</a:t>
            </a:r>
          </a:p>
        </p:txBody>
      </p:sp>
      <p:sp>
        <p:nvSpPr>
          <p:cNvPr id="77" name="Textfeld 76">
            <a:extLst>
              <a:ext uri="{FF2B5EF4-FFF2-40B4-BE49-F238E27FC236}">
                <a16:creationId xmlns:a16="http://schemas.microsoft.com/office/drawing/2014/main" id="{D676A929-8B86-4032-BA1A-8ED7F52CBE2E}"/>
              </a:ext>
            </a:extLst>
          </p:cNvPr>
          <p:cNvSpPr txBox="1"/>
          <p:nvPr/>
        </p:nvSpPr>
        <p:spPr>
          <a:xfrm>
            <a:off x="4846418" y="2503260"/>
            <a:ext cx="1948120"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Cloud Workload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Protection</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Management</a:t>
            </a:r>
          </a:p>
        </p:txBody>
      </p:sp>
      <p:sp>
        <p:nvSpPr>
          <p:cNvPr id="78" name="Textfeld 77">
            <a:extLst>
              <a:ext uri="{FF2B5EF4-FFF2-40B4-BE49-F238E27FC236}">
                <a16:creationId xmlns:a16="http://schemas.microsoft.com/office/drawing/2014/main" id="{AEC154AD-ABED-4DFD-89B3-5E59AAE61DE9}"/>
              </a:ext>
            </a:extLst>
          </p:cNvPr>
          <p:cNvSpPr txBox="1"/>
          <p:nvPr/>
        </p:nvSpPr>
        <p:spPr>
          <a:xfrm>
            <a:off x="4371891" y="2295011"/>
            <a:ext cx="368943"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EDR </a:t>
            </a:r>
          </a:p>
        </p:txBody>
      </p:sp>
      <p:sp>
        <p:nvSpPr>
          <p:cNvPr id="79" name="Textfeld 78">
            <a:extLst>
              <a:ext uri="{FF2B5EF4-FFF2-40B4-BE49-F238E27FC236}">
                <a16:creationId xmlns:a16="http://schemas.microsoft.com/office/drawing/2014/main" id="{19BFCC69-8A96-4BE3-A786-ECB32128445E}"/>
              </a:ext>
            </a:extLst>
          </p:cNvPr>
          <p:cNvSpPr txBox="1"/>
          <p:nvPr/>
        </p:nvSpPr>
        <p:spPr>
          <a:xfrm>
            <a:off x="6697475" y="3489305"/>
            <a:ext cx="676325"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Industrial SOC</a:t>
            </a:r>
          </a:p>
        </p:txBody>
      </p:sp>
      <p:sp>
        <p:nvSpPr>
          <p:cNvPr id="80" name="Textfeld 79">
            <a:extLst>
              <a:ext uri="{FF2B5EF4-FFF2-40B4-BE49-F238E27FC236}">
                <a16:creationId xmlns:a16="http://schemas.microsoft.com/office/drawing/2014/main" id="{23088D3B-7E66-4A1E-9477-2082083FA3BE}"/>
              </a:ext>
            </a:extLst>
          </p:cNvPr>
          <p:cNvSpPr txBox="1"/>
          <p:nvPr/>
        </p:nvSpPr>
        <p:spPr>
          <a:xfrm>
            <a:off x="5386096" y="3489315"/>
            <a:ext cx="780143"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Cloud Monitoring</a:t>
            </a:r>
          </a:p>
        </p:txBody>
      </p:sp>
      <p:sp>
        <p:nvSpPr>
          <p:cNvPr id="81" name="Textfeld 80">
            <a:extLst>
              <a:ext uri="{FF2B5EF4-FFF2-40B4-BE49-F238E27FC236}">
                <a16:creationId xmlns:a16="http://schemas.microsoft.com/office/drawing/2014/main" id="{D05F54FC-ACFB-4746-B1A4-E8E4A652EA5F}"/>
              </a:ext>
            </a:extLst>
          </p:cNvPr>
          <p:cNvSpPr txBox="1"/>
          <p:nvPr/>
        </p:nvSpPr>
        <p:spPr>
          <a:xfrm>
            <a:off x="2882344" y="3772749"/>
            <a:ext cx="859436"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SOC Validation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Optimization</a:t>
            </a:r>
            <a:endPar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sp>
        <p:nvSpPr>
          <p:cNvPr id="82" name="Textfeld 81">
            <a:extLst>
              <a:ext uri="{FF2B5EF4-FFF2-40B4-BE49-F238E27FC236}">
                <a16:creationId xmlns:a16="http://schemas.microsoft.com/office/drawing/2014/main" id="{8CCF7E3E-B9C8-4E84-A12D-01AD3004EF18}"/>
              </a:ext>
            </a:extLst>
          </p:cNvPr>
          <p:cNvSpPr txBox="1"/>
          <p:nvPr/>
        </p:nvSpPr>
        <p:spPr>
          <a:xfrm>
            <a:off x="5761928" y="3766658"/>
            <a:ext cx="1318759"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Cloud Workload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Protection</a:t>
            </a:r>
            <a:endPar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pic>
        <p:nvPicPr>
          <p:cNvPr id="92" name="Picture 41" descr="Icon&#10;&#10;Description automatically generated">
            <a:extLst>
              <a:ext uri="{FF2B5EF4-FFF2-40B4-BE49-F238E27FC236}">
                <a16:creationId xmlns:a16="http://schemas.microsoft.com/office/drawing/2014/main" id="{DE802B03-8627-4F15-B727-95B7F4F349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34973" y="1460419"/>
            <a:ext cx="402645" cy="595216"/>
          </a:xfrm>
          <a:prstGeom prst="rect">
            <a:avLst/>
          </a:prstGeom>
        </p:spPr>
      </p:pic>
      <p:pic>
        <p:nvPicPr>
          <p:cNvPr id="93" name="Picture 33" descr="Icon&#10;&#10;Description automatically generated">
            <a:extLst>
              <a:ext uri="{FF2B5EF4-FFF2-40B4-BE49-F238E27FC236}">
                <a16:creationId xmlns:a16="http://schemas.microsoft.com/office/drawing/2014/main" id="{64B842BE-0529-410E-AAED-8770E48B3D9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52933" y="2139616"/>
            <a:ext cx="410795" cy="604633"/>
          </a:xfrm>
          <a:prstGeom prst="rect">
            <a:avLst/>
          </a:prstGeom>
        </p:spPr>
      </p:pic>
      <p:pic>
        <p:nvPicPr>
          <p:cNvPr id="94" name="Picture 33" descr="Icon&#10;&#10;Description automatically generated">
            <a:extLst>
              <a:ext uri="{FF2B5EF4-FFF2-40B4-BE49-F238E27FC236}">
                <a16:creationId xmlns:a16="http://schemas.microsoft.com/office/drawing/2014/main" id="{7F9716AC-1610-4451-B960-4704F69995B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66124" y="2823218"/>
            <a:ext cx="410795" cy="604633"/>
          </a:xfrm>
          <a:prstGeom prst="rect">
            <a:avLst/>
          </a:prstGeom>
        </p:spPr>
      </p:pic>
      <p:pic>
        <p:nvPicPr>
          <p:cNvPr id="95" name="Picture 53" descr="Icon&#10;&#10;Description automatically generated">
            <a:extLst>
              <a:ext uri="{FF2B5EF4-FFF2-40B4-BE49-F238E27FC236}">
                <a16:creationId xmlns:a16="http://schemas.microsoft.com/office/drawing/2014/main" id="{5256DD2A-E6E1-4AFA-9AA8-03E1C8A3E70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6124" y="3500693"/>
            <a:ext cx="436483" cy="666401"/>
          </a:xfrm>
          <a:prstGeom prst="rect">
            <a:avLst/>
          </a:prstGeom>
        </p:spPr>
      </p:pic>
      <p:pic>
        <p:nvPicPr>
          <p:cNvPr id="96" name="Picture 32" descr="Icon&#10;&#10;Description automatically generated">
            <a:extLst>
              <a:ext uri="{FF2B5EF4-FFF2-40B4-BE49-F238E27FC236}">
                <a16:creationId xmlns:a16="http://schemas.microsoft.com/office/drawing/2014/main" id="{60CFFBFE-9762-4836-88C7-29B25FA8408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042215" y="4367801"/>
            <a:ext cx="447831" cy="594776"/>
          </a:xfrm>
          <a:prstGeom prst="rect">
            <a:avLst/>
          </a:prstGeom>
        </p:spPr>
      </p:pic>
    </p:spTree>
    <p:extLst>
      <p:ext uri="{BB962C8B-B14F-4D97-AF65-F5344CB8AC3E}">
        <p14:creationId xmlns:p14="http://schemas.microsoft.com/office/powerpoint/2010/main" val="1264028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fade">
                                      <p:cBhvr>
                                        <p:cTn id="11" dur="500"/>
                                        <p:tgtEl>
                                          <p:spTgt spid="7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7"/>
                                        </p:tgtEl>
                                        <p:attrNameLst>
                                          <p:attrName>style.visibility</p:attrName>
                                        </p:attrNameLst>
                                      </p:cBhvr>
                                      <p:to>
                                        <p:strVal val="visible"/>
                                      </p:to>
                                    </p:set>
                                    <p:animEffect transition="in" filter="fade">
                                      <p:cBhvr>
                                        <p:cTn id="14" dur="500"/>
                                        <p:tgtEl>
                                          <p:spTgt spid="6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fade">
                                      <p:cBhvr>
                                        <p:cTn id="17" dur="500"/>
                                        <p:tgtEl>
                                          <p:spTgt spid="6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6"/>
                                        </p:tgtEl>
                                        <p:attrNameLst>
                                          <p:attrName>style.visibility</p:attrName>
                                        </p:attrNameLst>
                                      </p:cBhvr>
                                      <p:to>
                                        <p:strVal val="visible"/>
                                      </p:to>
                                    </p:set>
                                    <p:animEffect transition="in" filter="fade">
                                      <p:cBhvr>
                                        <p:cTn id="20" dur="500"/>
                                        <p:tgtEl>
                                          <p:spTgt spid="6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fade">
                                      <p:cBhvr>
                                        <p:cTn id="23" dur="500"/>
                                        <p:tgtEl>
                                          <p:spTgt spid="6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3"/>
                                        </p:tgtEl>
                                        <p:attrNameLst>
                                          <p:attrName>style.visibility</p:attrName>
                                        </p:attrNameLst>
                                      </p:cBhvr>
                                      <p:to>
                                        <p:strVal val="visible"/>
                                      </p:to>
                                    </p:set>
                                    <p:animEffect transition="in" filter="fade">
                                      <p:cBhvr>
                                        <p:cTn id="26" dur="500"/>
                                        <p:tgtEl>
                                          <p:spTgt spid="7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500"/>
                                        <p:tgtEl>
                                          <p:spTgt spid="4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6"/>
                                        </p:tgtEl>
                                        <p:attrNameLst>
                                          <p:attrName>style.visibility</p:attrName>
                                        </p:attrNameLst>
                                      </p:cBhvr>
                                      <p:to>
                                        <p:strVal val="visible"/>
                                      </p:to>
                                    </p:set>
                                    <p:animEffect transition="in" filter="fade">
                                      <p:cBhvr>
                                        <p:cTn id="34" dur="500"/>
                                        <p:tgtEl>
                                          <p:spTgt spid="5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1"/>
                                        </p:tgtEl>
                                        <p:attrNameLst>
                                          <p:attrName>style.visibility</p:attrName>
                                        </p:attrNameLst>
                                      </p:cBhvr>
                                      <p:to>
                                        <p:strVal val="visible"/>
                                      </p:to>
                                    </p:set>
                                    <p:animEffect transition="in" filter="fade">
                                      <p:cBhvr>
                                        <p:cTn id="37" dur="500"/>
                                        <p:tgtEl>
                                          <p:spTgt spid="5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fade">
                                      <p:cBhvr>
                                        <p:cTn id="40" dur="500"/>
                                        <p:tgtEl>
                                          <p:spTgt spid="5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8"/>
                                        </p:tgtEl>
                                        <p:attrNameLst>
                                          <p:attrName>style.visibility</p:attrName>
                                        </p:attrNameLst>
                                      </p:cBhvr>
                                      <p:to>
                                        <p:strVal val="visible"/>
                                      </p:to>
                                    </p:set>
                                    <p:animEffect transition="in" filter="fade">
                                      <p:cBhvr>
                                        <p:cTn id="43" dur="500"/>
                                        <p:tgtEl>
                                          <p:spTgt spid="7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500"/>
                                        <p:tgtEl>
                                          <p:spTgt spid="5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76"/>
                                        </p:tgtEl>
                                        <p:attrNameLst>
                                          <p:attrName>style.visibility</p:attrName>
                                        </p:attrNameLst>
                                      </p:cBhvr>
                                      <p:to>
                                        <p:strVal val="visible"/>
                                      </p:to>
                                    </p:set>
                                    <p:animEffect transition="in" filter="fade">
                                      <p:cBhvr>
                                        <p:cTn id="49" dur="500"/>
                                        <p:tgtEl>
                                          <p:spTgt spid="7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7"/>
                                        </p:tgtEl>
                                        <p:attrNameLst>
                                          <p:attrName>style.visibility</p:attrName>
                                        </p:attrNameLst>
                                      </p:cBhvr>
                                      <p:to>
                                        <p:strVal val="visible"/>
                                      </p:to>
                                    </p:set>
                                    <p:animEffect transition="in" filter="fade">
                                      <p:cBhvr>
                                        <p:cTn id="52" dur="500"/>
                                        <p:tgtEl>
                                          <p:spTgt spid="7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72"/>
                                        </p:tgtEl>
                                        <p:attrNameLst>
                                          <p:attrName>style.visibility</p:attrName>
                                        </p:attrNameLst>
                                      </p:cBhvr>
                                      <p:to>
                                        <p:strVal val="visible"/>
                                      </p:to>
                                    </p:set>
                                    <p:animEffect transition="in" filter="fade">
                                      <p:cBhvr>
                                        <p:cTn id="55" dur="500"/>
                                        <p:tgtEl>
                                          <p:spTgt spid="7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58"/>
                                        </p:tgtEl>
                                        <p:attrNameLst>
                                          <p:attrName>style.visibility</p:attrName>
                                        </p:attrNameLst>
                                      </p:cBhvr>
                                      <p:to>
                                        <p:strVal val="visible"/>
                                      </p:to>
                                    </p:set>
                                    <p:animEffect transition="in" filter="fade">
                                      <p:cBhvr>
                                        <p:cTn id="60" dur="500"/>
                                        <p:tgtEl>
                                          <p:spTgt spid="5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75"/>
                                        </p:tgtEl>
                                        <p:attrNameLst>
                                          <p:attrName>style.visibility</p:attrName>
                                        </p:attrNameLst>
                                      </p:cBhvr>
                                      <p:to>
                                        <p:strVal val="visible"/>
                                      </p:to>
                                    </p:set>
                                    <p:animEffect transition="in" filter="fade">
                                      <p:cBhvr>
                                        <p:cTn id="63" dur="500"/>
                                        <p:tgtEl>
                                          <p:spTgt spid="7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5"/>
                                        </p:tgtEl>
                                        <p:attrNameLst>
                                          <p:attrName>style.visibility</p:attrName>
                                        </p:attrNameLst>
                                      </p:cBhvr>
                                      <p:to>
                                        <p:strVal val="visible"/>
                                      </p:to>
                                    </p:set>
                                    <p:animEffect transition="in" filter="fade">
                                      <p:cBhvr>
                                        <p:cTn id="66" dur="500"/>
                                        <p:tgtEl>
                                          <p:spTgt spid="6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3"/>
                                        </p:tgtEl>
                                        <p:attrNameLst>
                                          <p:attrName>style.visibility</p:attrName>
                                        </p:attrNameLst>
                                      </p:cBhvr>
                                      <p:to>
                                        <p:strVal val="visible"/>
                                      </p:to>
                                    </p:set>
                                    <p:animEffect transition="in" filter="fade">
                                      <p:cBhvr>
                                        <p:cTn id="69" dur="500"/>
                                        <p:tgtEl>
                                          <p:spTgt spid="4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64"/>
                                        </p:tgtEl>
                                        <p:attrNameLst>
                                          <p:attrName>style.visibility</p:attrName>
                                        </p:attrNameLst>
                                      </p:cBhvr>
                                      <p:to>
                                        <p:strVal val="visible"/>
                                      </p:to>
                                    </p:set>
                                    <p:animEffect transition="in" filter="fade">
                                      <p:cBhvr>
                                        <p:cTn id="72" dur="500"/>
                                        <p:tgtEl>
                                          <p:spTgt spid="6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63"/>
                                        </p:tgtEl>
                                        <p:attrNameLst>
                                          <p:attrName>style.visibility</p:attrName>
                                        </p:attrNameLst>
                                      </p:cBhvr>
                                      <p:to>
                                        <p:strVal val="visible"/>
                                      </p:to>
                                    </p:set>
                                    <p:animEffect transition="in" filter="fade">
                                      <p:cBhvr>
                                        <p:cTn id="75" dur="500"/>
                                        <p:tgtEl>
                                          <p:spTgt spid="63"/>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71"/>
                                        </p:tgtEl>
                                        <p:attrNameLst>
                                          <p:attrName>style.visibility</p:attrName>
                                        </p:attrNameLst>
                                      </p:cBhvr>
                                      <p:to>
                                        <p:strVal val="visible"/>
                                      </p:to>
                                    </p:set>
                                    <p:animEffect transition="in" filter="fade">
                                      <p:cBhvr>
                                        <p:cTn id="80" dur="500"/>
                                        <p:tgtEl>
                                          <p:spTgt spid="7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81"/>
                                        </p:tgtEl>
                                        <p:attrNameLst>
                                          <p:attrName>style.visibility</p:attrName>
                                        </p:attrNameLst>
                                      </p:cBhvr>
                                      <p:to>
                                        <p:strVal val="visible"/>
                                      </p:to>
                                    </p:set>
                                    <p:animEffect transition="in" filter="fade">
                                      <p:cBhvr>
                                        <p:cTn id="83" dur="500"/>
                                        <p:tgtEl>
                                          <p:spTgt spid="8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2"/>
                                        </p:tgtEl>
                                        <p:attrNameLst>
                                          <p:attrName>style.visibility</p:attrName>
                                        </p:attrNameLst>
                                      </p:cBhvr>
                                      <p:to>
                                        <p:strVal val="visible"/>
                                      </p:to>
                                    </p:set>
                                    <p:animEffect transition="in" filter="fade">
                                      <p:cBhvr>
                                        <p:cTn id="86" dur="500"/>
                                        <p:tgtEl>
                                          <p:spTgt spid="6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1"/>
                                        </p:tgtEl>
                                        <p:attrNameLst>
                                          <p:attrName>style.visibility</p:attrName>
                                        </p:attrNameLst>
                                      </p:cBhvr>
                                      <p:to>
                                        <p:strVal val="visible"/>
                                      </p:to>
                                    </p:set>
                                    <p:animEffect transition="in" filter="fade">
                                      <p:cBhvr>
                                        <p:cTn id="89" dur="500"/>
                                        <p:tgtEl>
                                          <p:spTgt spid="6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80"/>
                                        </p:tgtEl>
                                        <p:attrNameLst>
                                          <p:attrName>style.visibility</p:attrName>
                                        </p:attrNameLst>
                                      </p:cBhvr>
                                      <p:to>
                                        <p:strVal val="visible"/>
                                      </p:to>
                                    </p:set>
                                    <p:animEffect transition="in" filter="fade">
                                      <p:cBhvr>
                                        <p:cTn id="92" dur="500"/>
                                        <p:tgtEl>
                                          <p:spTgt spid="8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82"/>
                                        </p:tgtEl>
                                        <p:attrNameLst>
                                          <p:attrName>style.visibility</p:attrName>
                                        </p:attrNameLst>
                                      </p:cBhvr>
                                      <p:to>
                                        <p:strVal val="visible"/>
                                      </p:to>
                                    </p:set>
                                    <p:animEffect transition="in" filter="fade">
                                      <p:cBhvr>
                                        <p:cTn id="95" dur="500"/>
                                        <p:tgtEl>
                                          <p:spTgt spid="82"/>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79"/>
                                        </p:tgtEl>
                                        <p:attrNameLst>
                                          <p:attrName>style.visibility</p:attrName>
                                        </p:attrNameLst>
                                      </p:cBhvr>
                                      <p:to>
                                        <p:strVal val="visible"/>
                                      </p:to>
                                    </p:set>
                                    <p:animEffect transition="in" filter="fade">
                                      <p:cBhvr>
                                        <p:cTn id="98"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3" grpId="0"/>
      <p:bldP spid="47" grpId="0"/>
      <p:bldP spid="50" grpId="0"/>
      <p:bldP spid="56" grpId="0"/>
      <p:bldP spid="58" grpId="0"/>
      <p:bldP spid="61" grpId="0"/>
      <p:bldP spid="62" grpId="0"/>
      <p:bldP spid="63" grpId="0"/>
      <p:bldP spid="64" grpId="0"/>
      <p:bldP spid="65" grpId="0"/>
      <p:bldP spid="66" grpId="0"/>
      <p:bldP spid="67" grpId="0"/>
      <p:bldP spid="68" grpId="0"/>
      <p:bldP spid="69" grpId="0"/>
      <p:bldP spid="70" grpId="0"/>
      <p:bldP spid="71" grpId="0"/>
      <p:bldP spid="51" grpId="0"/>
      <p:bldP spid="57" grpId="0"/>
      <p:bldP spid="72" grpId="0"/>
      <p:bldP spid="75" grpId="0"/>
      <p:bldP spid="73" grpId="0"/>
      <p:bldP spid="76" grpId="0"/>
      <p:bldP spid="77" grpId="0"/>
      <p:bldP spid="78" grpId="0"/>
      <p:bldP spid="79" grpId="0"/>
      <p:bldP spid="80" grpId="0"/>
      <p:bldP spid="81" grpId="0"/>
      <p:bldP spid="8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oup of people sitting posing for the camera&#10;&#10;Description automatically generated">
            <a:extLst>
              <a:ext uri="{FF2B5EF4-FFF2-40B4-BE49-F238E27FC236}">
                <a16:creationId xmlns:a16="http://schemas.microsoft.com/office/drawing/2014/main" id="{8A59C366-1B41-4FCC-A256-C1F33CD6B6CC}"/>
              </a:ext>
            </a:extLst>
          </p:cNvPr>
          <p:cNvPicPr>
            <a:picLocks noChangeAspect="1"/>
          </p:cNvPicPr>
          <p:nvPr/>
        </p:nvPicPr>
        <p:blipFill>
          <a:blip r:embed="rId3"/>
          <a:stretch>
            <a:fillRect/>
          </a:stretch>
        </p:blipFill>
        <p:spPr>
          <a:xfrm>
            <a:off x="-378" y="570843"/>
            <a:ext cx="9144000" cy="4572657"/>
          </a:xfrm>
          <a:prstGeom prst="rect">
            <a:avLst/>
          </a:prstGeom>
        </p:spPr>
      </p:pic>
      <p:grpSp>
        <p:nvGrpSpPr>
          <p:cNvPr id="2" name="Groupe 1"/>
          <p:cNvGrpSpPr/>
          <p:nvPr/>
        </p:nvGrpSpPr>
        <p:grpSpPr>
          <a:xfrm>
            <a:off x="-22500" y="0"/>
            <a:ext cx="9166500" cy="5143500"/>
            <a:chOff x="-30000" y="0"/>
            <a:chExt cx="12222000" cy="6858000"/>
          </a:xfrm>
        </p:grpSpPr>
        <p:sp>
          <p:nvSpPr>
            <p:cNvPr id="5" name="Rectangle 4">
              <a:extLst>
                <a:ext uri="{FF2B5EF4-FFF2-40B4-BE49-F238E27FC236}">
                  <a16:creationId xmlns:a16="http://schemas.microsoft.com/office/drawing/2014/main" id="{87A508DE-BB63-4F51-A99B-E26ED35D89A9}"/>
                </a:ext>
              </a:extLst>
            </p:cNvPr>
            <p:cNvSpPr>
              <a:spLocks/>
            </p:cNvSpPr>
            <p:nvPr/>
          </p:nvSpPr>
          <p:spPr>
            <a:xfrm>
              <a:off x="-30000" y="0"/>
              <a:ext cx="12222000" cy="685800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6" name="Picture 35" descr="A picture containing water, large, cloudy, knife&#10;&#10;Description automatically generated">
              <a:extLst>
                <a:ext uri="{FF2B5EF4-FFF2-40B4-BE49-F238E27FC236}">
                  <a16:creationId xmlns:a16="http://schemas.microsoft.com/office/drawing/2014/main" id="{FFFD35DA-6B14-4769-9B88-A69E6E274FA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504" y="1"/>
              <a:ext cx="12190992" cy="4023027"/>
            </a:xfrm>
            <a:prstGeom prst="rect">
              <a:avLst/>
            </a:prstGeom>
          </p:spPr>
        </p:pic>
      </p:grpSp>
      <p:sp>
        <p:nvSpPr>
          <p:cNvPr id="37" name="Title 1">
            <a:extLst>
              <a:ext uri="{FF2B5EF4-FFF2-40B4-BE49-F238E27FC236}">
                <a16:creationId xmlns:a16="http://schemas.microsoft.com/office/drawing/2014/main" id="{807C3A92-C83F-4A2D-AD35-4F1EA2FCCE60}"/>
              </a:ext>
            </a:extLst>
          </p:cNvPr>
          <p:cNvSpPr>
            <a:spLocks noGrp="1"/>
          </p:cNvSpPr>
          <p:nvPr>
            <p:ph type="title"/>
          </p:nvPr>
        </p:nvSpPr>
        <p:spPr>
          <a:xfrm>
            <a:off x="302727" y="316697"/>
            <a:ext cx="8964110" cy="723900"/>
          </a:xfrm>
        </p:spPr>
        <p:txBody>
          <a:bodyPr/>
          <a:lstStyle/>
          <a:p>
            <a:r>
              <a:rPr lang="en-US" sz="3200" dirty="0">
                <a:solidFill>
                  <a:schemeClr val="bg1"/>
                </a:solidFill>
                <a:latin typeface="+mn-lt"/>
              </a:rPr>
              <a:t>Portfolio dedicated to Security Intelligence </a:t>
            </a:r>
          </a:p>
        </p:txBody>
      </p:sp>
      <p:sp>
        <p:nvSpPr>
          <p:cNvPr id="69" name="TextBox 62">
            <a:extLst>
              <a:ext uri="{FF2B5EF4-FFF2-40B4-BE49-F238E27FC236}">
                <a16:creationId xmlns:a16="http://schemas.microsoft.com/office/drawing/2014/main" id="{8EB103C8-B1A7-4435-B83C-2A5F8E233D96}"/>
              </a:ext>
            </a:extLst>
          </p:cNvPr>
          <p:cNvSpPr txBox="1">
            <a:spLocks/>
          </p:cNvSpPr>
          <p:nvPr/>
        </p:nvSpPr>
        <p:spPr>
          <a:xfrm>
            <a:off x="2411095" y="1387371"/>
            <a:ext cx="2015622" cy="506586"/>
          </a:xfrm>
          <a:prstGeom prst="rect">
            <a:avLst/>
          </a:prstGeom>
          <a:solidFill>
            <a:schemeClr val="accent3"/>
          </a:solidFill>
          <a:ln>
            <a:solidFill>
              <a:schemeClr val="accent3"/>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Professional Services</a:t>
            </a:r>
          </a:p>
        </p:txBody>
      </p:sp>
      <p:sp>
        <p:nvSpPr>
          <p:cNvPr id="71" name="TextBox 62">
            <a:extLst>
              <a:ext uri="{FF2B5EF4-FFF2-40B4-BE49-F238E27FC236}">
                <a16:creationId xmlns:a16="http://schemas.microsoft.com/office/drawing/2014/main" id="{8EB103C8-B1A7-4435-B83C-2A5F8E233D96}"/>
              </a:ext>
            </a:extLst>
          </p:cNvPr>
          <p:cNvSpPr txBox="1">
            <a:spLocks/>
          </p:cNvSpPr>
          <p:nvPr/>
        </p:nvSpPr>
        <p:spPr>
          <a:xfrm>
            <a:off x="6720134" y="1387369"/>
            <a:ext cx="2029977" cy="506587"/>
          </a:xfrm>
          <a:prstGeom prst="rect">
            <a:avLst/>
          </a:prstGeom>
          <a:solidFill>
            <a:schemeClr val="bg2"/>
          </a:solidFill>
          <a:ln>
            <a:solidFill>
              <a:schemeClr val="bg2"/>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76" name="Rectangle 75">
            <a:extLst>
              <a:ext uri="{FF2B5EF4-FFF2-40B4-BE49-F238E27FC236}">
                <a16:creationId xmlns:a16="http://schemas.microsoft.com/office/drawing/2014/main" id="{B375D614-9A2D-0B41-A83E-706C503443FC}"/>
              </a:ext>
            </a:extLst>
          </p:cNvPr>
          <p:cNvSpPr>
            <a:spLocks noChangeArrowheads="1"/>
          </p:cNvSpPr>
          <p:nvPr/>
        </p:nvSpPr>
        <p:spPr bwMode="auto">
          <a:xfrm>
            <a:off x="2411870" y="1904506"/>
            <a:ext cx="2016000" cy="209005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78" name="Rectangle 77">
            <a:extLst>
              <a:ext uri="{FF2B5EF4-FFF2-40B4-BE49-F238E27FC236}">
                <a16:creationId xmlns:a16="http://schemas.microsoft.com/office/drawing/2014/main" id="{B375D614-9A2D-0B41-A83E-706C503443FC}"/>
              </a:ext>
            </a:extLst>
          </p:cNvPr>
          <p:cNvSpPr>
            <a:spLocks noChangeArrowheads="1"/>
          </p:cNvSpPr>
          <p:nvPr/>
        </p:nvSpPr>
        <p:spPr bwMode="auto">
          <a:xfrm>
            <a:off x="6732313" y="1904506"/>
            <a:ext cx="2008236" cy="208911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pic>
        <p:nvPicPr>
          <p:cNvPr id="4" name="Imag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61469" y="1349350"/>
            <a:ext cx="427973" cy="427973"/>
          </a:xfrm>
          <a:prstGeom prst="rect">
            <a:avLst/>
          </a:prstGeom>
        </p:spPr>
      </p:pic>
      <p:sp>
        <p:nvSpPr>
          <p:cNvPr id="41" name="TextBox 50">
            <a:extLst>
              <a:ext uri="{FF2B5EF4-FFF2-40B4-BE49-F238E27FC236}">
                <a16:creationId xmlns:a16="http://schemas.microsoft.com/office/drawing/2014/main" id="{8EB103C8-B1A7-4435-B83C-2A5F8E233D96}"/>
              </a:ext>
            </a:extLst>
          </p:cNvPr>
          <p:cNvSpPr txBox="1">
            <a:spLocks/>
          </p:cNvSpPr>
          <p:nvPr/>
        </p:nvSpPr>
        <p:spPr>
          <a:xfrm>
            <a:off x="254828" y="1387371"/>
            <a:ext cx="2013557" cy="506585"/>
          </a:xfrm>
          <a:prstGeom prst="rect">
            <a:avLst/>
          </a:prstGeom>
          <a:solidFill>
            <a:schemeClr val="accent6"/>
          </a:solidFill>
          <a:ln>
            <a:solidFill>
              <a:schemeClr val="accent6"/>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Helvetica 75 Bold"/>
              <a:ea typeface="+mn-ea"/>
              <a:cs typeface="+mn-cs"/>
            </a:endParaRPr>
          </a:p>
        </p:txBody>
      </p:sp>
      <p:sp>
        <p:nvSpPr>
          <p:cNvPr id="42" name="TextBox 58">
            <a:extLst>
              <a:ext uri="{FF2B5EF4-FFF2-40B4-BE49-F238E27FC236}">
                <a16:creationId xmlns:a16="http://schemas.microsoft.com/office/drawing/2014/main" id="{8EB103C8-B1A7-4435-B83C-2A5F8E233D96}"/>
              </a:ext>
            </a:extLst>
          </p:cNvPr>
          <p:cNvSpPr txBox="1">
            <a:spLocks/>
          </p:cNvSpPr>
          <p:nvPr/>
        </p:nvSpPr>
        <p:spPr>
          <a:xfrm>
            <a:off x="4569427" y="1387369"/>
            <a:ext cx="2022353" cy="506587"/>
          </a:xfrm>
          <a:prstGeom prst="rect">
            <a:avLst/>
          </a:prstGeom>
          <a:solidFill>
            <a:schemeClr val="accent5"/>
          </a:solidFill>
          <a:ln>
            <a:solidFill>
              <a:schemeClr val="accent5"/>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56" name="Rectangle 55">
            <a:extLst>
              <a:ext uri="{FF2B5EF4-FFF2-40B4-BE49-F238E27FC236}">
                <a16:creationId xmlns:a16="http://schemas.microsoft.com/office/drawing/2014/main" id="{B375D614-9A2D-0B41-A83E-706C503443FC}"/>
              </a:ext>
            </a:extLst>
          </p:cNvPr>
          <p:cNvSpPr>
            <a:spLocks noChangeArrowheads="1"/>
          </p:cNvSpPr>
          <p:nvPr/>
        </p:nvSpPr>
        <p:spPr bwMode="auto">
          <a:xfrm>
            <a:off x="4573024" y="1905444"/>
            <a:ext cx="2016523" cy="2089114"/>
          </a:xfrm>
          <a:prstGeom prst="rect">
            <a:avLst/>
          </a:prstGeom>
          <a:noFill/>
          <a:ln>
            <a:solidFill>
              <a:schemeClr val="bg1"/>
            </a:solidFill>
          </a:ln>
        </p:spPr>
        <p:txBody>
          <a:bodyPr wrap="square" lIns="72000" tIns="72000" rIns="72000" bIns="72000" anchor="t">
            <a:noAutofit/>
          </a:bodyPr>
          <a:lstStyle/>
          <a:p>
            <a:pPr marL="214313" marR="0" lvl="0" indent="-214313"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1000" b="1" i="0" u="none" strike="noStrike" kern="1200" cap="none" spc="0" normalizeH="0" baseline="0" noProof="0">
              <a:ln>
                <a:noFill/>
              </a:ln>
              <a:solidFill>
                <a:srgbClr val="FFFFFF"/>
              </a:solidFill>
              <a:effectLst/>
              <a:uLnTx/>
              <a:uFillTx/>
              <a:latin typeface="Helvetica 75 Bold"/>
              <a:ea typeface="+mn-ea"/>
              <a:cs typeface="Helvetica"/>
            </a:endParaRPr>
          </a:p>
        </p:txBody>
      </p:sp>
      <p:pic>
        <p:nvPicPr>
          <p:cNvPr id="58" name="Image 5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1175" y="1290281"/>
            <a:ext cx="484385" cy="484385"/>
          </a:xfrm>
          <a:prstGeom prst="rect">
            <a:avLst/>
          </a:prstGeom>
        </p:spPr>
      </p:pic>
      <p:pic>
        <p:nvPicPr>
          <p:cNvPr id="59" name="Image 5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26642" y="1295310"/>
            <a:ext cx="530552" cy="530552"/>
          </a:xfrm>
          <a:prstGeom prst="rect">
            <a:avLst/>
          </a:prstGeom>
        </p:spPr>
      </p:pic>
      <p:sp>
        <p:nvSpPr>
          <p:cNvPr id="50" name="Rectangle 49"/>
          <p:cNvSpPr/>
          <p:nvPr/>
        </p:nvSpPr>
        <p:spPr>
          <a:xfrm>
            <a:off x="2411869" y="3976147"/>
            <a:ext cx="2014073" cy="28800"/>
          </a:xfrm>
          <a:prstGeom prst="rect">
            <a:avLst/>
          </a:prstGeom>
          <a:solidFill>
            <a:schemeClr val="accent3"/>
          </a:solidFill>
          <a:ln>
            <a:solidFill>
              <a:srgbClr val="50BE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52" name="Rectangle 51"/>
          <p:cNvSpPr/>
          <p:nvPr/>
        </p:nvSpPr>
        <p:spPr>
          <a:xfrm>
            <a:off x="6737515" y="3979022"/>
            <a:ext cx="2014073" cy="28800"/>
          </a:xfrm>
          <a:prstGeom prst="rect">
            <a:avLst/>
          </a:prstGeom>
          <a:solidFill>
            <a:srgbClr val="FF7900"/>
          </a:solidFill>
          <a:ln>
            <a:solidFill>
              <a:srgbClr val="FF7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Rectangle 59">
            <a:extLst>
              <a:ext uri="{FF2B5EF4-FFF2-40B4-BE49-F238E27FC236}">
                <a16:creationId xmlns:a16="http://schemas.microsoft.com/office/drawing/2014/main" id="{EC44D2E4-88D6-45D7-8806-4202CBC4E594}"/>
              </a:ext>
            </a:extLst>
          </p:cNvPr>
          <p:cNvSpPr/>
          <p:nvPr/>
        </p:nvSpPr>
        <p:spPr>
          <a:xfrm>
            <a:off x="317569" y="1415528"/>
            <a:ext cx="1863378"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Consulting</a:t>
            </a:r>
          </a:p>
        </p:txBody>
      </p:sp>
      <p:sp>
        <p:nvSpPr>
          <p:cNvPr id="9" name="Rectangle 11">
            <a:extLst>
              <a:ext uri="{FF2B5EF4-FFF2-40B4-BE49-F238E27FC236}">
                <a16:creationId xmlns:a16="http://schemas.microsoft.com/office/drawing/2014/main" id="{3F1100A4-1F24-4A3E-B196-C7B35FDC8531}"/>
              </a:ext>
            </a:extLst>
          </p:cNvPr>
          <p:cNvSpPr/>
          <p:nvPr/>
        </p:nvSpPr>
        <p:spPr>
          <a:xfrm>
            <a:off x="2407796" y="1436192"/>
            <a:ext cx="1840619" cy="276999"/>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0" name="Rectangle 60">
            <a:extLst>
              <a:ext uri="{FF2B5EF4-FFF2-40B4-BE49-F238E27FC236}">
                <a16:creationId xmlns:a16="http://schemas.microsoft.com/office/drawing/2014/main" id="{C4620EDE-5A93-45D0-9A8E-CCB316DA9278}"/>
              </a:ext>
            </a:extLst>
          </p:cNvPr>
          <p:cNvSpPr/>
          <p:nvPr/>
        </p:nvSpPr>
        <p:spPr>
          <a:xfrm>
            <a:off x="4720410" y="1412353"/>
            <a:ext cx="1752557"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Helvetica 75 Bold" panose="020B0804020202020204" pitchFamily="34" charset="0"/>
                <a:cs typeface="Segoe UI"/>
              </a:rPr>
              <a:t>Operate SOC </a:t>
            </a:r>
            <a:r>
              <a:rPr kumimoji="0" lang="en-US" sz="1200" b="1" i="0" u="none" strike="noStrike" kern="1200" cap="none" spc="0" normalizeH="0" baseline="0" noProof="0" dirty="0" err="1">
                <a:ln>
                  <a:noFill/>
                </a:ln>
                <a:solidFill>
                  <a:srgbClr val="000000"/>
                </a:solidFill>
                <a:effectLst/>
                <a:uLnTx/>
                <a:uFillTx/>
                <a:latin typeface="Helvetica 75 Bold" panose="020B0804020202020204" pitchFamily="34" charset="0"/>
                <a:cs typeface="Segoe UI"/>
              </a:rPr>
              <a:t>Toolstack</a:t>
            </a:r>
            <a:endParaRPr kumimoji="0" lang="en-US" sz="1200" b="1" i="0" u="none" strike="noStrike" kern="1200" cap="none" spc="0" normalizeH="0" baseline="0" noProof="0" dirty="0">
              <a:ln>
                <a:noFill/>
              </a:ln>
              <a:solidFill>
                <a:srgbClr val="000000"/>
              </a:solidFill>
              <a:effectLst/>
              <a:uLnTx/>
              <a:uFillTx/>
              <a:latin typeface="Helvetica 75 Bold" panose="020B0804020202020204" pitchFamily="34" charset="0"/>
              <a:ea typeface="+mn-lt"/>
              <a:cs typeface="+mn-lt"/>
            </a:endParaRPr>
          </a:p>
        </p:txBody>
      </p:sp>
      <p:sp>
        <p:nvSpPr>
          <p:cNvPr id="11" name="Rectangle 12">
            <a:extLst>
              <a:ext uri="{FF2B5EF4-FFF2-40B4-BE49-F238E27FC236}">
                <a16:creationId xmlns:a16="http://schemas.microsoft.com/office/drawing/2014/main" id="{6364E184-BF95-48F3-8A2A-A1CF80FE4AC7}"/>
              </a:ext>
            </a:extLst>
          </p:cNvPr>
          <p:cNvSpPr/>
          <p:nvPr/>
        </p:nvSpPr>
        <p:spPr>
          <a:xfrm>
            <a:off x="6973880" y="1411511"/>
            <a:ext cx="1587047"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SI</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Solutions</a:t>
            </a:r>
          </a:p>
        </p:txBody>
      </p:sp>
      <p:sp>
        <p:nvSpPr>
          <p:cNvPr id="14" name="Rectangle 42">
            <a:extLst>
              <a:ext uri="{FF2B5EF4-FFF2-40B4-BE49-F238E27FC236}">
                <a16:creationId xmlns:a16="http://schemas.microsoft.com/office/drawing/2014/main" id="{B769E67A-9780-47AE-B74F-25CBDE421AFC}"/>
              </a:ext>
            </a:extLst>
          </p:cNvPr>
          <p:cNvSpPr>
            <a:spLocks noChangeArrowheads="1"/>
          </p:cNvSpPr>
          <p:nvPr/>
        </p:nvSpPr>
        <p:spPr bwMode="auto">
          <a:xfrm>
            <a:off x="254827" y="1904507"/>
            <a:ext cx="2014073" cy="2090054"/>
          </a:xfrm>
          <a:prstGeom prst="rect">
            <a:avLst/>
          </a:prstGeom>
          <a:noFill/>
          <a:ln w="9525">
            <a:solidFill>
              <a:schemeClr val="bg1"/>
            </a:solid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Arial"/>
              </a:rPr>
              <a:t>SOC &amp; SIEM Development</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ea typeface="+mn-ea"/>
              <a:cs typeface="Arial"/>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Arial"/>
              </a:rPr>
              <a:t>SIEM Architecture Planning</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ea typeface="+mn-ea"/>
              <a:cs typeface="Arial"/>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Arial"/>
              </a:rPr>
              <a:t>SOC Maturity Assessments</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ea typeface="+mn-ea"/>
              <a:cs typeface="Arial"/>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Arial"/>
              </a:rPr>
              <a:t>Cloud Security Monitoring Strategy</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ea typeface="+mn-ea"/>
              <a:cs typeface="Arial"/>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Arial"/>
              </a:rPr>
              <a:t>Use Case Consulting</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ea typeface="+mn-ea"/>
              <a:cs typeface="Arial"/>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Training / Workshops</a:t>
            </a:r>
            <a:endParaRPr kumimoji="0" lang="en-US" sz="950" b="0" i="0" u="none" strike="noStrike" kern="1200" cap="none" spc="0" normalizeH="0" baseline="0" noProof="0" dirty="0">
              <a:ln>
                <a:noFill/>
              </a:ln>
              <a:solidFill>
                <a:srgbClr val="000000"/>
              </a:solidFill>
              <a:effectLst/>
              <a:uLnTx/>
              <a:uFillTx/>
              <a:ea typeface="+mn-ea"/>
              <a:cs typeface="+mn-cs"/>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Arial"/>
              <a:ea typeface="+mn-ea"/>
              <a:cs typeface="Arial"/>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38" name="Rectangle 42">
            <a:extLst>
              <a:ext uri="{FF2B5EF4-FFF2-40B4-BE49-F238E27FC236}">
                <a16:creationId xmlns:a16="http://schemas.microsoft.com/office/drawing/2014/main" id="{E4D94EF9-B866-499E-9BE7-850D6308683F}"/>
              </a:ext>
            </a:extLst>
          </p:cNvPr>
          <p:cNvSpPr>
            <a:spLocks noChangeArrowheads="1"/>
          </p:cNvSpPr>
          <p:nvPr/>
        </p:nvSpPr>
        <p:spPr bwMode="auto">
          <a:xfrm>
            <a:off x="4570635" y="1893956"/>
            <a:ext cx="2014073" cy="2100603"/>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Integrating SOC </a:t>
            </a:r>
            <a:r>
              <a:rPr kumimoji="0" lang="en-US" sz="950" b="1" i="0" u="none" strike="noStrike" kern="1200" cap="none" spc="0" normalizeH="0" baseline="0" noProof="0" dirty="0" err="1">
                <a:ln>
                  <a:noFill/>
                </a:ln>
                <a:solidFill>
                  <a:srgbClr val="FFFFFF"/>
                </a:solidFill>
                <a:effectLst/>
                <a:uLnTx/>
                <a:uFillTx/>
                <a:ea typeface="+mn-ea"/>
                <a:cs typeface="Helvetica"/>
              </a:rPr>
              <a:t>Toolstack</a:t>
            </a:r>
            <a:endParaRPr kumimoji="0" lang="en-US" sz="950" b="1" i="0" u="none" strike="noStrike" kern="1200" cap="none" spc="0" normalizeH="0" baseline="0" noProof="0" dirty="0">
              <a:ln>
                <a:noFill/>
              </a:ln>
              <a:solidFill>
                <a:srgbClr val="FFFFFF"/>
              </a:solidFill>
              <a:effectLst/>
              <a:uLnTx/>
              <a:uFillTx/>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Operations</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Update &amp; Maintain</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Data Onboarding</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Support &amp; Troubleshoot</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SIEM &amp; SOAR</a:t>
            </a:r>
            <a:endParaRPr kumimoji="0" lang="en-US" sz="1800" b="0" i="0" u="none" strike="noStrike" kern="1200" cap="none" spc="0" normalizeH="0" baseline="0" noProof="0" dirty="0">
              <a:ln>
                <a:noFill/>
              </a:ln>
              <a:solidFill>
                <a:srgbClr val="000000"/>
              </a:solidFill>
              <a:effectLst/>
              <a:uLnTx/>
              <a:uFillTx/>
              <a:ea typeface="+mn-ea"/>
              <a:cs typeface="+mn-cs"/>
            </a:endParaRPr>
          </a:p>
          <a:p>
            <a:pPr marL="457200" marR="0" lvl="1" indent="0" algn="l" defTabSz="683913" rtl="0" eaLnBrk="1" fontAlgn="auto" latinLnBrk="0" hangingPunct="1">
              <a:lnSpc>
                <a:spcPct val="90000"/>
              </a:lnSpc>
              <a:spcBef>
                <a:spcPts val="0"/>
              </a:spcBef>
              <a:spcAft>
                <a:spcPts val="0"/>
              </a:spcAft>
              <a:buClr>
                <a:srgbClr val="FF7900"/>
              </a:buClr>
              <a:buSzTx/>
              <a:buFontTx/>
              <a:buNone/>
              <a:tabLst/>
              <a:defRPr/>
            </a:pPr>
            <a:r>
              <a:rPr kumimoji="0" lang="en-US" sz="950" b="1" i="0" u="none" strike="noStrike" kern="1200" cap="none" spc="0" normalizeH="0" baseline="0" noProof="0" dirty="0">
                <a:ln>
                  <a:noFill/>
                </a:ln>
                <a:solidFill>
                  <a:srgbClr val="FFFFFF"/>
                </a:solidFill>
                <a:effectLst/>
                <a:uLnTx/>
                <a:uFillTx/>
                <a:ea typeface="+mn-ea"/>
                <a:cs typeface="Helvetica"/>
              </a:rPr>
              <a:t>Use Case Engineering</a:t>
            </a:r>
          </a:p>
          <a:p>
            <a:pPr marL="457200" marR="0" lvl="1" indent="0" algn="l" defTabSz="683913" rtl="0" eaLnBrk="1" fontAlgn="auto" latinLnBrk="0" hangingPunct="1">
              <a:lnSpc>
                <a:spcPct val="90000"/>
              </a:lnSpc>
              <a:spcBef>
                <a:spcPts val="0"/>
              </a:spcBef>
              <a:spcAft>
                <a:spcPts val="0"/>
              </a:spcAft>
              <a:buClr>
                <a:srgbClr val="FF7900"/>
              </a:buClr>
              <a:buSzTx/>
              <a:buFontTx/>
              <a:buNone/>
              <a:tabLst/>
              <a:defRPr/>
            </a:pPr>
            <a:r>
              <a:rPr kumimoji="0" lang="en-US" sz="950" b="1" i="0" u="none" strike="noStrike" kern="1200" cap="none" spc="0" normalizeH="0" baseline="0" noProof="0" dirty="0">
                <a:ln>
                  <a:noFill/>
                </a:ln>
                <a:solidFill>
                  <a:srgbClr val="FFFFFF"/>
                </a:solidFill>
                <a:effectLst/>
                <a:uLnTx/>
                <a:uFillTx/>
                <a:ea typeface="+mn-ea"/>
                <a:cs typeface="Helvetica"/>
              </a:rPr>
              <a:t>Playbook Development</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ea typeface="+mn-ea"/>
              <a:cs typeface="Arial"/>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Arial"/>
              </a:rPr>
              <a:t>Develop Operation Concepts</a:t>
            </a:r>
            <a:endParaRPr kumimoji="0" lang="en-US" sz="950" b="1" i="0" u="none" strike="noStrike" kern="1200" cap="none" spc="0" normalizeH="0" baseline="0" noProof="0" dirty="0">
              <a:ln>
                <a:noFill/>
              </a:ln>
              <a:solidFill>
                <a:srgbClr val="FFFFFF"/>
              </a:solidFill>
              <a:effectLst/>
              <a:uLnTx/>
              <a:uFillTx/>
              <a:ea typeface="+mn-ea"/>
              <a:cs typeface="Helvetica"/>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39" name="Rectangle 42">
            <a:extLst>
              <a:ext uri="{FF2B5EF4-FFF2-40B4-BE49-F238E27FC236}">
                <a16:creationId xmlns:a16="http://schemas.microsoft.com/office/drawing/2014/main" id="{FB012988-A75D-4DAF-8B4A-B46A8EFF8746}"/>
              </a:ext>
            </a:extLst>
          </p:cNvPr>
          <p:cNvSpPr>
            <a:spLocks noChangeArrowheads="1"/>
          </p:cNvSpPr>
          <p:nvPr/>
        </p:nvSpPr>
        <p:spPr bwMode="auto">
          <a:xfrm>
            <a:off x="2432230" y="1893957"/>
            <a:ext cx="1995639" cy="2100602"/>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Sans-Serif"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lt"/>
                <a:cs typeface="+mn-lt"/>
              </a:rPr>
              <a:t>Implementation – SIEM / SOAR</a:t>
            </a:r>
            <a:endParaRPr kumimoji="0" lang="en-US" sz="950" b="0" i="0" u="none" strike="noStrike" kern="1200" cap="none" spc="0" normalizeH="0" baseline="0" noProof="0" dirty="0">
              <a:ln>
                <a:noFill/>
              </a:ln>
              <a:solidFill>
                <a:srgbClr val="000000"/>
              </a:solidFill>
              <a:effectLst/>
              <a:uLnTx/>
              <a:uFillTx/>
              <a:latin typeface="Helvetica 75 Bold"/>
              <a:ea typeface="+mn-lt"/>
              <a:cs typeface="+mn-lt"/>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50" b="0" i="0" u="none" strike="noStrike" kern="1200" cap="none" spc="0" normalizeH="0" baseline="0" noProof="0" dirty="0">
              <a:ln>
                <a:noFill/>
              </a:ln>
              <a:solidFill>
                <a:srgbClr val="000000"/>
              </a:solidFill>
              <a:effectLst/>
              <a:uLnTx/>
              <a:uFillTx/>
              <a:latin typeface="Helvetica 75 Bold"/>
              <a:ea typeface="+mn-lt"/>
              <a:cs typeface="+mn-lt"/>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SIEM Migration</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SIEM Cloud Integration</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Copilot Service for Customers  for Know How Transfer</a:t>
            </a:r>
            <a:endParaRPr kumimoji="0" lang="en-US" sz="1800" b="0" i="0" u="none" strike="noStrike" kern="1200" cap="none" spc="0" normalizeH="0" baseline="0" noProof="0" dirty="0">
              <a:ln>
                <a:noFill/>
              </a:ln>
              <a:solidFill>
                <a:srgbClr val="000000"/>
              </a:solidFill>
              <a:effectLst/>
              <a:uLnTx/>
              <a:uFillTx/>
              <a:latin typeface="Helvetica 75 Bold"/>
              <a:ea typeface="+mn-ea"/>
              <a:cs typeface="+mn-cs"/>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40" name="Rectangle 42">
            <a:extLst>
              <a:ext uri="{FF2B5EF4-FFF2-40B4-BE49-F238E27FC236}">
                <a16:creationId xmlns:a16="http://schemas.microsoft.com/office/drawing/2014/main" id="{19B552C4-C961-4300-964D-080FAF1BFB6F}"/>
              </a:ext>
            </a:extLst>
          </p:cNvPr>
          <p:cNvSpPr>
            <a:spLocks noChangeArrowheads="1"/>
          </p:cNvSpPr>
          <p:nvPr/>
        </p:nvSpPr>
        <p:spPr bwMode="auto">
          <a:xfrm>
            <a:off x="6748555" y="1904505"/>
            <a:ext cx="1991993" cy="2090054"/>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SIEM</a:t>
            </a:r>
            <a:endParaRPr kumimoji="0" lang="de-DE" sz="1800" b="0" i="0" u="none" strike="noStrike" kern="1200" cap="none" spc="0" normalizeH="0" baseline="0" noProof="0" dirty="0">
              <a:ln>
                <a:noFill/>
              </a:ln>
              <a:solidFill>
                <a:srgbClr val="000000"/>
              </a:solidFill>
              <a:effectLst/>
              <a:uLnTx/>
              <a:uFillTx/>
              <a:latin typeface="Helvetica 75 Bold"/>
              <a:ea typeface="+mn-ea"/>
              <a:cs typeface="+mn-cs"/>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SOAR</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Vulnerability Management</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Threat Intelligence</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Big Data Solutions</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User Behavior Analytics</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Machine Learning &amp; Analytics</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pic>
        <p:nvPicPr>
          <p:cNvPr id="31" name="Image 57">
            <a:extLst>
              <a:ext uri="{FF2B5EF4-FFF2-40B4-BE49-F238E27FC236}">
                <a16:creationId xmlns:a16="http://schemas.microsoft.com/office/drawing/2014/main" id="{5BB63124-80CA-4EBE-90AC-E0F642A7B6E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035547" y="1272630"/>
            <a:ext cx="484385" cy="484385"/>
          </a:xfrm>
          <a:prstGeom prst="rect">
            <a:avLst/>
          </a:prstGeom>
        </p:spPr>
      </p:pic>
      <p:sp>
        <p:nvSpPr>
          <p:cNvPr id="32" name="Rectangle 49">
            <a:extLst>
              <a:ext uri="{FF2B5EF4-FFF2-40B4-BE49-F238E27FC236}">
                <a16:creationId xmlns:a16="http://schemas.microsoft.com/office/drawing/2014/main" id="{52F0ECF8-9829-47B9-9CB6-930BFB48CAF1}"/>
              </a:ext>
            </a:extLst>
          </p:cNvPr>
          <p:cNvSpPr/>
          <p:nvPr/>
        </p:nvSpPr>
        <p:spPr>
          <a:xfrm>
            <a:off x="254449" y="3976147"/>
            <a:ext cx="2014073" cy="288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30" name="Rectangle 49">
            <a:extLst>
              <a:ext uri="{FF2B5EF4-FFF2-40B4-BE49-F238E27FC236}">
                <a16:creationId xmlns:a16="http://schemas.microsoft.com/office/drawing/2014/main" id="{1FF3DC06-AD73-4FB4-9F6E-706F88A36236}"/>
              </a:ext>
            </a:extLst>
          </p:cNvPr>
          <p:cNvSpPr/>
          <p:nvPr/>
        </p:nvSpPr>
        <p:spPr>
          <a:xfrm>
            <a:off x="4575474" y="3976147"/>
            <a:ext cx="2014073" cy="28800"/>
          </a:xfrm>
          <a:prstGeom prst="rect">
            <a:avLst/>
          </a:prstGeom>
          <a:solidFill>
            <a:srgbClr val="8871B1"/>
          </a:solidFill>
          <a:ln>
            <a:solidFill>
              <a:srgbClr val="9986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Tree>
    <p:extLst>
      <p:ext uri="{BB962C8B-B14F-4D97-AF65-F5344CB8AC3E}">
        <p14:creationId xmlns:p14="http://schemas.microsoft.com/office/powerpoint/2010/main" val="3190763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oup of people sitting posing for the camera&#10;&#10;Description automatically generated">
            <a:extLst>
              <a:ext uri="{FF2B5EF4-FFF2-40B4-BE49-F238E27FC236}">
                <a16:creationId xmlns:a16="http://schemas.microsoft.com/office/drawing/2014/main" id="{8A59C366-1B41-4FCC-A256-C1F33CD6B6CC}"/>
              </a:ext>
            </a:extLst>
          </p:cNvPr>
          <p:cNvPicPr>
            <a:picLocks noChangeAspect="1"/>
          </p:cNvPicPr>
          <p:nvPr/>
        </p:nvPicPr>
        <p:blipFill>
          <a:blip r:embed="rId3"/>
          <a:stretch>
            <a:fillRect/>
          </a:stretch>
        </p:blipFill>
        <p:spPr>
          <a:xfrm>
            <a:off x="-378" y="570843"/>
            <a:ext cx="9144000" cy="4572657"/>
          </a:xfrm>
          <a:prstGeom prst="rect">
            <a:avLst/>
          </a:prstGeom>
        </p:spPr>
      </p:pic>
      <p:grpSp>
        <p:nvGrpSpPr>
          <p:cNvPr id="2" name="Groupe 1"/>
          <p:cNvGrpSpPr/>
          <p:nvPr/>
        </p:nvGrpSpPr>
        <p:grpSpPr>
          <a:xfrm>
            <a:off x="-22500" y="0"/>
            <a:ext cx="9166500" cy="5143500"/>
            <a:chOff x="-30000" y="0"/>
            <a:chExt cx="12222000" cy="6858000"/>
          </a:xfrm>
        </p:grpSpPr>
        <p:sp>
          <p:nvSpPr>
            <p:cNvPr id="5" name="Rectangle 4">
              <a:extLst>
                <a:ext uri="{FF2B5EF4-FFF2-40B4-BE49-F238E27FC236}">
                  <a16:creationId xmlns:a16="http://schemas.microsoft.com/office/drawing/2014/main" id="{87A508DE-BB63-4F51-A99B-E26ED35D89A9}"/>
                </a:ext>
              </a:extLst>
            </p:cNvPr>
            <p:cNvSpPr>
              <a:spLocks/>
            </p:cNvSpPr>
            <p:nvPr/>
          </p:nvSpPr>
          <p:spPr>
            <a:xfrm>
              <a:off x="-30000" y="0"/>
              <a:ext cx="12222000" cy="685800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6" name="Picture 35" descr="A picture containing water, large, cloudy, knife&#10;&#10;Description automatically generated">
              <a:extLst>
                <a:ext uri="{FF2B5EF4-FFF2-40B4-BE49-F238E27FC236}">
                  <a16:creationId xmlns:a16="http://schemas.microsoft.com/office/drawing/2014/main" id="{FFFD35DA-6B14-4769-9B88-A69E6E274FA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504" y="1"/>
              <a:ext cx="12190992" cy="4023027"/>
            </a:xfrm>
            <a:prstGeom prst="rect">
              <a:avLst/>
            </a:prstGeom>
          </p:spPr>
        </p:pic>
      </p:grpSp>
      <p:sp>
        <p:nvSpPr>
          <p:cNvPr id="37" name="Title 1">
            <a:extLst>
              <a:ext uri="{FF2B5EF4-FFF2-40B4-BE49-F238E27FC236}">
                <a16:creationId xmlns:a16="http://schemas.microsoft.com/office/drawing/2014/main" id="{807C3A92-C83F-4A2D-AD35-4F1EA2FCCE60}"/>
              </a:ext>
            </a:extLst>
          </p:cNvPr>
          <p:cNvSpPr>
            <a:spLocks noGrp="1"/>
          </p:cNvSpPr>
          <p:nvPr>
            <p:ph type="title"/>
          </p:nvPr>
        </p:nvSpPr>
        <p:spPr>
          <a:xfrm>
            <a:off x="302727" y="316697"/>
            <a:ext cx="8964110" cy="723900"/>
          </a:xfrm>
        </p:spPr>
        <p:txBody>
          <a:bodyPr/>
          <a:lstStyle/>
          <a:p>
            <a:r>
              <a:rPr lang="en-US" sz="3200" dirty="0">
                <a:solidFill>
                  <a:schemeClr val="bg1"/>
                </a:solidFill>
                <a:latin typeface="+mn-lt"/>
              </a:rPr>
              <a:t>Portfolio dedicated to Infrastructure Security</a:t>
            </a:r>
          </a:p>
        </p:txBody>
      </p:sp>
      <p:sp>
        <p:nvSpPr>
          <p:cNvPr id="69" name="TextBox 62">
            <a:extLst>
              <a:ext uri="{FF2B5EF4-FFF2-40B4-BE49-F238E27FC236}">
                <a16:creationId xmlns:a16="http://schemas.microsoft.com/office/drawing/2014/main" id="{8EB103C8-B1A7-4435-B83C-2A5F8E233D96}"/>
              </a:ext>
            </a:extLst>
          </p:cNvPr>
          <p:cNvSpPr txBox="1">
            <a:spLocks/>
          </p:cNvSpPr>
          <p:nvPr/>
        </p:nvSpPr>
        <p:spPr>
          <a:xfrm>
            <a:off x="2411095" y="1387371"/>
            <a:ext cx="2015622" cy="506586"/>
          </a:xfrm>
          <a:prstGeom prst="rect">
            <a:avLst/>
          </a:prstGeom>
          <a:solidFill>
            <a:schemeClr val="accent3"/>
          </a:solidFill>
          <a:ln>
            <a:solidFill>
              <a:schemeClr val="accent3"/>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Solutions</a:t>
            </a:r>
          </a:p>
        </p:txBody>
      </p:sp>
      <p:sp>
        <p:nvSpPr>
          <p:cNvPr id="71" name="TextBox 62">
            <a:extLst>
              <a:ext uri="{FF2B5EF4-FFF2-40B4-BE49-F238E27FC236}">
                <a16:creationId xmlns:a16="http://schemas.microsoft.com/office/drawing/2014/main" id="{8EB103C8-B1A7-4435-B83C-2A5F8E233D96}"/>
              </a:ext>
            </a:extLst>
          </p:cNvPr>
          <p:cNvSpPr txBox="1">
            <a:spLocks/>
          </p:cNvSpPr>
          <p:nvPr/>
        </p:nvSpPr>
        <p:spPr>
          <a:xfrm>
            <a:off x="6720134" y="1387369"/>
            <a:ext cx="2029977" cy="506587"/>
          </a:xfrm>
          <a:prstGeom prst="rect">
            <a:avLst/>
          </a:prstGeom>
          <a:solidFill>
            <a:schemeClr val="bg2"/>
          </a:solidFill>
          <a:ln>
            <a:solidFill>
              <a:schemeClr val="bg2"/>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76" name="Rectangle 75">
            <a:extLst>
              <a:ext uri="{FF2B5EF4-FFF2-40B4-BE49-F238E27FC236}">
                <a16:creationId xmlns:a16="http://schemas.microsoft.com/office/drawing/2014/main" id="{B375D614-9A2D-0B41-A83E-706C503443FC}"/>
              </a:ext>
            </a:extLst>
          </p:cNvPr>
          <p:cNvSpPr>
            <a:spLocks noChangeArrowheads="1"/>
          </p:cNvSpPr>
          <p:nvPr/>
        </p:nvSpPr>
        <p:spPr bwMode="auto">
          <a:xfrm>
            <a:off x="2411870" y="1904506"/>
            <a:ext cx="2016000" cy="209005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78" name="Rectangle 77">
            <a:extLst>
              <a:ext uri="{FF2B5EF4-FFF2-40B4-BE49-F238E27FC236}">
                <a16:creationId xmlns:a16="http://schemas.microsoft.com/office/drawing/2014/main" id="{B375D614-9A2D-0B41-A83E-706C503443FC}"/>
              </a:ext>
            </a:extLst>
          </p:cNvPr>
          <p:cNvSpPr>
            <a:spLocks noChangeArrowheads="1"/>
          </p:cNvSpPr>
          <p:nvPr/>
        </p:nvSpPr>
        <p:spPr bwMode="auto">
          <a:xfrm>
            <a:off x="6732313" y="1904506"/>
            <a:ext cx="2008236" cy="208911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41" name="TextBox 50">
            <a:extLst>
              <a:ext uri="{FF2B5EF4-FFF2-40B4-BE49-F238E27FC236}">
                <a16:creationId xmlns:a16="http://schemas.microsoft.com/office/drawing/2014/main" id="{8EB103C8-B1A7-4435-B83C-2A5F8E233D96}"/>
              </a:ext>
            </a:extLst>
          </p:cNvPr>
          <p:cNvSpPr txBox="1">
            <a:spLocks/>
          </p:cNvSpPr>
          <p:nvPr/>
        </p:nvSpPr>
        <p:spPr>
          <a:xfrm>
            <a:off x="254828" y="1387371"/>
            <a:ext cx="2013557" cy="506585"/>
          </a:xfrm>
          <a:prstGeom prst="rect">
            <a:avLst/>
          </a:prstGeom>
          <a:solidFill>
            <a:schemeClr val="accent6"/>
          </a:solidFill>
          <a:ln>
            <a:solidFill>
              <a:schemeClr val="accent6"/>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Helvetica 75 Bold"/>
              <a:ea typeface="+mn-ea"/>
              <a:cs typeface="+mn-cs"/>
            </a:endParaRPr>
          </a:p>
        </p:txBody>
      </p:sp>
      <p:sp>
        <p:nvSpPr>
          <p:cNvPr id="42" name="TextBox 58">
            <a:extLst>
              <a:ext uri="{FF2B5EF4-FFF2-40B4-BE49-F238E27FC236}">
                <a16:creationId xmlns:a16="http://schemas.microsoft.com/office/drawing/2014/main" id="{8EB103C8-B1A7-4435-B83C-2A5F8E233D96}"/>
              </a:ext>
            </a:extLst>
          </p:cNvPr>
          <p:cNvSpPr txBox="1">
            <a:spLocks/>
          </p:cNvSpPr>
          <p:nvPr/>
        </p:nvSpPr>
        <p:spPr>
          <a:xfrm>
            <a:off x="4569427" y="1387369"/>
            <a:ext cx="2022353" cy="506587"/>
          </a:xfrm>
          <a:prstGeom prst="rect">
            <a:avLst/>
          </a:prstGeom>
          <a:solidFill>
            <a:schemeClr val="accent5"/>
          </a:solidFill>
          <a:ln>
            <a:solidFill>
              <a:schemeClr val="accent5"/>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56" name="Rectangle 55">
            <a:extLst>
              <a:ext uri="{FF2B5EF4-FFF2-40B4-BE49-F238E27FC236}">
                <a16:creationId xmlns:a16="http://schemas.microsoft.com/office/drawing/2014/main" id="{B375D614-9A2D-0B41-A83E-706C503443FC}"/>
              </a:ext>
            </a:extLst>
          </p:cNvPr>
          <p:cNvSpPr>
            <a:spLocks noChangeArrowheads="1"/>
          </p:cNvSpPr>
          <p:nvPr/>
        </p:nvSpPr>
        <p:spPr bwMode="auto">
          <a:xfrm>
            <a:off x="4573024" y="1905444"/>
            <a:ext cx="2016523" cy="2089114"/>
          </a:xfrm>
          <a:prstGeom prst="rect">
            <a:avLst/>
          </a:prstGeom>
          <a:noFill/>
          <a:ln>
            <a:solidFill>
              <a:schemeClr val="bg1"/>
            </a:solidFill>
          </a:ln>
        </p:spPr>
        <p:txBody>
          <a:bodyPr wrap="square" lIns="72000" tIns="72000" rIns="72000" bIns="72000" anchor="t">
            <a:noAutofit/>
          </a:bodyPr>
          <a:lstStyle/>
          <a:p>
            <a:pPr marL="214313" marR="0" lvl="0" indent="-214313"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1000" b="1" i="0" u="none" strike="noStrike" kern="1200" cap="none" spc="0" normalizeH="0" baseline="0" noProof="0">
              <a:ln>
                <a:noFill/>
              </a:ln>
              <a:solidFill>
                <a:srgbClr val="FFFFFF"/>
              </a:solidFill>
              <a:effectLst/>
              <a:uLnTx/>
              <a:uFillTx/>
              <a:latin typeface="Helvetica 75 Bold"/>
              <a:ea typeface="+mn-ea"/>
              <a:cs typeface="Helvetica"/>
            </a:endParaRPr>
          </a:p>
        </p:txBody>
      </p:sp>
      <p:pic>
        <p:nvPicPr>
          <p:cNvPr id="58" name="Image 5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1175" y="1290281"/>
            <a:ext cx="484385" cy="484385"/>
          </a:xfrm>
          <a:prstGeom prst="rect">
            <a:avLst/>
          </a:prstGeom>
        </p:spPr>
      </p:pic>
      <p:pic>
        <p:nvPicPr>
          <p:cNvPr id="59" name="Image 5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26642" y="1295310"/>
            <a:ext cx="530552" cy="530552"/>
          </a:xfrm>
          <a:prstGeom prst="rect">
            <a:avLst/>
          </a:prstGeom>
        </p:spPr>
      </p:pic>
      <p:sp>
        <p:nvSpPr>
          <p:cNvPr id="50" name="Rectangle 49"/>
          <p:cNvSpPr/>
          <p:nvPr/>
        </p:nvSpPr>
        <p:spPr>
          <a:xfrm>
            <a:off x="2411869" y="3976147"/>
            <a:ext cx="2014073" cy="28800"/>
          </a:xfrm>
          <a:prstGeom prst="rect">
            <a:avLst/>
          </a:prstGeom>
          <a:solidFill>
            <a:schemeClr val="accent3"/>
          </a:solidFill>
          <a:ln>
            <a:solidFill>
              <a:srgbClr val="50BE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52" name="Rectangle 51"/>
          <p:cNvSpPr/>
          <p:nvPr/>
        </p:nvSpPr>
        <p:spPr>
          <a:xfrm>
            <a:off x="6737515" y="3979022"/>
            <a:ext cx="2014073" cy="28800"/>
          </a:xfrm>
          <a:prstGeom prst="rect">
            <a:avLst/>
          </a:prstGeom>
          <a:solidFill>
            <a:srgbClr val="FF7900"/>
          </a:solidFill>
          <a:ln>
            <a:solidFill>
              <a:srgbClr val="FF7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Rectangle 59">
            <a:extLst>
              <a:ext uri="{FF2B5EF4-FFF2-40B4-BE49-F238E27FC236}">
                <a16:creationId xmlns:a16="http://schemas.microsoft.com/office/drawing/2014/main" id="{EC44D2E4-88D6-45D7-8806-4202CBC4E594}"/>
              </a:ext>
            </a:extLst>
          </p:cNvPr>
          <p:cNvSpPr/>
          <p:nvPr/>
        </p:nvSpPr>
        <p:spPr>
          <a:xfrm>
            <a:off x="331426" y="1415528"/>
            <a:ext cx="1863378"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Consulting</a:t>
            </a:r>
          </a:p>
        </p:txBody>
      </p:sp>
      <p:sp>
        <p:nvSpPr>
          <p:cNvPr id="9" name="Rectangle 11">
            <a:extLst>
              <a:ext uri="{FF2B5EF4-FFF2-40B4-BE49-F238E27FC236}">
                <a16:creationId xmlns:a16="http://schemas.microsoft.com/office/drawing/2014/main" id="{3F1100A4-1F24-4A3E-B196-C7B35FDC8531}"/>
              </a:ext>
            </a:extLst>
          </p:cNvPr>
          <p:cNvSpPr/>
          <p:nvPr/>
        </p:nvSpPr>
        <p:spPr>
          <a:xfrm>
            <a:off x="2407796" y="1436192"/>
            <a:ext cx="1840619" cy="276999"/>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0" name="Rectangle 60">
            <a:extLst>
              <a:ext uri="{FF2B5EF4-FFF2-40B4-BE49-F238E27FC236}">
                <a16:creationId xmlns:a16="http://schemas.microsoft.com/office/drawing/2014/main" id="{C4620EDE-5A93-45D0-9A8E-CCB316DA9278}"/>
              </a:ext>
            </a:extLst>
          </p:cNvPr>
          <p:cNvSpPr/>
          <p:nvPr/>
        </p:nvSpPr>
        <p:spPr>
          <a:xfrm>
            <a:off x="4699630" y="1412353"/>
            <a:ext cx="1752557"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Solutions</a:t>
            </a:r>
          </a:p>
        </p:txBody>
      </p:sp>
      <p:sp>
        <p:nvSpPr>
          <p:cNvPr id="11" name="Rectangle 12">
            <a:extLst>
              <a:ext uri="{FF2B5EF4-FFF2-40B4-BE49-F238E27FC236}">
                <a16:creationId xmlns:a16="http://schemas.microsoft.com/office/drawing/2014/main" id="{6364E184-BF95-48F3-8A2A-A1CF80FE4AC7}"/>
              </a:ext>
            </a:extLst>
          </p:cNvPr>
          <p:cNvSpPr/>
          <p:nvPr/>
        </p:nvSpPr>
        <p:spPr>
          <a:xfrm>
            <a:off x="6980807" y="1418438"/>
            <a:ext cx="1587047"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Helvetica 75 Bold" panose="020B0804020202020204" pitchFamily="34" charset="0"/>
                <a:cs typeface="Segoe UI"/>
              </a:rPr>
              <a:t>Operate SOC </a:t>
            </a:r>
            <a:r>
              <a:rPr kumimoji="0" lang="en-US" sz="1200" b="1" i="0" u="none" strike="noStrike" kern="1200" cap="none" spc="0" normalizeH="0" baseline="0" noProof="0" dirty="0" err="1">
                <a:ln>
                  <a:noFill/>
                </a:ln>
                <a:solidFill>
                  <a:srgbClr val="000000"/>
                </a:solidFill>
                <a:effectLst/>
                <a:uLnTx/>
                <a:uFillTx/>
                <a:latin typeface="Helvetica 75 Bold" panose="020B0804020202020204" pitchFamily="34" charset="0"/>
                <a:cs typeface="Segoe UI"/>
              </a:rPr>
              <a:t>Toolstack</a:t>
            </a:r>
            <a:endParaRPr kumimoji="0" lang="en-US" sz="1200" b="1" i="0" u="none" strike="noStrike" kern="1200" cap="none" spc="0" normalizeH="0" baseline="0" noProof="0" dirty="0">
              <a:ln>
                <a:noFill/>
              </a:ln>
              <a:solidFill>
                <a:srgbClr val="000000"/>
              </a:solidFill>
              <a:effectLst/>
              <a:uLnTx/>
              <a:uFillTx/>
              <a:latin typeface="Helvetica 75 Bold" panose="020B0804020202020204" pitchFamily="34" charset="0"/>
              <a:ea typeface="+mn-lt"/>
              <a:cs typeface="+mn-lt"/>
            </a:endParaRPr>
          </a:p>
        </p:txBody>
      </p:sp>
      <p:sp>
        <p:nvSpPr>
          <p:cNvPr id="14" name="Rectangle 42">
            <a:extLst>
              <a:ext uri="{FF2B5EF4-FFF2-40B4-BE49-F238E27FC236}">
                <a16:creationId xmlns:a16="http://schemas.microsoft.com/office/drawing/2014/main" id="{B769E67A-9780-47AE-B74F-25CBDE421AFC}"/>
              </a:ext>
            </a:extLst>
          </p:cNvPr>
          <p:cNvSpPr>
            <a:spLocks noChangeArrowheads="1"/>
          </p:cNvSpPr>
          <p:nvPr/>
        </p:nvSpPr>
        <p:spPr bwMode="auto">
          <a:xfrm>
            <a:off x="254827" y="1904507"/>
            <a:ext cx="2014073" cy="2090054"/>
          </a:xfrm>
          <a:prstGeom prst="rect">
            <a:avLst/>
          </a:prstGeom>
          <a:noFill/>
          <a:ln w="9525">
            <a:solidFill>
              <a:schemeClr val="bg1"/>
            </a:solid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Security Architecture &amp; Design</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Zoning Concepts</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Cloud Integrations &amp; Interoperability</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Configuration Review</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Analysis</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Arial"/>
              <a:ea typeface="+mn-ea"/>
              <a:cs typeface="Arial"/>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38" name="Rectangle 42">
            <a:extLst>
              <a:ext uri="{FF2B5EF4-FFF2-40B4-BE49-F238E27FC236}">
                <a16:creationId xmlns:a16="http://schemas.microsoft.com/office/drawing/2014/main" id="{E4D94EF9-B866-499E-9BE7-850D6308683F}"/>
              </a:ext>
            </a:extLst>
          </p:cNvPr>
          <p:cNvSpPr>
            <a:spLocks noChangeArrowheads="1"/>
          </p:cNvSpPr>
          <p:nvPr/>
        </p:nvSpPr>
        <p:spPr bwMode="auto">
          <a:xfrm>
            <a:off x="4570635" y="1893956"/>
            <a:ext cx="2014073" cy="2100603"/>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Application Control</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Endpoint Detection &amp; Response</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SD-WAN, Software Defined Network</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err="1">
                <a:ln>
                  <a:noFill/>
                </a:ln>
                <a:solidFill>
                  <a:srgbClr val="FFFFFF"/>
                </a:solidFill>
                <a:effectLst/>
                <a:uLnTx/>
                <a:uFillTx/>
                <a:latin typeface="Helvetica 75 Bold"/>
                <a:ea typeface="+mn-ea"/>
                <a:cs typeface="Helvetica"/>
              </a:rPr>
              <a:t>Microsegmenation</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Zoning Concepts</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err="1">
                <a:ln>
                  <a:noFill/>
                </a:ln>
                <a:solidFill>
                  <a:srgbClr val="FFFFFF"/>
                </a:solidFill>
                <a:effectLst/>
                <a:uLnTx/>
                <a:uFillTx/>
                <a:latin typeface="Helvetica 75 Bold"/>
                <a:ea typeface="+mn-ea"/>
                <a:cs typeface="Helvetica"/>
              </a:rPr>
              <a:t>Pentests</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Analysis</a:t>
            </a:r>
          </a:p>
        </p:txBody>
      </p:sp>
      <p:sp>
        <p:nvSpPr>
          <p:cNvPr id="39" name="Rectangle 42">
            <a:extLst>
              <a:ext uri="{FF2B5EF4-FFF2-40B4-BE49-F238E27FC236}">
                <a16:creationId xmlns:a16="http://schemas.microsoft.com/office/drawing/2014/main" id="{FB012988-A75D-4DAF-8B4A-B46A8EFF8746}"/>
              </a:ext>
            </a:extLst>
          </p:cNvPr>
          <p:cNvSpPr>
            <a:spLocks noChangeArrowheads="1"/>
          </p:cNvSpPr>
          <p:nvPr/>
        </p:nvSpPr>
        <p:spPr bwMode="auto">
          <a:xfrm>
            <a:off x="2432230" y="1904505"/>
            <a:ext cx="1995639" cy="2090054"/>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Next Generation Firewalls</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Secure Access Service Edge</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Data Protection</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Threat Prevention</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Security Intelligence</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Access Control</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Secure Remote Access</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40" name="Rectangle 42">
            <a:extLst>
              <a:ext uri="{FF2B5EF4-FFF2-40B4-BE49-F238E27FC236}">
                <a16:creationId xmlns:a16="http://schemas.microsoft.com/office/drawing/2014/main" id="{19B552C4-C961-4300-964D-080FAF1BFB6F}"/>
              </a:ext>
            </a:extLst>
          </p:cNvPr>
          <p:cNvSpPr>
            <a:spLocks noChangeArrowheads="1"/>
          </p:cNvSpPr>
          <p:nvPr/>
        </p:nvSpPr>
        <p:spPr bwMode="auto">
          <a:xfrm>
            <a:off x="6748555" y="1904505"/>
            <a:ext cx="1991993" cy="2090054"/>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Integrating Infrastructure Security to SOC </a:t>
            </a:r>
            <a:r>
              <a:rPr kumimoji="0" lang="en-US" sz="950" b="1" i="0" u="none" strike="noStrike" kern="1200" cap="none" spc="0" normalizeH="0" baseline="0" noProof="0" dirty="0" err="1">
                <a:ln>
                  <a:noFill/>
                </a:ln>
                <a:solidFill>
                  <a:srgbClr val="FFFFFF"/>
                </a:solidFill>
                <a:effectLst/>
                <a:uLnTx/>
                <a:uFillTx/>
                <a:latin typeface="Helvetica 75 Bold"/>
                <a:ea typeface="+mn-ea"/>
                <a:cs typeface="Helvetica"/>
              </a:rPr>
              <a:t>Toolstack</a:t>
            </a: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Operations</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Update &amp; Maintain</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Data Onboarding</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Support &amp; Troubleshoot</a:t>
            </a:r>
          </a:p>
          <a:p>
            <a:pPr marL="457200" marR="0" lvl="1" indent="0" algn="l" defTabSz="683913" rtl="0" eaLnBrk="1" fontAlgn="auto" latinLnBrk="0" hangingPunct="1">
              <a:lnSpc>
                <a:spcPct val="90000"/>
              </a:lnSpc>
              <a:spcBef>
                <a:spcPts val="0"/>
              </a:spcBef>
              <a:spcAft>
                <a:spcPts val="0"/>
              </a:spcAft>
              <a:buClr>
                <a:srgbClr val="FF7900"/>
              </a:buClr>
              <a:buSzTx/>
              <a:buFontTx/>
              <a:buNone/>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171450" marR="0" lvl="0" indent="-171450"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Use Case Engineering </a:t>
            </a:r>
          </a:p>
          <a:p>
            <a:pPr marL="171450" marR="0" lvl="0" indent="-171450" algn="l" defTabSz="683913" rtl="0" eaLnBrk="1" fontAlgn="auto" latinLnBrk="0" hangingPunct="1">
              <a:lnSpc>
                <a:spcPct val="90000"/>
              </a:lnSpc>
              <a:spcBef>
                <a:spcPts val="0"/>
              </a:spcBef>
              <a:spcAft>
                <a:spcPts val="0"/>
              </a:spcAft>
              <a:buClr>
                <a:srgbClr val="FF7900"/>
              </a:buClr>
              <a:buSzTx/>
              <a:buFont typeface="Arial" panose="020B0604020202020204" pitchFamily="34" charset="0"/>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171450" marR="0" lvl="0" indent="-171450"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Playbook Development</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32" name="Rectangle 49">
            <a:extLst>
              <a:ext uri="{FF2B5EF4-FFF2-40B4-BE49-F238E27FC236}">
                <a16:creationId xmlns:a16="http://schemas.microsoft.com/office/drawing/2014/main" id="{52F0ECF8-9829-47B9-9CB6-930BFB48CAF1}"/>
              </a:ext>
            </a:extLst>
          </p:cNvPr>
          <p:cNvSpPr/>
          <p:nvPr/>
        </p:nvSpPr>
        <p:spPr>
          <a:xfrm>
            <a:off x="254449" y="3976147"/>
            <a:ext cx="2014073" cy="288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30" name="Rectangle 49">
            <a:extLst>
              <a:ext uri="{FF2B5EF4-FFF2-40B4-BE49-F238E27FC236}">
                <a16:creationId xmlns:a16="http://schemas.microsoft.com/office/drawing/2014/main" id="{1FF3DC06-AD73-4FB4-9F6E-706F88A36236}"/>
              </a:ext>
            </a:extLst>
          </p:cNvPr>
          <p:cNvSpPr/>
          <p:nvPr/>
        </p:nvSpPr>
        <p:spPr>
          <a:xfrm>
            <a:off x="4575474" y="3976147"/>
            <a:ext cx="2014073" cy="28800"/>
          </a:xfrm>
          <a:prstGeom prst="rect">
            <a:avLst/>
          </a:prstGeom>
          <a:solidFill>
            <a:srgbClr val="8871B1"/>
          </a:solidFill>
          <a:ln>
            <a:solidFill>
              <a:srgbClr val="9986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3" name="Image 5">
            <a:extLst>
              <a:ext uri="{FF2B5EF4-FFF2-40B4-BE49-F238E27FC236}">
                <a16:creationId xmlns:a16="http://schemas.microsoft.com/office/drawing/2014/main" id="{E1EEC96E-C2F2-424D-BCB9-F47D2FF8036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41378" y="1275296"/>
            <a:ext cx="512076" cy="512076"/>
          </a:xfrm>
          <a:prstGeom prst="rect">
            <a:avLst/>
          </a:prstGeom>
        </p:spPr>
      </p:pic>
      <p:pic>
        <p:nvPicPr>
          <p:cNvPr id="34" name="Image 58">
            <a:extLst>
              <a:ext uri="{FF2B5EF4-FFF2-40B4-BE49-F238E27FC236}">
                <a16:creationId xmlns:a16="http://schemas.microsoft.com/office/drawing/2014/main" id="{9754E26D-54F1-4984-B856-5541874938B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53783" y="1289094"/>
            <a:ext cx="530552" cy="530552"/>
          </a:xfrm>
          <a:prstGeom prst="rect">
            <a:avLst/>
          </a:prstGeom>
        </p:spPr>
      </p:pic>
    </p:spTree>
    <p:extLst>
      <p:ext uri="{BB962C8B-B14F-4D97-AF65-F5344CB8AC3E}">
        <p14:creationId xmlns:p14="http://schemas.microsoft.com/office/powerpoint/2010/main" val="3908919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oup of people sitting posing for the camera&#10;&#10;Description automatically generated">
            <a:extLst>
              <a:ext uri="{FF2B5EF4-FFF2-40B4-BE49-F238E27FC236}">
                <a16:creationId xmlns:a16="http://schemas.microsoft.com/office/drawing/2014/main" id="{8A59C366-1B41-4FCC-A256-C1F33CD6B6CC}"/>
              </a:ext>
            </a:extLst>
          </p:cNvPr>
          <p:cNvPicPr>
            <a:picLocks noChangeAspect="1"/>
          </p:cNvPicPr>
          <p:nvPr/>
        </p:nvPicPr>
        <p:blipFill>
          <a:blip r:embed="rId3"/>
          <a:stretch>
            <a:fillRect/>
          </a:stretch>
        </p:blipFill>
        <p:spPr>
          <a:xfrm>
            <a:off x="-378" y="570843"/>
            <a:ext cx="9144000" cy="4572657"/>
          </a:xfrm>
          <a:prstGeom prst="rect">
            <a:avLst/>
          </a:prstGeom>
        </p:spPr>
      </p:pic>
      <p:grpSp>
        <p:nvGrpSpPr>
          <p:cNvPr id="2" name="Groupe 1"/>
          <p:cNvGrpSpPr/>
          <p:nvPr/>
        </p:nvGrpSpPr>
        <p:grpSpPr>
          <a:xfrm>
            <a:off x="-22500" y="0"/>
            <a:ext cx="9166500" cy="5143500"/>
            <a:chOff x="-30000" y="0"/>
            <a:chExt cx="12222000" cy="6858000"/>
          </a:xfrm>
        </p:grpSpPr>
        <p:sp>
          <p:nvSpPr>
            <p:cNvPr id="5" name="Rectangle 4">
              <a:extLst>
                <a:ext uri="{FF2B5EF4-FFF2-40B4-BE49-F238E27FC236}">
                  <a16:creationId xmlns:a16="http://schemas.microsoft.com/office/drawing/2014/main" id="{87A508DE-BB63-4F51-A99B-E26ED35D89A9}"/>
                </a:ext>
              </a:extLst>
            </p:cNvPr>
            <p:cNvSpPr>
              <a:spLocks/>
            </p:cNvSpPr>
            <p:nvPr/>
          </p:nvSpPr>
          <p:spPr>
            <a:xfrm>
              <a:off x="-30000" y="0"/>
              <a:ext cx="12222000" cy="685800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6" name="Picture 35" descr="A picture containing water, large, cloudy, knife&#10;&#10;Description automatically generated">
              <a:extLst>
                <a:ext uri="{FF2B5EF4-FFF2-40B4-BE49-F238E27FC236}">
                  <a16:creationId xmlns:a16="http://schemas.microsoft.com/office/drawing/2014/main" id="{FFFD35DA-6B14-4769-9B88-A69E6E274FA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504" y="1"/>
              <a:ext cx="12190992" cy="4023027"/>
            </a:xfrm>
            <a:prstGeom prst="rect">
              <a:avLst/>
            </a:prstGeom>
          </p:spPr>
        </p:pic>
      </p:grpSp>
      <p:sp>
        <p:nvSpPr>
          <p:cNvPr id="37" name="Title 1">
            <a:extLst>
              <a:ext uri="{FF2B5EF4-FFF2-40B4-BE49-F238E27FC236}">
                <a16:creationId xmlns:a16="http://schemas.microsoft.com/office/drawing/2014/main" id="{807C3A92-C83F-4A2D-AD35-4F1EA2FCCE60}"/>
              </a:ext>
            </a:extLst>
          </p:cNvPr>
          <p:cNvSpPr>
            <a:spLocks noGrp="1"/>
          </p:cNvSpPr>
          <p:nvPr>
            <p:ph type="title"/>
          </p:nvPr>
        </p:nvSpPr>
        <p:spPr>
          <a:xfrm>
            <a:off x="302727" y="316697"/>
            <a:ext cx="8964110" cy="723900"/>
          </a:xfrm>
        </p:spPr>
        <p:txBody>
          <a:bodyPr/>
          <a:lstStyle/>
          <a:p>
            <a:r>
              <a:rPr lang="en-US" sz="3200" dirty="0">
                <a:solidFill>
                  <a:schemeClr val="bg1"/>
                </a:solidFill>
                <a:latin typeface="+mn-lt"/>
              </a:rPr>
              <a:t>Portfolio dedicated to Endpoint Security</a:t>
            </a:r>
          </a:p>
        </p:txBody>
      </p:sp>
      <p:sp>
        <p:nvSpPr>
          <p:cNvPr id="69" name="TextBox 62">
            <a:extLst>
              <a:ext uri="{FF2B5EF4-FFF2-40B4-BE49-F238E27FC236}">
                <a16:creationId xmlns:a16="http://schemas.microsoft.com/office/drawing/2014/main" id="{8EB103C8-B1A7-4435-B83C-2A5F8E233D96}"/>
              </a:ext>
            </a:extLst>
          </p:cNvPr>
          <p:cNvSpPr txBox="1">
            <a:spLocks/>
          </p:cNvSpPr>
          <p:nvPr/>
        </p:nvSpPr>
        <p:spPr>
          <a:xfrm>
            <a:off x="2411095" y="1387371"/>
            <a:ext cx="2015622" cy="506586"/>
          </a:xfrm>
          <a:prstGeom prst="rect">
            <a:avLst/>
          </a:prstGeom>
          <a:solidFill>
            <a:schemeClr val="accent3"/>
          </a:solidFill>
          <a:ln>
            <a:solidFill>
              <a:schemeClr val="accent3"/>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Endpoint</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Solutions</a:t>
            </a:r>
          </a:p>
        </p:txBody>
      </p:sp>
      <p:sp>
        <p:nvSpPr>
          <p:cNvPr id="71" name="TextBox 62">
            <a:extLst>
              <a:ext uri="{FF2B5EF4-FFF2-40B4-BE49-F238E27FC236}">
                <a16:creationId xmlns:a16="http://schemas.microsoft.com/office/drawing/2014/main" id="{8EB103C8-B1A7-4435-B83C-2A5F8E233D96}"/>
              </a:ext>
            </a:extLst>
          </p:cNvPr>
          <p:cNvSpPr txBox="1">
            <a:spLocks/>
          </p:cNvSpPr>
          <p:nvPr/>
        </p:nvSpPr>
        <p:spPr>
          <a:xfrm>
            <a:off x="6720134" y="1387369"/>
            <a:ext cx="2029977" cy="506587"/>
          </a:xfrm>
          <a:prstGeom prst="rect">
            <a:avLst/>
          </a:prstGeom>
          <a:solidFill>
            <a:schemeClr val="bg2"/>
          </a:solidFill>
          <a:ln>
            <a:solidFill>
              <a:schemeClr val="bg2"/>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76" name="Rectangle 75">
            <a:extLst>
              <a:ext uri="{FF2B5EF4-FFF2-40B4-BE49-F238E27FC236}">
                <a16:creationId xmlns:a16="http://schemas.microsoft.com/office/drawing/2014/main" id="{B375D614-9A2D-0B41-A83E-706C503443FC}"/>
              </a:ext>
            </a:extLst>
          </p:cNvPr>
          <p:cNvSpPr>
            <a:spLocks noChangeArrowheads="1"/>
          </p:cNvSpPr>
          <p:nvPr/>
        </p:nvSpPr>
        <p:spPr bwMode="auto">
          <a:xfrm>
            <a:off x="2411870" y="1904506"/>
            <a:ext cx="2016000" cy="209005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78" name="Rectangle 77">
            <a:extLst>
              <a:ext uri="{FF2B5EF4-FFF2-40B4-BE49-F238E27FC236}">
                <a16:creationId xmlns:a16="http://schemas.microsoft.com/office/drawing/2014/main" id="{B375D614-9A2D-0B41-A83E-706C503443FC}"/>
              </a:ext>
            </a:extLst>
          </p:cNvPr>
          <p:cNvSpPr>
            <a:spLocks noChangeArrowheads="1"/>
          </p:cNvSpPr>
          <p:nvPr/>
        </p:nvSpPr>
        <p:spPr bwMode="auto">
          <a:xfrm>
            <a:off x="6732313" y="1904506"/>
            <a:ext cx="2008236" cy="208911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41" name="TextBox 50">
            <a:extLst>
              <a:ext uri="{FF2B5EF4-FFF2-40B4-BE49-F238E27FC236}">
                <a16:creationId xmlns:a16="http://schemas.microsoft.com/office/drawing/2014/main" id="{8EB103C8-B1A7-4435-B83C-2A5F8E233D96}"/>
              </a:ext>
            </a:extLst>
          </p:cNvPr>
          <p:cNvSpPr txBox="1">
            <a:spLocks/>
          </p:cNvSpPr>
          <p:nvPr/>
        </p:nvSpPr>
        <p:spPr>
          <a:xfrm>
            <a:off x="254828" y="1387371"/>
            <a:ext cx="2013557" cy="506585"/>
          </a:xfrm>
          <a:prstGeom prst="rect">
            <a:avLst/>
          </a:prstGeom>
          <a:solidFill>
            <a:schemeClr val="accent6"/>
          </a:solidFill>
          <a:ln>
            <a:solidFill>
              <a:schemeClr val="accent6"/>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Helvetica 75 Bold"/>
              <a:ea typeface="+mn-ea"/>
              <a:cs typeface="+mn-cs"/>
            </a:endParaRPr>
          </a:p>
        </p:txBody>
      </p:sp>
      <p:sp>
        <p:nvSpPr>
          <p:cNvPr id="42" name="TextBox 58">
            <a:extLst>
              <a:ext uri="{FF2B5EF4-FFF2-40B4-BE49-F238E27FC236}">
                <a16:creationId xmlns:a16="http://schemas.microsoft.com/office/drawing/2014/main" id="{8EB103C8-B1A7-4435-B83C-2A5F8E233D96}"/>
              </a:ext>
            </a:extLst>
          </p:cNvPr>
          <p:cNvSpPr txBox="1">
            <a:spLocks/>
          </p:cNvSpPr>
          <p:nvPr/>
        </p:nvSpPr>
        <p:spPr>
          <a:xfrm>
            <a:off x="4569427" y="1387369"/>
            <a:ext cx="2022353" cy="506587"/>
          </a:xfrm>
          <a:prstGeom prst="rect">
            <a:avLst/>
          </a:prstGeom>
          <a:solidFill>
            <a:schemeClr val="accent5"/>
          </a:solidFill>
          <a:ln>
            <a:solidFill>
              <a:schemeClr val="accent5"/>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56" name="Rectangle 55">
            <a:extLst>
              <a:ext uri="{FF2B5EF4-FFF2-40B4-BE49-F238E27FC236}">
                <a16:creationId xmlns:a16="http://schemas.microsoft.com/office/drawing/2014/main" id="{B375D614-9A2D-0B41-A83E-706C503443FC}"/>
              </a:ext>
            </a:extLst>
          </p:cNvPr>
          <p:cNvSpPr>
            <a:spLocks noChangeArrowheads="1"/>
          </p:cNvSpPr>
          <p:nvPr/>
        </p:nvSpPr>
        <p:spPr bwMode="auto">
          <a:xfrm>
            <a:off x="4573024" y="1905444"/>
            <a:ext cx="2016523" cy="2089114"/>
          </a:xfrm>
          <a:prstGeom prst="rect">
            <a:avLst/>
          </a:prstGeom>
          <a:noFill/>
          <a:ln>
            <a:solidFill>
              <a:schemeClr val="bg1"/>
            </a:solidFill>
          </a:ln>
        </p:spPr>
        <p:txBody>
          <a:bodyPr wrap="square" lIns="72000" tIns="72000" rIns="72000" bIns="72000" anchor="t">
            <a:noAutofit/>
          </a:bodyPr>
          <a:lstStyle/>
          <a:p>
            <a:pPr marL="214313" marR="0" lvl="0" indent="-214313"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1000" b="1" i="0" u="none" strike="noStrike" kern="1200" cap="none" spc="0" normalizeH="0" baseline="0" noProof="0">
              <a:ln>
                <a:noFill/>
              </a:ln>
              <a:solidFill>
                <a:srgbClr val="FFFFFF"/>
              </a:solidFill>
              <a:effectLst/>
              <a:uLnTx/>
              <a:uFillTx/>
              <a:latin typeface="Helvetica 75 Bold"/>
              <a:ea typeface="+mn-ea"/>
              <a:cs typeface="Helvetica"/>
            </a:endParaRPr>
          </a:p>
        </p:txBody>
      </p:sp>
      <p:pic>
        <p:nvPicPr>
          <p:cNvPr id="58" name="Image 5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1175" y="1290281"/>
            <a:ext cx="484385" cy="484385"/>
          </a:xfrm>
          <a:prstGeom prst="rect">
            <a:avLst/>
          </a:prstGeom>
        </p:spPr>
      </p:pic>
      <p:pic>
        <p:nvPicPr>
          <p:cNvPr id="59" name="Image 5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26642" y="1295310"/>
            <a:ext cx="530552" cy="530552"/>
          </a:xfrm>
          <a:prstGeom prst="rect">
            <a:avLst/>
          </a:prstGeom>
        </p:spPr>
      </p:pic>
      <p:sp>
        <p:nvSpPr>
          <p:cNvPr id="50" name="Rectangle 49"/>
          <p:cNvSpPr/>
          <p:nvPr/>
        </p:nvSpPr>
        <p:spPr>
          <a:xfrm>
            <a:off x="2411869" y="3976147"/>
            <a:ext cx="2014073" cy="28800"/>
          </a:xfrm>
          <a:prstGeom prst="rect">
            <a:avLst/>
          </a:prstGeom>
          <a:solidFill>
            <a:schemeClr val="accent3"/>
          </a:solidFill>
          <a:ln>
            <a:solidFill>
              <a:srgbClr val="50BE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52" name="Rectangle 51"/>
          <p:cNvSpPr/>
          <p:nvPr/>
        </p:nvSpPr>
        <p:spPr>
          <a:xfrm>
            <a:off x="6737515" y="3979022"/>
            <a:ext cx="2014073" cy="28800"/>
          </a:xfrm>
          <a:prstGeom prst="rect">
            <a:avLst/>
          </a:prstGeom>
          <a:solidFill>
            <a:srgbClr val="FF7900"/>
          </a:solidFill>
          <a:ln>
            <a:solidFill>
              <a:srgbClr val="FF7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Rectangle 59">
            <a:extLst>
              <a:ext uri="{FF2B5EF4-FFF2-40B4-BE49-F238E27FC236}">
                <a16:creationId xmlns:a16="http://schemas.microsoft.com/office/drawing/2014/main" id="{EC44D2E4-88D6-45D7-8806-4202CBC4E594}"/>
              </a:ext>
            </a:extLst>
          </p:cNvPr>
          <p:cNvSpPr/>
          <p:nvPr/>
        </p:nvSpPr>
        <p:spPr>
          <a:xfrm>
            <a:off x="316644" y="1410091"/>
            <a:ext cx="1863378"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Consulting</a:t>
            </a:r>
          </a:p>
        </p:txBody>
      </p:sp>
      <p:sp>
        <p:nvSpPr>
          <p:cNvPr id="9" name="Rectangle 11">
            <a:extLst>
              <a:ext uri="{FF2B5EF4-FFF2-40B4-BE49-F238E27FC236}">
                <a16:creationId xmlns:a16="http://schemas.microsoft.com/office/drawing/2014/main" id="{3F1100A4-1F24-4A3E-B196-C7B35FDC8531}"/>
              </a:ext>
            </a:extLst>
          </p:cNvPr>
          <p:cNvSpPr/>
          <p:nvPr/>
        </p:nvSpPr>
        <p:spPr>
          <a:xfrm>
            <a:off x="2407796" y="1436192"/>
            <a:ext cx="1840619" cy="276999"/>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0" name="Rectangle 60">
            <a:extLst>
              <a:ext uri="{FF2B5EF4-FFF2-40B4-BE49-F238E27FC236}">
                <a16:creationId xmlns:a16="http://schemas.microsoft.com/office/drawing/2014/main" id="{C4620EDE-5A93-45D0-9A8E-CCB316DA9278}"/>
              </a:ext>
            </a:extLst>
          </p:cNvPr>
          <p:cNvSpPr/>
          <p:nvPr/>
        </p:nvSpPr>
        <p:spPr>
          <a:xfrm>
            <a:off x="4719893" y="1410091"/>
            <a:ext cx="1752557"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Solutions</a:t>
            </a:r>
          </a:p>
        </p:txBody>
      </p:sp>
      <p:sp>
        <p:nvSpPr>
          <p:cNvPr id="11" name="Rectangle 12">
            <a:extLst>
              <a:ext uri="{FF2B5EF4-FFF2-40B4-BE49-F238E27FC236}">
                <a16:creationId xmlns:a16="http://schemas.microsoft.com/office/drawing/2014/main" id="{6364E184-BF95-48F3-8A2A-A1CF80FE4AC7}"/>
              </a:ext>
            </a:extLst>
          </p:cNvPr>
          <p:cNvSpPr/>
          <p:nvPr/>
        </p:nvSpPr>
        <p:spPr>
          <a:xfrm>
            <a:off x="6959807" y="1410824"/>
            <a:ext cx="1587047"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Helvetica 75 Bold" panose="020B0804020202020204" pitchFamily="34" charset="0"/>
                <a:cs typeface="Segoe UI"/>
              </a:rPr>
              <a:t>Operate SOC </a:t>
            </a:r>
            <a:r>
              <a:rPr kumimoji="0" lang="en-US" sz="1200" b="1" i="0" u="none" strike="noStrike" kern="1200" cap="none" spc="0" normalizeH="0" baseline="0" noProof="0" dirty="0" err="1">
                <a:ln>
                  <a:noFill/>
                </a:ln>
                <a:solidFill>
                  <a:srgbClr val="000000"/>
                </a:solidFill>
                <a:effectLst/>
                <a:uLnTx/>
                <a:uFillTx/>
                <a:latin typeface="Helvetica 75 Bold" panose="020B0804020202020204" pitchFamily="34" charset="0"/>
                <a:cs typeface="Segoe UI"/>
              </a:rPr>
              <a:t>Toolstack</a:t>
            </a:r>
            <a:endParaRPr kumimoji="0" lang="en-US" sz="1200" b="1" i="0" u="none" strike="noStrike" kern="1200" cap="none" spc="0" normalizeH="0" baseline="0" noProof="0" dirty="0">
              <a:ln>
                <a:noFill/>
              </a:ln>
              <a:solidFill>
                <a:srgbClr val="000000"/>
              </a:solidFill>
              <a:effectLst/>
              <a:uLnTx/>
              <a:uFillTx/>
              <a:latin typeface="Helvetica 75 Bold" panose="020B0804020202020204" pitchFamily="34" charset="0"/>
              <a:ea typeface="+mn-lt"/>
              <a:cs typeface="+mn-lt"/>
            </a:endParaRPr>
          </a:p>
        </p:txBody>
      </p:sp>
      <p:sp>
        <p:nvSpPr>
          <p:cNvPr id="14" name="Rectangle 42">
            <a:extLst>
              <a:ext uri="{FF2B5EF4-FFF2-40B4-BE49-F238E27FC236}">
                <a16:creationId xmlns:a16="http://schemas.microsoft.com/office/drawing/2014/main" id="{B769E67A-9780-47AE-B74F-25CBDE421AFC}"/>
              </a:ext>
            </a:extLst>
          </p:cNvPr>
          <p:cNvSpPr>
            <a:spLocks noChangeArrowheads="1"/>
          </p:cNvSpPr>
          <p:nvPr/>
        </p:nvSpPr>
        <p:spPr bwMode="auto">
          <a:xfrm>
            <a:off x="254827" y="1904507"/>
            <a:ext cx="2014073" cy="2090054"/>
          </a:xfrm>
          <a:prstGeom prst="rect">
            <a:avLst/>
          </a:prstGeom>
          <a:noFill/>
          <a:ln w="9525">
            <a:solidFill>
              <a:schemeClr val="bg1"/>
            </a:solid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Security Architecture &amp; Design</a:t>
            </a:r>
            <a:br>
              <a:rPr kumimoji="0" lang="en-US" sz="950" b="1" i="0" u="none" strike="noStrike" kern="1200" cap="none" spc="0" normalizeH="0" baseline="0" noProof="0" dirty="0">
                <a:ln>
                  <a:noFill/>
                </a:ln>
                <a:solidFill>
                  <a:srgbClr val="FFFFFF"/>
                </a:solidFill>
                <a:effectLst/>
                <a:uLnTx/>
                <a:uFillTx/>
                <a:ea typeface="+mn-ea"/>
                <a:cs typeface="Helvetica"/>
              </a:rPr>
            </a:br>
            <a:endParaRPr kumimoji="0" lang="en-US" sz="975" b="1" i="0" u="none" strike="noStrike" kern="1200" cap="none" spc="0" normalizeH="0" baseline="0" noProof="0" dirty="0">
              <a:ln>
                <a:noFill/>
              </a:ln>
              <a:solidFill>
                <a:srgbClr val="FFFFFF"/>
              </a:solidFill>
              <a:effectLst/>
              <a:uLnTx/>
              <a:uFillTx/>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Zoning Concepts</a:t>
            </a:r>
            <a:br>
              <a:rPr kumimoji="0" lang="en-US" sz="950" b="1" i="0" u="none" strike="noStrike" kern="1200" cap="none" spc="0" normalizeH="0" baseline="0" noProof="0" dirty="0">
                <a:ln>
                  <a:noFill/>
                </a:ln>
                <a:solidFill>
                  <a:srgbClr val="FFFFFF"/>
                </a:solidFill>
                <a:effectLst/>
                <a:uLnTx/>
                <a:uFillTx/>
                <a:ea typeface="+mn-ea"/>
                <a:cs typeface="Helvetica"/>
              </a:rPr>
            </a:br>
            <a:endParaRPr kumimoji="0" lang="en-US" sz="950" b="1" i="0" u="none" strike="noStrike" kern="1200" cap="none" spc="0" normalizeH="0" baseline="0" noProof="0" dirty="0">
              <a:ln>
                <a:noFill/>
              </a:ln>
              <a:solidFill>
                <a:srgbClr val="FFFFFF"/>
              </a:solidFill>
              <a:effectLst/>
              <a:uLnTx/>
              <a:uFillTx/>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Configuration Review</a:t>
            </a:r>
            <a:br>
              <a:rPr kumimoji="0" lang="en-US" sz="950" b="1" i="0" u="none" strike="noStrike" kern="1200" cap="none" spc="0" normalizeH="0" baseline="0" noProof="0" dirty="0">
                <a:ln>
                  <a:noFill/>
                </a:ln>
                <a:solidFill>
                  <a:srgbClr val="FFFFFF"/>
                </a:solidFill>
                <a:effectLst/>
                <a:uLnTx/>
                <a:uFillTx/>
                <a:ea typeface="+mn-ea"/>
                <a:cs typeface="Helvetica"/>
              </a:rPr>
            </a:br>
            <a:endParaRPr kumimoji="0" lang="en-US" sz="950" b="1" i="0" u="none" strike="noStrike" kern="1200" cap="none" spc="0" normalizeH="0" baseline="0" noProof="0" dirty="0">
              <a:ln>
                <a:noFill/>
              </a:ln>
              <a:solidFill>
                <a:srgbClr val="FFFFFF"/>
              </a:solidFill>
              <a:effectLst/>
              <a:uLnTx/>
              <a:uFillTx/>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Requirement Analysis</a:t>
            </a:r>
            <a:br>
              <a:rPr kumimoji="0" lang="en-US" sz="950" b="1" i="0" u="none" strike="noStrike" kern="1200" cap="none" spc="0" normalizeH="0" baseline="0" noProof="0" dirty="0">
                <a:ln>
                  <a:noFill/>
                </a:ln>
                <a:solidFill>
                  <a:srgbClr val="FFFFFF"/>
                </a:solidFill>
                <a:effectLst/>
                <a:uLnTx/>
                <a:uFillTx/>
                <a:ea typeface="+mn-ea"/>
                <a:cs typeface="Helvetica"/>
              </a:rPr>
            </a:br>
            <a:endParaRPr kumimoji="0" lang="en-US" sz="950" b="1" i="0" u="none" strike="noStrike" kern="1200" cap="none" spc="0" normalizeH="0" baseline="0" noProof="0" dirty="0">
              <a:ln>
                <a:noFill/>
              </a:ln>
              <a:solidFill>
                <a:srgbClr val="FFFFFF"/>
              </a:solidFill>
              <a:effectLst/>
              <a:uLnTx/>
              <a:uFillTx/>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Incident Response</a:t>
            </a:r>
            <a:br>
              <a:rPr kumimoji="0" lang="en-US" sz="950" b="1" i="0" u="none" strike="noStrike" kern="1200" cap="none" spc="0" normalizeH="0" baseline="0" noProof="0" dirty="0">
                <a:ln>
                  <a:noFill/>
                </a:ln>
                <a:solidFill>
                  <a:srgbClr val="FFFFFF"/>
                </a:solidFill>
                <a:effectLst/>
                <a:uLnTx/>
                <a:uFillTx/>
                <a:ea typeface="+mn-ea"/>
                <a:cs typeface="Helvetica"/>
              </a:rPr>
            </a:br>
            <a:endParaRPr kumimoji="0" lang="en-US" sz="950" b="1" i="0" u="none" strike="noStrike" kern="1200" cap="none" spc="0" normalizeH="0" baseline="0" noProof="0" dirty="0">
              <a:ln>
                <a:noFill/>
              </a:ln>
              <a:solidFill>
                <a:srgbClr val="FFFFFF"/>
              </a:solidFill>
              <a:effectLst/>
              <a:uLnTx/>
              <a:uFillTx/>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Endpoint Forensics</a:t>
            </a:r>
            <a:endParaRPr kumimoji="0" lang="en-US" sz="950" b="1" i="0" u="none" strike="noStrike" kern="1200" cap="none" spc="0" normalizeH="0" baseline="0" noProof="0" dirty="0">
              <a:ln>
                <a:noFill/>
              </a:ln>
              <a:solidFill>
                <a:srgbClr val="FFFFFF"/>
              </a:solidFill>
              <a:effectLst/>
              <a:uLnTx/>
              <a:uFillTx/>
              <a:ea typeface="+mn-ea"/>
              <a:cs typeface="Arial"/>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38" name="Rectangle 42">
            <a:extLst>
              <a:ext uri="{FF2B5EF4-FFF2-40B4-BE49-F238E27FC236}">
                <a16:creationId xmlns:a16="http://schemas.microsoft.com/office/drawing/2014/main" id="{E4D94EF9-B866-499E-9BE7-850D6308683F}"/>
              </a:ext>
            </a:extLst>
          </p:cNvPr>
          <p:cNvSpPr>
            <a:spLocks noChangeArrowheads="1"/>
          </p:cNvSpPr>
          <p:nvPr/>
        </p:nvSpPr>
        <p:spPr bwMode="auto">
          <a:xfrm>
            <a:off x="4570635" y="1893956"/>
            <a:ext cx="2014073" cy="2100603"/>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Application Control</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err="1">
                <a:ln>
                  <a:noFill/>
                </a:ln>
                <a:solidFill>
                  <a:srgbClr val="FFFFFF"/>
                </a:solidFill>
                <a:effectLst/>
                <a:uLnTx/>
                <a:uFillTx/>
                <a:latin typeface="Helvetica 75 Bold"/>
                <a:ea typeface="+mn-ea"/>
                <a:cs typeface="Helvetica"/>
              </a:rPr>
              <a:t>Microsegmentation</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Authentication</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NAC</a:t>
            </a:r>
          </a:p>
        </p:txBody>
      </p:sp>
      <p:sp>
        <p:nvSpPr>
          <p:cNvPr id="39" name="Rectangle 42">
            <a:extLst>
              <a:ext uri="{FF2B5EF4-FFF2-40B4-BE49-F238E27FC236}">
                <a16:creationId xmlns:a16="http://schemas.microsoft.com/office/drawing/2014/main" id="{FB012988-A75D-4DAF-8B4A-B46A8EFF8746}"/>
              </a:ext>
            </a:extLst>
          </p:cNvPr>
          <p:cNvSpPr>
            <a:spLocks noChangeArrowheads="1"/>
          </p:cNvSpPr>
          <p:nvPr/>
        </p:nvSpPr>
        <p:spPr bwMode="auto">
          <a:xfrm>
            <a:off x="2432230" y="1904505"/>
            <a:ext cx="1995639" cy="2090054"/>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Next Generation Endpoint Detection &amp; Response</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Data Protection</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Threat Prevention</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Security Intelligence</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Access Control</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Secure Remote Access</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Remote Forensics</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40" name="Rectangle 42">
            <a:extLst>
              <a:ext uri="{FF2B5EF4-FFF2-40B4-BE49-F238E27FC236}">
                <a16:creationId xmlns:a16="http://schemas.microsoft.com/office/drawing/2014/main" id="{19B552C4-C961-4300-964D-080FAF1BFB6F}"/>
              </a:ext>
            </a:extLst>
          </p:cNvPr>
          <p:cNvSpPr>
            <a:spLocks noChangeArrowheads="1"/>
          </p:cNvSpPr>
          <p:nvPr/>
        </p:nvSpPr>
        <p:spPr bwMode="auto">
          <a:xfrm>
            <a:off x="6748555" y="1915580"/>
            <a:ext cx="1991993" cy="2078979"/>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Integrating EDR to SOC </a:t>
            </a:r>
            <a:r>
              <a:rPr kumimoji="0" lang="en-US" sz="950" b="1" i="0" u="none" strike="noStrike" kern="1200" cap="none" spc="0" normalizeH="0" baseline="0" noProof="0" dirty="0" err="1">
                <a:ln>
                  <a:noFill/>
                </a:ln>
                <a:solidFill>
                  <a:srgbClr val="FFFFFF"/>
                </a:solidFill>
                <a:effectLst/>
                <a:uLnTx/>
                <a:uFillTx/>
                <a:latin typeface="Helvetica 75 Bold"/>
                <a:ea typeface="+mn-ea"/>
                <a:cs typeface="Helvetica"/>
              </a:rPr>
              <a:t>Toolstack</a:t>
            </a: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Operations</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Update &amp; Maintain</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Data Onboarding</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Support &amp; Troubleshoot</a:t>
            </a:r>
          </a:p>
          <a:p>
            <a:pPr marL="457200" marR="0" lvl="1" indent="0" algn="l" defTabSz="683913" rtl="0" eaLnBrk="1" fontAlgn="auto" latinLnBrk="0" hangingPunct="1">
              <a:lnSpc>
                <a:spcPct val="90000"/>
              </a:lnSpc>
              <a:spcBef>
                <a:spcPts val="0"/>
              </a:spcBef>
              <a:spcAft>
                <a:spcPts val="0"/>
              </a:spcAft>
              <a:buClr>
                <a:srgbClr val="FF7900"/>
              </a:buClr>
              <a:buSzTx/>
              <a:buFontTx/>
              <a:buNone/>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171450" marR="0" lvl="0" indent="-171450"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Use Case Engineering </a:t>
            </a:r>
          </a:p>
          <a:p>
            <a:pPr marL="171450" marR="0" lvl="0" indent="-171450"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171450" marR="0" lvl="0" indent="-171450"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Playbook Development</a:t>
            </a:r>
          </a:p>
        </p:txBody>
      </p:sp>
      <p:sp>
        <p:nvSpPr>
          <p:cNvPr id="32" name="Rectangle 49">
            <a:extLst>
              <a:ext uri="{FF2B5EF4-FFF2-40B4-BE49-F238E27FC236}">
                <a16:creationId xmlns:a16="http://schemas.microsoft.com/office/drawing/2014/main" id="{52F0ECF8-9829-47B9-9CB6-930BFB48CAF1}"/>
              </a:ext>
            </a:extLst>
          </p:cNvPr>
          <p:cNvSpPr/>
          <p:nvPr/>
        </p:nvSpPr>
        <p:spPr>
          <a:xfrm>
            <a:off x="254449" y="3976147"/>
            <a:ext cx="2014073" cy="288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30" name="Rectangle 49">
            <a:extLst>
              <a:ext uri="{FF2B5EF4-FFF2-40B4-BE49-F238E27FC236}">
                <a16:creationId xmlns:a16="http://schemas.microsoft.com/office/drawing/2014/main" id="{1FF3DC06-AD73-4FB4-9F6E-706F88A36236}"/>
              </a:ext>
            </a:extLst>
          </p:cNvPr>
          <p:cNvSpPr/>
          <p:nvPr/>
        </p:nvSpPr>
        <p:spPr>
          <a:xfrm>
            <a:off x="4575474" y="3976147"/>
            <a:ext cx="2014073" cy="28800"/>
          </a:xfrm>
          <a:prstGeom prst="rect">
            <a:avLst/>
          </a:prstGeom>
          <a:solidFill>
            <a:srgbClr val="8871B1"/>
          </a:solidFill>
          <a:ln>
            <a:solidFill>
              <a:srgbClr val="9986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3" name="Image 5">
            <a:extLst>
              <a:ext uri="{FF2B5EF4-FFF2-40B4-BE49-F238E27FC236}">
                <a16:creationId xmlns:a16="http://schemas.microsoft.com/office/drawing/2014/main" id="{E1EEC96E-C2F2-424D-BCB9-F47D2FF8036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41378" y="1275296"/>
            <a:ext cx="512076" cy="512076"/>
          </a:xfrm>
          <a:prstGeom prst="rect">
            <a:avLst/>
          </a:prstGeom>
        </p:spPr>
      </p:pic>
      <p:pic>
        <p:nvPicPr>
          <p:cNvPr id="34" name="Image 58">
            <a:extLst>
              <a:ext uri="{FF2B5EF4-FFF2-40B4-BE49-F238E27FC236}">
                <a16:creationId xmlns:a16="http://schemas.microsoft.com/office/drawing/2014/main" id="{9754E26D-54F1-4984-B856-5541874938B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53783" y="1289094"/>
            <a:ext cx="530552" cy="530552"/>
          </a:xfrm>
          <a:prstGeom prst="rect">
            <a:avLst/>
          </a:prstGeom>
        </p:spPr>
      </p:pic>
    </p:spTree>
    <p:extLst>
      <p:ext uri="{BB962C8B-B14F-4D97-AF65-F5344CB8AC3E}">
        <p14:creationId xmlns:p14="http://schemas.microsoft.com/office/powerpoint/2010/main" val="1828325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oup of people sitting posing for the camera&#10;&#10;Description automatically generated">
            <a:extLst>
              <a:ext uri="{FF2B5EF4-FFF2-40B4-BE49-F238E27FC236}">
                <a16:creationId xmlns:a16="http://schemas.microsoft.com/office/drawing/2014/main" id="{8A59C366-1B41-4FCC-A256-C1F33CD6B6CC}"/>
              </a:ext>
            </a:extLst>
          </p:cNvPr>
          <p:cNvPicPr>
            <a:picLocks noChangeAspect="1"/>
          </p:cNvPicPr>
          <p:nvPr/>
        </p:nvPicPr>
        <p:blipFill>
          <a:blip r:embed="rId3"/>
          <a:stretch>
            <a:fillRect/>
          </a:stretch>
        </p:blipFill>
        <p:spPr>
          <a:xfrm>
            <a:off x="-378" y="570843"/>
            <a:ext cx="9144000" cy="4572657"/>
          </a:xfrm>
          <a:prstGeom prst="rect">
            <a:avLst/>
          </a:prstGeom>
        </p:spPr>
      </p:pic>
      <p:grpSp>
        <p:nvGrpSpPr>
          <p:cNvPr id="2" name="Groupe 1"/>
          <p:cNvGrpSpPr/>
          <p:nvPr/>
        </p:nvGrpSpPr>
        <p:grpSpPr>
          <a:xfrm>
            <a:off x="-22500" y="0"/>
            <a:ext cx="9166500" cy="5143500"/>
            <a:chOff x="-30000" y="0"/>
            <a:chExt cx="12222000" cy="6858000"/>
          </a:xfrm>
        </p:grpSpPr>
        <p:sp>
          <p:nvSpPr>
            <p:cNvPr id="5" name="Rectangle 4">
              <a:extLst>
                <a:ext uri="{FF2B5EF4-FFF2-40B4-BE49-F238E27FC236}">
                  <a16:creationId xmlns:a16="http://schemas.microsoft.com/office/drawing/2014/main" id="{87A508DE-BB63-4F51-A99B-E26ED35D89A9}"/>
                </a:ext>
              </a:extLst>
            </p:cNvPr>
            <p:cNvSpPr>
              <a:spLocks/>
            </p:cNvSpPr>
            <p:nvPr/>
          </p:nvSpPr>
          <p:spPr>
            <a:xfrm>
              <a:off x="-30000" y="0"/>
              <a:ext cx="12222000" cy="685800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6" name="Picture 35" descr="A picture containing water, large, cloudy, knife&#10;&#10;Description automatically generated">
              <a:extLst>
                <a:ext uri="{FF2B5EF4-FFF2-40B4-BE49-F238E27FC236}">
                  <a16:creationId xmlns:a16="http://schemas.microsoft.com/office/drawing/2014/main" id="{FFFD35DA-6B14-4769-9B88-A69E6E274FA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504" y="1"/>
              <a:ext cx="12190992" cy="4023027"/>
            </a:xfrm>
            <a:prstGeom prst="rect">
              <a:avLst/>
            </a:prstGeom>
          </p:spPr>
        </p:pic>
      </p:grpSp>
      <p:sp>
        <p:nvSpPr>
          <p:cNvPr id="37" name="Title 1">
            <a:extLst>
              <a:ext uri="{FF2B5EF4-FFF2-40B4-BE49-F238E27FC236}">
                <a16:creationId xmlns:a16="http://schemas.microsoft.com/office/drawing/2014/main" id="{807C3A92-C83F-4A2D-AD35-4F1EA2FCCE60}"/>
              </a:ext>
            </a:extLst>
          </p:cNvPr>
          <p:cNvSpPr>
            <a:spLocks noGrp="1"/>
          </p:cNvSpPr>
          <p:nvPr>
            <p:ph type="title"/>
          </p:nvPr>
        </p:nvSpPr>
        <p:spPr>
          <a:xfrm>
            <a:off x="302727" y="316697"/>
            <a:ext cx="8964110" cy="723900"/>
          </a:xfrm>
        </p:spPr>
        <p:txBody>
          <a:bodyPr/>
          <a:lstStyle/>
          <a:p>
            <a:r>
              <a:rPr lang="en-US" sz="3200" dirty="0">
                <a:solidFill>
                  <a:schemeClr val="bg1"/>
                </a:solidFill>
                <a:latin typeface="+mn-lt"/>
              </a:rPr>
              <a:t>Portfolio dedicated to Cloud Security</a:t>
            </a:r>
          </a:p>
        </p:txBody>
      </p:sp>
      <p:sp>
        <p:nvSpPr>
          <p:cNvPr id="69" name="TextBox 62">
            <a:extLst>
              <a:ext uri="{FF2B5EF4-FFF2-40B4-BE49-F238E27FC236}">
                <a16:creationId xmlns:a16="http://schemas.microsoft.com/office/drawing/2014/main" id="{8EB103C8-B1A7-4435-B83C-2A5F8E233D96}"/>
              </a:ext>
            </a:extLst>
          </p:cNvPr>
          <p:cNvSpPr txBox="1">
            <a:spLocks/>
          </p:cNvSpPr>
          <p:nvPr/>
        </p:nvSpPr>
        <p:spPr>
          <a:xfrm>
            <a:off x="2411095" y="1387371"/>
            <a:ext cx="2015622" cy="506586"/>
          </a:xfrm>
          <a:prstGeom prst="rect">
            <a:avLst/>
          </a:prstGeom>
          <a:solidFill>
            <a:schemeClr val="accent3"/>
          </a:solidFill>
          <a:ln>
            <a:solidFill>
              <a:schemeClr val="accent3"/>
            </a:solidFill>
          </a:ln>
        </p:spPr>
        <p:txBody>
          <a:bodyPr wrap="square" lIns="36000" tIns="36000" rIns="36000" bIns="36000" rtlCol="0" anchor="ctr">
            <a:no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Cloud SaaS </a:t>
            </a:r>
          </a:p>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Solutions</a:t>
            </a:r>
          </a:p>
        </p:txBody>
      </p:sp>
      <p:sp>
        <p:nvSpPr>
          <p:cNvPr id="71" name="TextBox 62">
            <a:extLst>
              <a:ext uri="{FF2B5EF4-FFF2-40B4-BE49-F238E27FC236}">
                <a16:creationId xmlns:a16="http://schemas.microsoft.com/office/drawing/2014/main" id="{8EB103C8-B1A7-4435-B83C-2A5F8E233D96}"/>
              </a:ext>
            </a:extLst>
          </p:cNvPr>
          <p:cNvSpPr txBox="1">
            <a:spLocks/>
          </p:cNvSpPr>
          <p:nvPr/>
        </p:nvSpPr>
        <p:spPr>
          <a:xfrm>
            <a:off x="6720134" y="1387369"/>
            <a:ext cx="2029977" cy="506587"/>
          </a:xfrm>
          <a:prstGeom prst="rect">
            <a:avLst/>
          </a:prstGeom>
          <a:solidFill>
            <a:schemeClr val="bg2"/>
          </a:solidFill>
          <a:ln>
            <a:solidFill>
              <a:schemeClr val="bg2"/>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76" name="Rectangle 75">
            <a:extLst>
              <a:ext uri="{FF2B5EF4-FFF2-40B4-BE49-F238E27FC236}">
                <a16:creationId xmlns:a16="http://schemas.microsoft.com/office/drawing/2014/main" id="{B375D614-9A2D-0B41-A83E-706C503443FC}"/>
              </a:ext>
            </a:extLst>
          </p:cNvPr>
          <p:cNvSpPr>
            <a:spLocks noChangeArrowheads="1"/>
          </p:cNvSpPr>
          <p:nvPr/>
        </p:nvSpPr>
        <p:spPr bwMode="auto">
          <a:xfrm>
            <a:off x="2411870" y="1904506"/>
            <a:ext cx="2016000" cy="209005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78" name="Rectangle 77">
            <a:extLst>
              <a:ext uri="{FF2B5EF4-FFF2-40B4-BE49-F238E27FC236}">
                <a16:creationId xmlns:a16="http://schemas.microsoft.com/office/drawing/2014/main" id="{B375D614-9A2D-0B41-A83E-706C503443FC}"/>
              </a:ext>
            </a:extLst>
          </p:cNvPr>
          <p:cNvSpPr>
            <a:spLocks noChangeArrowheads="1"/>
          </p:cNvSpPr>
          <p:nvPr/>
        </p:nvSpPr>
        <p:spPr bwMode="auto">
          <a:xfrm>
            <a:off x="6732313" y="1904506"/>
            <a:ext cx="2008236" cy="208911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41" name="TextBox 50">
            <a:extLst>
              <a:ext uri="{FF2B5EF4-FFF2-40B4-BE49-F238E27FC236}">
                <a16:creationId xmlns:a16="http://schemas.microsoft.com/office/drawing/2014/main" id="{8EB103C8-B1A7-4435-B83C-2A5F8E233D96}"/>
              </a:ext>
            </a:extLst>
          </p:cNvPr>
          <p:cNvSpPr txBox="1">
            <a:spLocks/>
          </p:cNvSpPr>
          <p:nvPr/>
        </p:nvSpPr>
        <p:spPr>
          <a:xfrm>
            <a:off x="254828" y="1387371"/>
            <a:ext cx="2013557" cy="506585"/>
          </a:xfrm>
          <a:prstGeom prst="rect">
            <a:avLst/>
          </a:prstGeom>
          <a:solidFill>
            <a:schemeClr val="accent6"/>
          </a:solidFill>
          <a:ln>
            <a:solidFill>
              <a:schemeClr val="accent6"/>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Helvetica 75 Bold"/>
              <a:ea typeface="+mn-ea"/>
              <a:cs typeface="+mn-cs"/>
            </a:endParaRPr>
          </a:p>
        </p:txBody>
      </p:sp>
      <p:sp>
        <p:nvSpPr>
          <p:cNvPr id="42" name="TextBox 58">
            <a:extLst>
              <a:ext uri="{FF2B5EF4-FFF2-40B4-BE49-F238E27FC236}">
                <a16:creationId xmlns:a16="http://schemas.microsoft.com/office/drawing/2014/main" id="{8EB103C8-B1A7-4435-B83C-2A5F8E233D96}"/>
              </a:ext>
            </a:extLst>
          </p:cNvPr>
          <p:cNvSpPr txBox="1">
            <a:spLocks/>
          </p:cNvSpPr>
          <p:nvPr/>
        </p:nvSpPr>
        <p:spPr>
          <a:xfrm>
            <a:off x="4569427" y="1387369"/>
            <a:ext cx="2022353" cy="506587"/>
          </a:xfrm>
          <a:prstGeom prst="rect">
            <a:avLst/>
          </a:prstGeom>
          <a:solidFill>
            <a:schemeClr val="accent5"/>
          </a:solidFill>
          <a:ln>
            <a:solidFill>
              <a:schemeClr val="accent5"/>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56" name="Rectangle 55">
            <a:extLst>
              <a:ext uri="{FF2B5EF4-FFF2-40B4-BE49-F238E27FC236}">
                <a16:creationId xmlns:a16="http://schemas.microsoft.com/office/drawing/2014/main" id="{B375D614-9A2D-0B41-A83E-706C503443FC}"/>
              </a:ext>
            </a:extLst>
          </p:cNvPr>
          <p:cNvSpPr>
            <a:spLocks noChangeArrowheads="1"/>
          </p:cNvSpPr>
          <p:nvPr/>
        </p:nvSpPr>
        <p:spPr bwMode="auto">
          <a:xfrm>
            <a:off x="4573024" y="1905444"/>
            <a:ext cx="2016523" cy="2089114"/>
          </a:xfrm>
          <a:prstGeom prst="rect">
            <a:avLst/>
          </a:prstGeom>
          <a:noFill/>
          <a:ln>
            <a:solidFill>
              <a:schemeClr val="bg1"/>
            </a:solidFill>
          </a:ln>
        </p:spPr>
        <p:txBody>
          <a:bodyPr wrap="square" lIns="72000" tIns="72000" rIns="72000" bIns="72000" anchor="t">
            <a:noAutofit/>
          </a:bodyPr>
          <a:lstStyle/>
          <a:p>
            <a:pPr marL="214313" marR="0" lvl="0" indent="-214313"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1000" b="1" i="0" u="none" strike="noStrike" kern="1200" cap="none" spc="0" normalizeH="0" baseline="0" noProof="0">
              <a:ln>
                <a:noFill/>
              </a:ln>
              <a:solidFill>
                <a:srgbClr val="FFFFFF"/>
              </a:solidFill>
              <a:effectLst/>
              <a:uLnTx/>
              <a:uFillTx/>
              <a:latin typeface="Helvetica 75 Bold"/>
              <a:ea typeface="+mn-ea"/>
              <a:cs typeface="Helvetica"/>
            </a:endParaRPr>
          </a:p>
        </p:txBody>
      </p:sp>
      <p:pic>
        <p:nvPicPr>
          <p:cNvPr id="58" name="Image 5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1175" y="1290281"/>
            <a:ext cx="484385" cy="484385"/>
          </a:xfrm>
          <a:prstGeom prst="rect">
            <a:avLst/>
          </a:prstGeom>
        </p:spPr>
      </p:pic>
      <p:pic>
        <p:nvPicPr>
          <p:cNvPr id="59" name="Image 5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26642" y="1295310"/>
            <a:ext cx="530552" cy="530552"/>
          </a:xfrm>
          <a:prstGeom prst="rect">
            <a:avLst/>
          </a:prstGeom>
        </p:spPr>
      </p:pic>
      <p:sp>
        <p:nvSpPr>
          <p:cNvPr id="50" name="Rectangle 49"/>
          <p:cNvSpPr/>
          <p:nvPr/>
        </p:nvSpPr>
        <p:spPr>
          <a:xfrm>
            <a:off x="2411869" y="3976147"/>
            <a:ext cx="2014073" cy="28800"/>
          </a:xfrm>
          <a:prstGeom prst="rect">
            <a:avLst/>
          </a:prstGeom>
          <a:solidFill>
            <a:schemeClr val="accent3"/>
          </a:solidFill>
          <a:ln>
            <a:solidFill>
              <a:srgbClr val="50BE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52" name="Rectangle 51"/>
          <p:cNvSpPr/>
          <p:nvPr/>
        </p:nvSpPr>
        <p:spPr>
          <a:xfrm>
            <a:off x="6737515" y="3979022"/>
            <a:ext cx="2014073" cy="28800"/>
          </a:xfrm>
          <a:prstGeom prst="rect">
            <a:avLst/>
          </a:prstGeom>
          <a:solidFill>
            <a:srgbClr val="FF7900"/>
          </a:solidFill>
          <a:ln>
            <a:solidFill>
              <a:srgbClr val="FF7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Rectangle 59">
            <a:extLst>
              <a:ext uri="{FF2B5EF4-FFF2-40B4-BE49-F238E27FC236}">
                <a16:creationId xmlns:a16="http://schemas.microsoft.com/office/drawing/2014/main" id="{EC44D2E4-88D6-45D7-8806-4202CBC4E594}"/>
              </a:ext>
            </a:extLst>
          </p:cNvPr>
          <p:cNvSpPr/>
          <p:nvPr/>
        </p:nvSpPr>
        <p:spPr>
          <a:xfrm>
            <a:off x="324982" y="1414588"/>
            <a:ext cx="1863378" cy="461665"/>
          </a:xfrm>
          <a:prstGeom prst="rect">
            <a:avLst/>
          </a:prstGeom>
        </p:spPr>
        <p:txBody>
          <a:bodyPr wrap="square" lIns="91440" tIns="45720" rIns="91440" bIns="45720" anchor="t">
            <a:sp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Cloud Security </a:t>
            </a:r>
          </a:p>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Consulting</a:t>
            </a:r>
          </a:p>
        </p:txBody>
      </p:sp>
      <p:sp>
        <p:nvSpPr>
          <p:cNvPr id="9" name="Rectangle 11">
            <a:extLst>
              <a:ext uri="{FF2B5EF4-FFF2-40B4-BE49-F238E27FC236}">
                <a16:creationId xmlns:a16="http://schemas.microsoft.com/office/drawing/2014/main" id="{3F1100A4-1F24-4A3E-B196-C7B35FDC8531}"/>
              </a:ext>
            </a:extLst>
          </p:cNvPr>
          <p:cNvSpPr/>
          <p:nvPr/>
        </p:nvSpPr>
        <p:spPr>
          <a:xfrm>
            <a:off x="2407796" y="1436192"/>
            <a:ext cx="1840619" cy="276999"/>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0" name="Rectangle 60">
            <a:extLst>
              <a:ext uri="{FF2B5EF4-FFF2-40B4-BE49-F238E27FC236}">
                <a16:creationId xmlns:a16="http://schemas.microsoft.com/office/drawing/2014/main" id="{C4620EDE-5A93-45D0-9A8E-CCB316DA9278}"/>
              </a:ext>
            </a:extLst>
          </p:cNvPr>
          <p:cNvSpPr/>
          <p:nvPr/>
        </p:nvSpPr>
        <p:spPr>
          <a:xfrm>
            <a:off x="4700273" y="1412396"/>
            <a:ext cx="1752557" cy="461665"/>
          </a:xfrm>
          <a:prstGeom prst="rect">
            <a:avLst/>
          </a:prstGeom>
        </p:spPr>
        <p:txBody>
          <a:bodyPr wrap="square" lIns="91440" tIns="45720" rIns="91440" bIns="45720" anchor="t">
            <a:sp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Cloud Native </a:t>
            </a:r>
          </a:p>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Solutions</a:t>
            </a:r>
          </a:p>
        </p:txBody>
      </p:sp>
      <p:sp>
        <p:nvSpPr>
          <p:cNvPr id="11" name="Rectangle 12">
            <a:extLst>
              <a:ext uri="{FF2B5EF4-FFF2-40B4-BE49-F238E27FC236}">
                <a16:creationId xmlns:a16="http://schemas.microsoft.com/office/drawing/2014/main" id="{6364E184-BF95-48F3-8A2A-A1CF80FE4AC7}"/>
              </a:ext>
            </a:extLst>
          </p:cNvPr>
          <p:cNvSpPr/>
          <p:nvPr/>
        </p:nvSpPr>
        <p:spPr>
          <a:xfrm>
            <a:off x="6966953" y="1411511"/>
            <a:ext cx="1587047" cy="461665"/>
          </a:xfrm>
          <a:prstGeom prst="rect">
            <a:avLst/>
          </a:prstGeom>
        </p:spPr>
        <p:txBody>
          <a:bodyPr wrap="square" lIns="91440" tIns="45720" rIns="91440" bIns="45720" anchor="t">
            <a:sp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Cloud Application Security Solutions</a:t>
            </a:r>
          </a:p>
        </p:txBody>
      </p:sp>
      <p:sp>
        <p:nvSpPr>
          <p:cNvPr id="14" name="Rectangle 42">
            <a:extLst>
              <a:ext uri="{FF2B5EF4-FFF2-40B4-BE49-F238E27FC236}">
                <a16:creationId xmlns:a16="http://schemas.microsoft.com/office/drawing/2014/main" id="{B769E67A-9780-47AE-B74F-25CBDE421AFC}"/>
              </a:ext>
            </a:extLst>
          </p:cNvPr>
          <p:cNvSpPr>
            <a:spLocks noChangeArrowheads="1"/>
          </p:cNvSpPr>
          <p:nvPr/>
        </p:nvSpPr>
        <p:spPr bwMode="auto">
          <a:xfrm>
            <a:off x="254827" y="1904507"/>
            <a:ext cx="2014073" cy="2090054"/>
          </a:xfrm>
          <a:prstGeom prst="rect">
            <a:avLst/>
          </a:prstGeom>
          <a:noFill/>
          <a:ln w="9525">
            <a:solidFill>
              <a:schemeClr val="bg1"/>
            </a:solidFill>
          </a:ln>
        </p:spPr>
        <p:txBody>
          <a:bodyPr wrap="square" lIns="72000" tIns="72000" rIns="72000" bIns="72000" anchor="t">
            <a:noAutofit/>
          </a:bodyPr>
          <a:lstStyle/>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Hybrid SIEM Concepts</a:t>
            </a: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Cloud Transition</a:t>
            </a: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Cloud Configuration Review</a:t>
            </a:r>
          </a:p>
          <a:p>
            <a:pPr marL="0" marR="0" lvl="0" indent="0" algn="l" defTabSz="683896" rtl="0" eaLnBrk="1" fontAlgn="auto" latinLnBrk="0" hangingPunct="1">
              <a:lnSpc>
                <a:spcPct val="90000"/>
              </a:lnSpc>
              <a:spcBef>
                <a:spcPts val="0"/>
              </a:spcBef>
              <a:spcAft>
                <a:spcPts val="0"/>
              </a:spcAft>
              <a:buClr>
                <a:srgbClr val="FF7900"/>
              </a:buClr>
              <a:buSzTx/>
              <a:buFontTx/>
              <a:buNone/>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Cloud Architecture Assessment</a:t>
            </a: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err="1">
                <a:ln>
                  <a:noFill/>
                </a:ln>
                <a:solidFill>
                  <a:srgbClr val="FFFFFF"/>
                </a:solidFill>
                <a:effectLst/>
                <a:uLnTx/>
                <a:uFillTx/>
                <a:latin typeface="Helvetica 75 Bold"/>
                <a:ea typeface="+mn-ea"/>
                <a:cs typeface="Helvetica"/>
              </a:rPr>
              <a:t>DevSecOps</a:t>
            </a: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 Consulting Services</a:t>
            </a:r>
          </a:p>
        </p:txBody>
      </p:sp>
      <p:sp>
        <p:nvSpPr>
          <p:cNvPr id="38" name="Rectangle 42">
            <a:extLst>
              <a:ext uri="{FF2B5EF4-FFF2-40B4-BE49-F238E27FC236}">
                <a16:creationId xmlns:a16="http://schemas.microsoft.com/office/drawing/2014/main" id="{E4D94EF9-B866-499E-9BE7-850D6308683F}"/>
              </a:ext>
            </a:extLst>
          </p:cNvPr>
          <p:cNvSpPr>
            <a:spLocks noChangeArrowheads="1"/>
          </p:cNvSpPr>
          <p:nvPr/>
        </p:nvSpPr>
        <p:spPr bwMode="auto">
          <a:xfrm>
            <a:off x="4570635" y="1893956"/>
            <a:ext cx="2014073" cy="2100603"/>
          </a:xfrm>
          <a:prstGeom prst="rect">
            <a:avLst/>
          </a:prstGeom>
          <a:noFill/>
          <a:ln w="9525">
            <a:noFill/>
          </a:ln>
        </p:spPr>
        <p:txBody>
          <a:bodyPr wrap="square" lIns="72000" tIns="72000" rIns="72000" bIns="72000" anchor="t">
            <a:noAutofit/>
          </a:bodyPr>
          <a:lstStyle/>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Cloud Provider Security Adoption</a:t>
            </a: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Cloud Network Security</a:t>
            </a: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Cloud Security Posture Management</a:t>
            </a: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Cloud Access Security Broker</a:t>
            </a:r>
          </a:p>
        </p:txBody>
      </p:sp>
      <p:sp>
        <p:nvSpPr>
          <p:cNvPr id="39" name="Rectangle 42">
            <a:extLst>
              <a:ext uri="{FF2B5EF4-FFF2-40B4-BE49-F238E27FC236}">
                <a16:creationId xmlns:a16="http://schemas.microsoft.com/office/drawing/2014/main" id="{FB012988-A75D-4DAF-8B4A-B46A8EFF8746}"/>
              </a:ext>
            </a:extLst>
          </p:cNvPr>
          <p:cNvSpPr>
            <a:spLocks noChangeArrowheads="1"/>
          </p:cNvSpPr>
          <p:nvPr/>
        </p:nvSpPr>
        <p:spPr bwMode="auto">
          <a:xfrm>
            <a:off x="2432230" y="1904505"/>
            <a:ext cx="1995639" cy="2090054"/>
          </a:xfrm>
          <a:prstGeom prst="rect">
            <a:avLst/>
          </a:prstGeom>
          <a:noFill/>
          <a:ln w="9525">
            <a:noFill/>
          </a:ln>
        </p:spPr>
        <p:txBody>
          <a:bodyPr wrap="square" lIns="72000" tIns="72000" rIns="72000" bIns="72000" anchor="t">
            <a:noAutofit/>
          </a:bodyPr>
          <a:lstStyle/>
          <a:p>
            <a:pPr marL="128585" marR="0" lvl="0" indent="-128585"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Secure Access Service Edge</a:t>
            </a:r>
          </a:p>
          <a:p>
            <a:pPr marL="128585" marR="0" lvl="0" indent="-128585"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128585" marR="0" lvl="0" indent="-128585"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Access and Authentication</a:t>
            </a:r>
          </a:p>
          <a:p>
            <a:pPr marL="0" marR="0" lvl="0" indent="0" algn="l" defTabSz="683896" rtl="0" eaLnBrk="1" fontAlgn="auto" latinLnBrk="0" hangingPunct="1">
              <a:lnSpc>
                <a:spcPct val="90000"/>
              </a:lnSpc>
              <a:spcBef>
                <a:spcPts val="0"/>
              </a:spcBef>
              <a:spcAft>
                <a:spcPts val="0"/>
              </a:spcAft>
              <a:buClr>
                <a:srgbClr val="FF7900"/>
              </a:buClr>
              <a:buSzTx/>
              <a:buFontTx/>
              <a:buNone/>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128585" marR="0" lvl="0" indent="-128585"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Data Protection</a:t>
            </a:r>
          </a:p>
          <a:p>
            <a:pPr marL="0" marR="0" lvl="0" indent="0" algn="l" defTabSz="683896" rtl="0" eaLnBrk="1" fontAlgn="auto" latinLnBrk="0" hangingPunct="1">
              <a:lnSpc>
                <a:spcPct val="90000"/>
              </a:lnSpc>
              <a:spcBef>
                <a:spcPts val="0"/>
              </a:spcBef>
              <a:spcAft>
                <a:spcPts val="0"/>
              </a:spcAft>
              <a:buClr>
                <a:srgbClr val="FF7900"/>
              </a:buClr>
              <a:buSzTx/>
              <a:buFontTx/>
              <a:buNone/>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128585" marR="0" lvl="0" indent="-128585"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Threat Protection</a:t>
            </a:r>
          </a:p>
          <a:p>
            <a:pPr marL="128585" marR="0" lvl="0" indent="-128585"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128585" marR="0" lvl="0" indent="-128585"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Security Intelligence</a:t>
            </a: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40" name="Rectangle 42">
            <a:extLst>
              <a:ext uri="{FF2B5EF4-FFF2-40B4-BE49-F238E27FC236}">
                <a16:creationId xmlns:a16="http://schemas.microsoft.com/office/drawing/2014/main" id="{19B552C4-C961-4300-964D-080FAF1BFB6F}"/>
              </a:ext>
            </a:extLst>
          </p:cNvPr>
          <p:cNvSpPr>
            <a:spLocks noChangeArrowheads="1"/>
          </p:cNvSpPr>
          <p:nvPr/>
        </p:nvSpPr>
        <p:spPr bwMode="auto">
          <a:xfrm>
            <a:off x="6748555" y="1904505"/>
            <a:ext cx="1991993" cy="2090053"/>
          </a:xfrm>
          <a:prstGeom prst="rect">
            <a:avLst/>
          </a:prstGeom>
          <a:noFill/>
          <a:ln w="9525">
            <a:noFill/>
          </a:ln>
        </p:spPr>
        <p:txBody>
          <a:bodyPr wrap="square" lIns="72000" tIns="72000" rIns="72000" bIns="72000" anchor="t">
            <a:noAutofit/>
          </a:bodyPr>
          <a:lstStyle/>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Cloud Workload Protection Platform</a:t>
            </a: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Container </a:t>
            </a:r>
            <a:r>
              <a:rPr kumimoji="0" lang="en-US" sz="900" b="1" i="0" u="none" strike="noStrike" kern="1200" cap="none" spc="0" normalizeH="0" baseline="0" noProof="0" dirty="0" err="1">
                <a:ln>
                  <a:noFill/>
                </a:ln>
                <a:solidFill>
                  <a:srgbClr val="FFFFFF"/>
                </a:solidFill>
                <a:effectLst/>
                <a:uLnTx/>
                <a:uFillTx/>
                <a:latin typeface="Helvetica 75 Bold"/>
                <a:ea typeface="+mn-ea"/>
                <a:cs typeface="Helvetica"/>
              </a:rPr>
              <a:t>Pentesting</a:t>
            </a: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CI/CD Security</a:t>
            </a:r>
          </a:p>
        </p:txBody>
      </p:sp>
      <p:sp>
        <p:nvSpPr>
          <p:cNvPr id="32" name="Rectangle 49">
            <a:extLst>
              <a:ext uri="{FF2B5EF4-FFF2-40B4-BE49-F238E27FC236}">
                <a16:creationId xmlns:a16="http://schemas.microsoft.com/office/drawing/2014/main" id="{52F0ECF8-9829-47B9-9CB6-930BFB48CAF1}"/>
              </a:ext>
            </a:extLst>
          </p:cNvPr>
          <p:cNvSpPr/>
          <p:nvPr/>
        </p:nvSpPr>
        <p:spPr>
          <a:xfrm>
            <a:off x="254449" y="3976147"/>
            <a:ext cx="2014073" cy="288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30" name="Rectangle 49">
            <a:extLst>
              <a:ext uri="{FF2B5EF4-FFF2-40B4-BE49-F238E27FC236}">
                <a16:creationId xmlns:a16="http://schemas.microsoft.com/office/drawing/2014/main" id="{1FF3DC06-AD73-4FB4-9F6E-706F88A36236}"/>
              </a:ext>
            </a:extLst>
          </p:cNvPr>
          <p:cNvSpPr/>
          <p:nvPr/>
        </p:nvSpPr>
        <p:spPr>
          <a:xfrm>
            <a:off x="4575474" y="3976147"/>
            <a:ext cx="2014073" cy="28800"/>
          </a:xfrm>
          <a:prstGeom prst="rect">
            <a:avLst/>
          </a:prstGeom>
          <a:solidFill>
            <a:srgbClr val="8871B1"/>
          </a:solidFill>
          <a:ln>
            <a:solidFill>
              <a:srgbClr val="9986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3" name="Image 5">
            <a:extLst>
              <a:ext uri="{FF2B5EF4-FFF2-40B4-BE49-F238E27FC236}">
                <a16:creationId xmlns:a16="http://schemas.microsoft.com/office/drawing/2014/main" id="{E1EEC96E-C2F2-424D-BCB9-F47D2FF8036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41378" y="1275296"/>
            <a:ext cx="512076" cy="512076"/>
          </a:xfrm>
          <a:prstGeom prst="rect">
            <a:avLst/>
          </a:prstGeom>
        </p:spPr>
      </p:pic>
      <p:pic>
        <p:nvPicPr>
          <p:cNvPr id="31" name="Image 3">
            <a:extLst>
              <a:ext uri="{FF2B5EF4-FFF2-40B4-BE49-F238E27FC236}">
                <a16:creationId xmlns:a16="http://schemas.microsoft.com/office/drawing/2014/main" id="{C442ACEF-7D70-40AC-849F-C2758363DD6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360328" y="1346693"/>
            <a:ext cx="427973" cy="427973"/>
          </a:xfrm>
          <a:prstGeom prst="rect">
            <a:avLst/>
          </a:prstGeom>
        </p:spPr>
      </p:pic>
    </p:spTree>
    <p:extLst>
      <p:ext uri="{BB962C8B-B14F-4D97-AF65-F5344CB8AC3E}">
        <p14:creationId xmlns:p14="http://schemas.microsoft.com/office/powerpoint/2010/main" val="3046918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oup of people sitting posing for the camera&#10;&#10;Description automatically generated">
            <a:extLst>
              <a:ext uri="{FF2B5EF4-FFF2-40B4-BE49-F238E27FC236}">
                <a16:creationId xmlns:a16="http://schemas.microsoft.com/office/drawing/2014/main" id="{8A59C366-1B41-4FCC-A256-C1F33CD6B6CC}"/>
              </a:ext>
            </a:extLst>
          </p:cNvPr>
          <p:cNvPicPr>
            <a:picLocks noChangeAspect="1"/>
          </p:cNvPicPr>
          <p:nvPr/>
        </p:nvPicPr>
        <p:blipFill>
          <a:blip r:embed="rId3"/>
          <a:stretch>
            <a:fillRect/>
          </a:stretch>
        </p:blipFill>
        <p:spPr>
          <a:xfrm>
            <a:off x="-378" y="570843"/>
            <a:ext cx="9144000" cy="4572657"/>
          </a:xfrm>
          <a:prstGeom prst="rect">
            <a:avLst/>
          </a:prstGeom>
        </p:spPr>
      </p:pic>
      <p:grpSp>
        <p:nvGrpSpPr>
          <p:cNvPr id="2" name="Groupe 1"/>
          <p:cNvGrpSpPr/>
          <p:nvPr/>
        </p:nvGrpSpPr>
        <p:grpSpPr>
          <a:xfrm>
            <a:off x="-22500" y="0"/>
            <a:ext cx="9166500" cy="5143500"/>
            <a:chOff x="-30000" y="0"/>
            <a:chExt cx="12222000" cy="6858000"/>
          </a:xfrm>
        </p:grpSpPr>
        <p:sp>
          <p:nvSpPr>
            <p:cNvPr id="5" name="Rectangle 4">
              <a:extLst>
                <a:ext uri="{FF2B5EF4-FFF2-40B4-BE49-F238E27FC236}">
                  <a16:creationId xmlns:a16="http://schemas.microsoft.com/office/drawing/2014/main" id="{87A508DE-BB63-4F51-A99B-E26ED35D89A9}"/>
                </a:ext>
              </a:extLst>
            </p:cNvPr>
            <p:cNvSpPr>
              <a:spLocks/>
            </p:cNvSpPr>
            <p:nvPr/>
          </p:nvSpPr>
          <p:spPr>
            <a:xfrm>
              <a:off x="-30000" y="0"/>
              <a:ext cx="12222000" cy="685800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6" name="Picture 35" descr="A picture containing water, large, cloudy, knife&#10;&#10;Description automatically generated">
              <a:extLst>
                <a:ext uri="{FF2B5EF4-FFF2-40B4-BE49-F238E27FC236}">
                  <a16:creationId xmlns:a16="http://schemas.microsoft.com/office/drawing/2014/main" id="{FFFD35DA-6B14-4769-9B88-A69E6E274FA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504" y="1"/>
              <a:ext cx="12190992" cy="4023027"/>
            </a:xfrm>
            <a:prstGeom prst="rect">
              <a:avLst/>
            </a:prstGeom>
          </p:spPr>
        </p:pic>
      </p:grpSp>
      <p:sp>
        <p:nvSpPr>
          <p:cNvPr id="37" name="Title 1">
            <a:extLst>
              <a:ext uri="{FF2B5EF4-FFF2-40B4-BE49-F238E27FC236}">
                <a16:creationId xmlns:a16="http://schemas.microsoft.com/office/drawing/2014/main" id="{807C3A92-C83F-4A2D-AD35-4F1EA2FCCE60}"/>
              </a:ext>
            </a:extLst>
          </p:cNvPr>
          <p:cNvSpPr>
            <a:spLocks noGrp="1"/>
          </p:cNvSpPr>
          <p:nvPr>
            <p:ph type="title"/>
          </p:nvPr>
        </p:nvSpPr>
        <p:spPr>
          <a:xfrm>
            <a:off x="302727" y="316697"/>
            <a:ext cx="8964110" cy="723900"/>
          </a:xfrm>
        </p:spPr>
        <p:txBody>
          <a:bodyPr/>
          <a:lstStyle/>
          <a:p>
            <a:r>
              <a:rPr lang="en-US" sz="3200" dirty="0">
                <a:solidFill>
                  <a:schemeClr val="bg1"/>
                </a:solidFill>
                <a:latin typeface="+mn-lt"/>
              </a:rPr>
              <a:t>Portfolio dedicated </a:t>
            </a:r>
            <a:r>
              <a:rPr lang="en-US" sz="3200">
                <a:solidFill>
                  <a:schemeClr val="bg1"/>
                </a:solidFill>
                <a:latin typeface="+mn-lt"/>
              </a:rPr>
              <a:t>to OT </a:t>
            </a:r>
            <a:r>
              <a:rPr lang="en-US" sz="3200" dirty="0">
                <a:solidFill>
                  <a:schemeClr val="bg1"/>
                </a:solidFill>
                <a:latin typeface="+mn-lt"/>
              </a:rPr>
              <a:t>Security</a:t>
            </a:r>
          </a:p>
        </p:txBody>
      </p:sp>
      <p:sp>
        <p:nvSpPr>
          <p:cNvPr id="69" name="TextBox 62">
            <a:extLst>
              <a:ext uri="{FF2B5EF4-FFF2-40B4-BE49-F238E27FC236}">
                <a16:creationId xmlns:a16="http://schemas.microsoft.com/office/drawing/2014/main" id="{8EB103C8-B1A7-4435-B83C-2A5F8E233D96}"/>
              </a:ext>
            </a:extLst>
          </p:cNvPr>
          <p:cNvSpPr txBox="1">
            <a:spLocks/>
          </p:cNvSpPr>
          <p:nvPr/>
        </p:nvSpPr>
        <p:spPr>
          <a:xfrm>
            <a:off x="2411095" y="1387371"/>
            <a:ext cx="2015622" cy="506586"/>
          </a:xfrm>
          <a:prstGeom prst="rect">
            <a:avLst/>
          </a:prstGeom>
          <a:solidFill>
            <a:schemeClr val="accent3"/>
          </a:solidFill>
          <a:ln>
            <a:solidFill>
              <a:schemeClr val="accent3"/>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OT/ICS</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Solutions</a:t>
            </a:r>
          </a:p>
        </p:txBody>
      </p:sp>
      <p:sp>
        <p:nvSpPr>
          <p:cNvPr id="71" name="TextBox 62">
            <a:extLst>
              <a:ext uri="{FF2B5EF4-FFF2-40B4-BE49-F238E27FC236}">
                <a16:creationId xmlns:a16="http://schemas.microsoft.com/office/drawing/2014/main" id="{8EB103C8-B1A7-4435-B83C-2A5F8E233D96}"/>
              </a:ext>
            </a:extLst>
          </p:cNvPr>
          <p:cNvSpPr txBox="1">
            <a:spLocks/>
          </p:cNvSpPr>
          <p:nvPr/>
        </p:nvSpPr>
        <p:spPr>
          <a:xfrm>
            <a:off x="6720134" y="1387369"/>
            <a:ext cx="2029977" cy="506587"/>
          </a:xfrm>
          <a:prstGeom prst="rect">
            <a:avLst/>
          </a:prstGeom>
          <a:solidFill>
            <a:schemeClr val="bg2"/>
          </a:solidFill>
          <a:ln>
            <a:solidFill>
              <a:schemeClr val="bg2"/>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76" name="Rectangle 75">
            <a:extLst>
              <a:ext uri="{FF2B5EF4-FFF2-40B4-BE49-F238E27FC236}">
                <a16:creationId xmlns:a16="http://schemas.microsoft.com/office/drawing/2014/main" id="{B375D614-9A2D-0B41-A83E-706C503443FC}"/>
              </a:ext>
            </a:extLst>
          </p:cNvPr>
          <p:cNvSpPr>
            <a:spLocks noChangeArrowheads="1"/>
          </p:cNvSpPr>
          <p:nvPr/>
        </p:nvSpPr>
        <p:spPr bwMode="auto">
          <a:xfrm>
            <a:off x="2411870" y="1904506"/>
            <a:ext cx="2016000" cy="209005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78" name="Rectangle 77">
            <a:extLst>
              <a:ext uri="{FF2B5EF4-FFF2-40B4-BE49-F238E27FC236}">
                <a16:creationId xmlns:a16="http://schemas.microsoft.com/office/drawing/2014/main" id="{B375D614-9A2D-0B41-A83E-706C503443FC}"/>
              </a:ext>
            </a:extLst>
          </p:cNvPr>
          <p:cNvSpPr>
            <a:spLocks noChangeArrowheads="1"/>
          </p:cNvSpPr>
          <p:nvPr/>
        </p:nvSpPr>
        <p:spPr bwMode="auto">
          <a:xfrm>
            <a:off x="6732313" y="1904506"/>
            <a:ext cx="2008236" cy="208911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41" name="TextBox 50">
            <a:extLst>
              <a:ext uri="{FF2B5EF4-FFF2-40B4-BE49-F238E27FC236}">
                <a16:creationId xmlns:a16="http://schemas.microsoft.com/office/drawing/2014/main" id="{8EB103C8-B1A7-4435-B83C-2A5F8E233D96}"/>
              </a:ext>
            </a:extLst>
          </p:cNvPr>
          <p:cNvSpPr txBox="1">
            <a:spLocks/>
          </p:cNvSpPr>
          <p:nvPr/>
        </p:nvSpPr>
        <p:spPr>
          <a:xfrm>
            <a:off x="254828" y="1387371"/>
            <a:ext cx="2013557" cy="506585"/>
          </a:xfrm>
          <a:prstGeom prst="rect">
            <a:avLst/>
          </a:prstGeom>
          <a:solidFill>
            <a:schemeClr val="accent6"/>
          </a:solidFill>
          <a:ln>
            <a:solidFill>
              <a:schemeClr val="accent6"/>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Helvetica 75 Bold"/>
              <a:ea typeface="+mn-ea"/>
              <a:cs typeface="+mn-cs"/>
            </a:endParaRPr>
          </a:p>
        </p:txBody>
      </p:sp>
      <p:sp>
        <p:nvSpPr>
          <p:cNvPr id="42" name="TextBox 58">
            <a:extLst>
              <a:ext uri="{FF2B5EF4-FFF2-40B4-BE49-F238E27FC236}">
                <a16:creationId xmlns:a16="http://schemas.microsoft.com/office/drawing/2014/main" id="{8EB103C8-B1A7-4435-B83C-2A5F8E233D96}"/>
              </a:ext>
            </a:extLst>
          </p:cNvPr>
          <p:cNvSpPr txBox="1">
            <a:spLocks/>
          </p:cNvSpPr>
          <p:nvPr/>
        </p:nvSpPr>
        <p:spPr>
          <a:xfrm>
            <a:off x="4569427" y="1387369"/>
            <a:ext cx="2022353" cy="506587"/>
          </a:xfrm>
          <a:prstGeom prst="rect">
            <a:avLst/>
          </a:prstGeom>
          <a:solidFill>
            <a:schemeClr val="accent5"/>
          </a:solidFill>
          <a:ln>
            <a:solidFill>
              <a:schemeClr val="accent5"/>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56" name="Rectangle 55">
            <a:extLst>
              <a:ext uri="{FF2B5EF4-FFF2-40B4-BE49-F238E27FC236}">
                <a16:creationId xmlns:a16="http://schemas.microsoft.com/office/drawing/2014/main" id="{B375D614-9A2D-0B41-A83E-706C503443FC}"/>
              </a:ext>
            </a:extLst>
          </p:cNvPr>
          <p:cNvSpPr>
            <a:spLocks noChangeArrowheads="1"/>
          </p:cNvSpPr>
          <p:nvPr/>
        </p:nvSpPr>
        <p:spPr bwMode="auto">
          <a:xfrm>
            <a:off x="4573024" y="1905444"/>
            <a:ext cx="2016523" cy="2089114"/>
          </a:xfrm>
          <a:prstGeom prst="rect">
            <a:avLst/>
          </a:prstGeom>
          <a:noFill/>
          <a:ln>
            <a:solidFill>
              <a:schemeClr val="bg1"/>
            </a:solidFill>
          </a:ln>
        </p:spPr>
        <p:txBody>
          <a:bodyPr wrap="square" lIns="72000" tIns="72000" rIns="72000" bIns="72000" anchor="t">
            <a:noAutofit/>
          </a:bodyPr>
          <a:lstStyle/>
          <a:p>
            <a:pPr marL="214313" marR="0" lvl="0" indent="-214313"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1000" b="1" i="0" u="none" strike="noStrike" kern="1200" cap="none" spc="0" normalizeH="0" baseline="0" noProof="0">
              <a:ln>
                <a:noFill/>
              </a:ln>
              <a:solidFill>
                <a:srgbClr val="FFFFFF"/>
              </a:solidFill>
              <a:effectLst/>
              <a:uLnTx/>
              <a:uFillTx/>
              <a:latin typeface="Helvetica 75 Bold"/>
              <a:ea typeface="+mn-ea"/>
              <a:cs typeface="Helvetica"/>
            </a:endParaRPr>
          </a:p>
        </p:txBody>
      </p:sp>
      <p:pic>
        <p:nvPicPr>
          <p:cNvPr id="58" name="Image 5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1175" y="1290281"/>
            <a:ext cx="484385" cy="484385"/>
          </a:xfrm>
          <a:prstGeom prst="rect">
            <a:avLst/>
          </a:prstGeom>
        </p:spPr>
      </p:pic>
      <p:pic>
        <p:nvPicPr>
          <p:cNvPr id="59" name="Image 5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26642" y="1295310"/>
            <a:ext cx="530552" cy="530552"/>
          </a:xfrm>
          <a:prstGeom prst="rect">
            <a:avLst/>
          </a:prstGeom>
        </p:spPr>
      </p:pic>
      <p:sp>
        <p:nvSpPr>
          <p:cNvPr id="50" name="Rectangle 49"/>
          <p:cNvSpPr/>
          <p:nvPr/>
        </p:nvSpPr>
        <p:spPr>
          <a:xfrm>
            <a:off x="2411869" y="3976147"/>
            <a:ext cx="2014073" cy="28800"/>
          </a:xfrm>
          <a:prstGeom prst="rect">
            <a:avLst/>
          </a:prstGeom>
          <a:solidFill>
            <a:schemeClr val="accent3"/>
          </a:solidFill>
          <a:ln>
            <a:solidFill>
              <a:srgbClr val="50BE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52" name="Rectangle 51"/>
          <p:cNvSpPr/>
          <p:nvPr/>
        </p:nvSpPr>
        <p:spPr>
          <a:xfrm>
            <a:off x="6737515" y="3979022"/>
            <a:ext cx="2014073" cy="28800"/>
          </a:xfrm>
          <a:prstGeom prst="rect">
            <a:avLst/>
          </a:prstGeom>
          <a:solidFill>
            <a:srgbClr val="FF7900"/>
          </a:solidFill>
          <a:ln>
            <a:solidFill>
              <a:srgbClr val="FF7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Rectangle 59">
            <a:extLst>
              <a:ext uri="{FF2B5EF4-FFF2-40B4-BE49-F238E27FC236}">
                <a16:creationId xmlns:a16="http://schemas.microsoft.com/office/drawing/2014/main" id="{EC44D2E4-88D6-45D7-8806-4202CBC4E594}"/>
              </a:ext>
            </a:extLst>
          </p:cNvPr>
          <p:cNvSpPr/>
          <p:nvPr/>
        </p:nvSpPr>
        <p:spPr>
          <a:xfrm>
            <a:off x="317569" y="1415528"/>
            <a:ext cx="1863378"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OT/ICS</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Consulting</a:t>
            </a:r>
          </a:p>
        </p:txBody>
      </p:sp>
      <p:sp>
        <p:nvSpPr>
          <p:cNvPr id="9" name="Rectangle 11">
            <a:extLst>
              <a:ext uri="{FF2B5EF4-FFF2-40B4-BE49-F238E27FC236}">
                <a16:creationId xmlns:a16="http://schemas.microsoft.com/office/drawing/2014/main" id="{3F1100A4-1F24-4A3E-B196-C7B35FDC8531}"/>
              </a:ext>
            </a:extLst>
          </p:cNvPr>
          <p:cNvSpPr/>
          <p:nvPr/>
        </p:nvSpPr>
        <p:spPr>
          <a:xfrm>
            <a:off x="2407796" y="1436192"/>
            <a:ext cx="1840619" cy="276999"/>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0" name="Rectangle 60">
            <a:extLst>
              <a:ext uri="{FF2B5EF4-FFF2-40B4-BE49-F238E27FC236}">
                <a16:creationId xmlns:a16="http://schemas.microsoft.com/office/drawing/2014/main" id="{C4620EDE-5A93-45D0-9A8E-CCB316DA9278}"/>
              </a:ext>
            </a:extLst>
          </p:cNvPr>
          <p:cNvSpPr/>
          <p:nvPr/>
        </p:nvSpPr>
        <p:spPr>
          <a:xfrm>
            <a:off x="4713485" y="1412353"/>
            <a:ext cx="1752557"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ea typeface="+mn-ea"/>
                <a:cs typeface="Segoe UI"/>
              </a:rPr>
              <a:t>Operate SOC </a:t>
            </a:r>
            <a:r>
              <a:rPr kumimoji="0" lang="en-US" sz="1200" b="1" i="0" u="none" strike="noStrike" kern="1200" cap="none" spc="0" normalizeH="0" baseline="0" noProof="0" dirty="0" err="1">
                <a:ln>
                  <a:noFill/>
                </a:ln>
                <a:solidFill>
                  <a:srgbClr val="000000"/>
                </a:solidFill>
                <a:effectLst/>
                <a:uLnTx/>
                <a:uFillTx/>
                <a:ea typeface="+mn-ea"/>
                <a:cs typeface="Segoe UI"/>
              </a:rPr>
              <a:t>Toolstack</a:t>
            </a:r>
            <a:endParaRPr kumimoji="0" lang="en-US" sz="1200" b="1" i="0" u="none" strike="noStrike" kern="1200" cap="none" spc="0" normalizeH="0" baseline="0" noProof="0" dirty="0">
              <a:ln>
                <a:noFill/>
              </a:ln>
              <a:solidFill>
                <a:srgbClr val="000000"/>
              </a:solidFill>
              <a:effectLst/>
              <a:uLnTx/>
              <a:uFillTx/>
              <a:ea typeface="+mn-lt"/>
              <a:cs typeface="+mn-lt"/>
            </a:endParaRPr>
          </a:p>
        </p:txBody>
      </p:sp>
      <p:sp>
        <p:nvSpPr>
          <p:cNvPr id="11" name="Rectangle 12">
            <a:extLst>
              <a:ext uri="{FF2B5EF4-FFF2-40B4-BE49-F238E27FC236}">
                <a16:creationId xmlns:a16="http://schemas.microsoft.com/office/drawing/2014/main" id="{6364E184-BF95-48F3-8A2A-A1CF80FE4AC7}"/>
              </a:ext>
            </a:extLst>
          </p:cNvPr>
          <p:cNvSpPr/>
          <p:nvPr/>
        </p:nvSpPr>
        <p:spPr>
          <a:xfrm>
            <a:off x="6960026" y="1411511"/>
            <a:ext cx="1587047"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OT/ICS</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Solutions</a:t>
            </a:r>
          </a:p>
        </p:txBody>
      </p:sp>
      <p:sp>
        <p:nvSpPr>
          <p:cNvPr id="14" name="Rectangle 42">
            <a:extLst>
              <a:ext uri="{FF2B5EF4-FFF2-40B4-BE49-F238E27FC236}">
                <a16:creationId xmlns:a16="http://schemas.microsoft.com/office/drawing/2014/main" id="{B769E67A-9780-47AE-B74F-25CBDE421AFC}"/>
              </a:ext>
            </a:extLst>
          </p:cNvPr>
          <p:cNvSpPr>
            <a:spLocks noChangeArrowheads="1"/>
          </p:cNvSpPr>
          <p:nvPr/>
        </p:nvSpPr>
        <p:spPr bwMode="auto">
          <a:xfrm>
            <a:off x="254827" y="1904507"/>
            <a:ext cx="2014073" cy="2090054"/>
          </a:xfrm>
          <a:prstGeom prst="rect">
            <a:avLst/>
          </a:prstGeom>
          <a:noFill/>
          <a:ln w="9525">
            <a:solidFill>
              <a:schemeClr val="bg1"/>
            </a:solid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Zoning Concepts</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err="1">
                <a:ln>
                  <a:noFill/>
                </a:ln>
                <a:solidFill>
                  <a:srgbClr val="FFFFFF"/>
                </a:solidFill>
                <a:effectLst/>
                <a:uLnTx/>
                <a:uFillTx/>
                <a:latin typeface="Helvetica 75 Bold"/>
                <a:ea typeface="+mn-ea"/>
                <a:cs typeface="Helvetica"/>
              </a:rPr>
              <a:t>Pentests</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Requirement Analysis</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Proof of Concepts</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Market Analysis</a:t>
            </a:r>
          </a:p>
        </p:txBody>
      </p:sp>
      <p:sp>
        <p:nvSpPr>
          <p:cNvPr id="38" name="Rectangle 42">
            <a:extLst>
              <a:ext uri="{FF2B5EF4-FFF2-40B4-BE49-F238E27FC236}">
                <a16:creationId xmlns:a16="http://schemas.microsoft.com/office/drawing/2014/main" id="{E4D94EF9-B866-499E-9BE7-850D6308683F}"/>
              </a:ext>
            </a:extLst>
          </p:cNvPr>
          <p:cNvSpPr>
            <a:spLocks noChangeArrowheads="1"/>
          </p:cNvSpPr>
          <p:nvPr/>
        </p:nvSpPr>
        <p:spPr bwMode="auto">
          <a:xfrm>
            <a:off x="4570635" y="1893956"/>
            <a:ext cx="2014073" cy="2100603"/>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Integrating OT/ICS to SOC </a:t>
            </a:r>
            <a:r>
              <a:rPr kumimoji="0" lang="en-US" sz="950" b="1" i="0" u="none" strike="noStrike" kern="1200" cap="none" spc="0" normalizeH="0" baseline="0" noProof="0" dirty="0" err="1">
                <a:ln>
                  <a:noFill/>
                </a:ln>
                <a:solidFill>
                  <a:srgbClr val="FFFFFF"/>
                </a:solidFill>
                <a:effectLst/>
                <a:uLnTx/>
                <a:uFillTx/>
                <a:latin typeface="Helvetica 75 Bold"/>
                <a:ea typeface="+mn-ea"/>
                <a:cs typeface="Helvetica"/>
              </a:rPr>
              <a:t>Toolstack</a:t>
            </a: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Operations</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Update &amp; Maintain</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Data Onboarding</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Support &amp; Troubleshoot</a:t>
            </a:r>
          </a:p>
          <a:p>
            <a:pPr marL="457200" marR="0" lvl="1" indent="0" algn="l" defTabSz="683913" rtl="0" eaLnBrk="1" fontAlgn="auto" latinLnBrk="0" hangingPunct="1">
              <a:lnSpc>
                <a:spcPct val="90000"/>
              </a:lnSpc>
              <a:spcBef>
                <a:spcPts val="0"/>
              </a:spcBef>
              <a:spcAft>
                <a:spcPts val="0"/>
              </a:spcAft>
              <a:buClr>
                <a:srgbClr val="FF7900"/>
              </a:buClr>
              <a:buSzTx/>
              <a:buFontTx/>
              <a:buNone/>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171450" marR="0" lvl="0" indent="-171450" algn="l" defTabSz="683913" rtl="0" eaLnBrk="1" fontAlgn="auto" latinLnBrk="0" hangingPunct="1">
              <a:lnSpc>
                <a:spcPct val="90000"/>
              </a:lnSpc>
              <a:spcBef>
                <a:spcPts val="0"/>
              </a:spcBef>
              <a:spcAft>
                <a:spcPts val="0"/>
              </a:spcAft>
              <a:buClr>
                <a:srgbClr val="FF7900"/>
              </a:buClr>
              <a:buSzTx/>
              <a:buFont typeface="Arial" panose="020B0604020202020204" pitchFamily="34" charset="0"/>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Use Case Engineering </a:t>
            </a:r>
          </a:p>
          <a:p>
            <a:pPr marL="171450" marR="0" lvl="0" indent="-171450" algn="l" defTabSz="683913" rtl="0" eaLnBrk="1" fontAlgn="auto" latinLnBrk="0" hangingPunct="1">
              <a:lnSpc>
                <a:spcPct val="90000"/>
              </a:lnSpc>
              <a:spcBef>
                <a:spcPts val="0"/>
              </a:spcBef>
              <a:spcAft>
                <a:spcPts val="0"/>
              </a:spcAft>
              <a:buClr>
                <a:srgbClr val="FF7900"/>
              </a:buClr>
              <a:buSzTx/>
              <a:buFont typeface="Arial" panose="020B0604020202020204" pitchFamily="34" charset="0"/>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171450" marR="0" lvl="0" indent="-171450" algn="l" defTabSz="683913" rtl="0" eaLnBrk="1" fontAlgn="auto" latinLnBrk="0" hangingPunct="1">
              <a:lnSpc>
                <a:spcPct val="90000"/>
              </a:lnSpc>
              <a:spcBef>
                <a:spcPts val="0"/>
              </a:spcBef>
              <a:spcAft>
                <a:spcPts val="0"/>
              </a:spcAft>
              <a:buClr>
                <a:srgbClr val="FF7900"/>
              </a:buClr>
              <a:buSzTx/>
              <a:buFont typeface="Arial" panose="020B0604020202020204" pitchFamily="34" charset="0"/>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Playbook Development</a:t>
            </a:r>
          </a:p>
        </p:txBody>
      </p:sp>
      <p:sp>
        <p:nvSpPr>
          <p:cNvPr id="39" name="Rectangle 42">
            <a:extLst>
              <a:ext uri="{FF2B5EF4-FFF2-40B4-BE49-F238E27FC236}">
                <a16:creationId xmlns:a16="http://schemas.microsoft.com/office/drawing/2014/main" id="{FB012988-A75D-4DAF-8B4A-B46A8EFF8746}"/>
              </a:ext>
            </a:extLst>
          </p:cNvPr>
          <p:cNvSpPr>
            <a:spLocks noChangeArrowheads="1"/>
          </p:cNvSpPr>
          <p:nvPr/>
        </p:nvSpPr>
        <p:spPr bwMode="auto">
          <a:xfrm>
            <a:off x="2432230" y="1915581"/>
            <a:ext cx="1995639" cy="2078978"/>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IT/OT Segmentation</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Vulnerability Patching</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OT/ICS Mock-Up</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Network Protection</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Access Concepts</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Threat Detection &amp; Protection</a:t>
            </a:r>
          </a:p>
        </p:txBody>
      </p:sp>
      <p:sp>
        <p:nvSpPr>
          <p:cNvPr id="40" name="Rectangle 42">
            <a:extLst>
              <a:ext uri="{FF2B5EF4-FFF2-40B4-BE49-F238E27FC236}">
                <a16:creationId xmlns:a16="http://schemas.microsoft.com/office/drawing/2014/main" id="{19B552C4-C961-4300-964D-080FAF1BFB6F}"/>
              </a:ext>
            </a:extLst>
          </p:cNvPr>
          <p:cNvSpPr>
            <a:spLocks noChangeArrowheads="1"/>
          </p:cNvSpPr>
          <p:nvPr/>
        </p:nvSpPr>
        <p:spPr bwMode="auto">
          <a:xfrm>
            <a:off x="6748555" y="1915580"/>
            <a:ext cx="1991993" cy="2078979"/>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Industrial Firewalls</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Remote Access Solutions for ICS environments</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Privileged User Control</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Authentication &amp; User Management</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Vulnerability Management</a:t>
            </a:r>
          </a:p>
        </p:txBody>
      </p:sp>
      <p:sp>
        <p:nvSpPr>
          <p:cNvPr id="32" name="Rectangle 49">
            <a:extLst>
              <a:ext uri="{FF2B5EF4-FFF2-40B4-BE49-F238E27FC236}">
                <a16:creationId xmlns:a16="http://schemas.microsoft.com/office/drawing/2014/main" id="{52F0ECF8-9829-47B9-9CB6-930BFB48CAF1}"/>
              </a:ext>
            </a:extLst>
          </p:cNvPr>
          <p:cNvSpPr/>
          <p:nvPr/>
        </p:nvSpPr>
        <p:spPr>
          <a:xfrm>
            <a:off x="254449" y="3976147"/>
            <a:ext cx="2014073" cy="288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30" name="Rectangle 49">
            <a:extLst>
              <a:ext uri="{FF2B5EF4-FFF2-40B4-BE49-F238E27FC236}">
                <a16:creationId xmlns:a16="http://schemas.microsoft.com/office/drawing/2014/main" id="{1FF3DC06-AD73-4FB4-9F6E-706F88A36236}"/>
              </a:ext>
            </a:extLst>
          </p:cNvPr>
          <p:cNvSpPr/>
          <p:nvPr/>
        </p:nvSpPr>
        <p:spPr>
          <a:xfrm>
            <a:off x="4575474" y="3976147"/>
            <a:ext cx="2014073" cy="28800"/>
          </a:xfrm>
          <a:prstGeom prst="rect">
            <a:avLst/>
          </a:prstGeom>
          <a:solidFill>
            <a:srgbClr val="8871B1"/>
          </a:solidFill>
          <a:ln>
            <a:solidFill>
              <a:srgbClr val="9986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3" name="Image 5">
            <a:extLst>
              <a:ext uri="{FF2B5EF4-FFF2-40B4-BE49-F238E27FC236}">
                <a16:creationId xmlns:a16="http://schemas.microsoft.com/office/drawing/2014/main" id="{E1EEC96E-C2F2-424D-BCB9-F47D2FF8036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41378" y="1275296"/>
            <a:ext cx="512076" cy="512076"/>
          </a:xfrm>
          <a:prstGeom prst="rect">
            <a:avLst/>
          </a:prstGeom>
        </p:spPr>
      </p:pic>
      <p:pic>
        <p:nvPicPr>
          <p:cNvPr id="31" name="Image 3">
            <a:extLst>
              <a:ext uri="{FF2B5EF4-FFF2-40B4-BE49-F238E27FC236}">
                <a16:creationId xmlns:a16="http://schemas.microsoft.com/office/drawing/2014/main" id="{C442ACEF-7D70-40AC-849F-C2758363DD6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325693" y="1346693"/>
            <a:ext cx="427973" cy="427973"/>
          </a:xfrm>
          <a:prstGeom prst="rect">
            <a:avLst/>
          </a:prstGeom>
        </p:spPr>
      </p:pic>
    </p:spTree>
    <p:extLst>
      <p:ext uri="{BB962C8B-B14F-4D97-AF65-F5344CB8AC3E}">
        <p14:creationId xmlns:p14="http://schemas.microsoft.com/office/powerpoint/2010/main" val="3848949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DB8DCC-1E4E-EA0E-A394-EBF37728CFFE}"/>
              </a:ext>
            </a:extLst>
          </p:cNvPr>
          <p:cNvSpPr>
            <a:spLocks noGrp="1"/>
          </p:cNvSpPr>
          <p:nvPr>
            <p:ph type="title"/>
          </p:nvPr>
        </p:nvSpPr>
        <p:spPr/>
        <p:txBody>
          <a:bodyPr/>
          <a:lstStyle/>
          <a:p>
            <a:r>
              <a:rPr lang="en-US" dirty="0"/>
              <a:t>Change of perspective: an outside view</a:t>
            </a:r>
            <a:endParaRPr lang="de-DE" dirty="0"/>
          </a:p>
        </p:txBody>
      </p:sp>
      <p:pic>
        <p:nvPicPr>
          <p:cNvPr id="5" name="Picture 4">
            <a:extLst>
              <a:ext uri="{FF2B5EF4-FFF2-40B4-BE49-F238E27FC236}">
                <a16:creationId xmlns:a16="http://schemas.microsoft.com/office/drawing/2014/main" id="{4B4B72E3-2B73-5254-03B9-8FC90CCF355C}"/>
              </a:ext>
            </a:extLst>
          </p:cNvPr>
          <p:cNvPicPr>
            <a:picLocks noChangeAspect="1"/>
          </p:cNvPicPr>
          <p:nvPr/>
        </p:nvPicPr>
        <p:blipFill>
          <a:blip r:embed="rId2"/>
          <a:stretch>
            <a:fillRect/>
          </a:stretch>
        </p:blipFill>
        <p:spPr>
          <a:xfrm>
            <a:off x="484182" y="975011"/>
            <a:ext cx="2727667" cy="1854076"/>
          </a:xfrm>
          <a:prstGeom prst="rect">
            <a:avLst/>
          </a:prstGeom>
        </p:spPr>
      </p:pic>
      <p:pic>
        <p:nvPicPr>
          <p:cNvPr id="7" name="Picture 6">
            <a:extLst>
              <a:ext uri="{FF2B5EF4-FFF2-40B4-BE49-F238E27FC236}">
                <a16:creationId xmlns:a16="http://schemas.microsoft.com/office/drawing/2014/main" id="{722B8E99-6770-D9D4-ED8F-D5532AC2B048}"/>
              </a:ext>
            </a:extLst>
          </p:cNvPr>
          <p:cNvPicPr>
            <a:picLocks noChangeAspect="1"/>
          </p:cNvPicPr>
          <p:nvPr/>
        </p:nvPicPr>
        <p:blipFill>
          <a:blip r:embed="rId3"/>
          <a:stretch>
            <a:fillRect/>
          </a:stretch>
        </p:blipFill>
        <p:spPr>
          <a:xfrm>
            <a:off x="6271905" y="975011"/>
            <a:ext cx="2443419" cy="2251855"/>
          </a:xfrm>
          <a:prstGeom prst="rect">
            <a:avLst/>
          </a:prstGeom>
        </p:spPr>
      </p:pic>
      <p:sp>
        <p:nvSpPr>
          <p:cNvPr id="9" name="TextBox 8">
            <a:extLst>
              <a:ext uri="{FF2B5EF4-FFF2-40B4-BE49-F238E27FC236}">
                <a16:creationId xmlns:a16="http://schemas.microsoft.com/office/drawing/2014/main" id="{74D84D12-1130-C9CA-51CD-B57054D8D309}"/>
              </a:ext>
            </a:extLst>
          </p:cNvPr>
          <p:cNvSpPr txBox="1"/>
          <p:nvPr/>
        </p:nvSpPr>
        <p:spPr>
          <a:xfrm>
            <a:off x="6294207" y="3352923"/>
            <a:ext cx="2441668" cy="769441"/>
          </a:xfrm>
          <a:prstGeom prst="rect">
            <a:avLst/>
          </a:prstGeom>
          <a:noFill/>
        </p:spPr>
        <p:txBody>
          <a:bodyPr wrap="square">
            <a:spAutoFit/>
          </a:bodyPr>
          <a:lstStyle>
            <a:defPPr>
              <a:defRPr lang="en-US"/>
            </a:defPPr>
            <a:lvl1pPr marR="0" lvl="0" indent="0" defTabSz="685594" fontAlgn="auto">
              <a:lnSpc>
                <a:spcPct val="100000"/>
              </a:lnSpc>
              <a:spcBef>
                <a:spcPts val="0"/>
              </a:spcBef>
              <a:spcAft>
                <a:spcPts val="0"/>
              </a:spcAft>
              <a:buClrTx/>
              <a:buSzTx/>
              <a:buFontTx/>
              <a:buNone/>
              <a:tabLst/>
              <a:defRPr kumimoji="0" sz="1400" b="1" i="0" u="none" strike="noStrike" cap="none" spc="0" normalizeH="0" baseline="0">
                <a:ln>
                  <a:noFill/>
                </a:ln>
                <a:solidFill>
                  <a:srgbClr val="FFFFFF"/>
                </a:solidFill>
                <a:effectLst/>
                <a:uLnTx/>
                <a:uFillTx/>
                <a:latin typeface="-apple-system"/>
              </a:defRPr>
            </a:lvl1pPr>
          </a:lstStyle>
          <a:p>
            <a:r>
              <a:rPr lang="de-DE" altLang="en-US" sz="1100" dirty="0">
                <a:solidFill>
                  <a:schemeClr val="bg2"/>
                </a:solidFill>
                <a:latin typeface="+mj-lt"/>
              </a:rPr>
              <a:t>IDC</a:t>
            </a:r>
            <a:r>
              <a:rPr lang="de-DE" altLang="en-US" sz="1100" dirty="0">
                <a:solidFill>
                  <a:schemeClr val="bg1"/>
                </a:solidFill>
                <a:latin typeface="+mj-lt"/>
              </a:rPr>
              <a:t> </a:t>
            </a:r>
            <a:r>
              <a:rPr lang="de-DE" altLang="en-US" sz="1100" dirty="0" err="1">
                <a:solidFill>
                  <a:schemeClr val="bg1"/>
                </a:solidFill>
                <a:latin typeface="+mj-lt"/>
              </a:rPr>
              <a:t>Positioned</a:t>
            </a:r>
            <a:r>
              <a:rPr lang="de-DE" altLang="en-US" sz="1100" dirty="0">
                <a:solidFill>
                  <a:schemeClr val="bg1"/>
                </a:solidFill>
                <a:latin typeface="+mj-lt"/>
              </a:rPr>
              <a:t> Orange </a:t>
            </a:r>
            <a:r>
              <a:rPr lang="de-DE" altLang="en-US" sz="1100" dirty="0" err="1">
                <a:solidFill>
                  <a:schemeClr val="bg1"/>
                </a:solidFill>
                <a:latin typeface="+mj-lt"/>
              </a:rPr>
              <a:t>Cyberdefense</a:t>
            </a:r>
            <a:r>
              <a:rPr lang="de-DE" altLang="en-US" sz="1100" dirty="0">
                <a:solidFill>
                  <a:schemeClr val="bg1"/>
                </a:solidFill>
                <a:latin typeface="+mj-lt"/>
              </a:rPr>
              <a:t> </a:t>
            </a:r>
            <a:r>
              <a:rPr lang="de-DE" altLang="en-US" sz="1100" dirty="0" err="1">
                <a:solidFill>
                  <a:schemeClr val="bg1"/>
                </a:solidFill>
                <a:latin typeface="+mj-lt"/>
              </a:rPr>
              <a:t>as</a:t>
            </a:r>
            <a:r>
              <a:rPr lang="de-DE" altLang="en-US" sz="1100" dirty="0">
                <a:solidFill>
                  <a:schemeClr val="bg1"/>
                </a:solidFill>
                <a:latin typeface="+mj-lt"/>
              </a:rPr>
              <a:t> </a:t>
            </a:r>
            <a:r>
              <a:rPr lang="de-DE" altLang="en-US" sz="1100" dirty="0" err="1">
                <a:solidFill>
                  <a:schemeClr val="bg2"/>
                </a:solidFill>
                <a:latin typeface="+mj-lt"/>
              </a:rPr>
              <a:t>leading</a:t>
            </a:r>
            <a:r>
              <a:rPr lang="de-DE" altLang="en-US" sz="1100" dirty="0">
                <a:solidFill>
                  <a:schemeClr val="bg2"/>
                </a:solidFill>
                <a:latin typeface="+mj-lt"/>
              </a:rPr>
              <a:t> </a:t>
            </a:r>
            <a:r>
              <a:rPr lang="de-DE" altLang="en-US" sz="1100" dirty="0" err="1">
                <a:solidFill>
                  <a:schemeClr val="bg2"/>
                </a:solidFill>
                <a:latin typeface="+mj-lt"/>
              </a:rPr>
              <a:t>provider</a:t>
            </a:r>
            <a:r>
              <a:rPr lang="de-DE" altLang="en-US" sz="1100" dirty="0">
                <a:solidFill>
                  <a:schemeClr val="bg2"/>
                </a:solidFill>
                <a:latin typeface="+mj-lt"/>
              </a:rPr>
              <a:t> </a:t>
            </a:r>
            <a:r>
              <a:rPr lang="en-US" altLang="en-US" sz="1100" dirty="0">
                <a:solidFill>
                  <a:schemeClr val="bg1"/>
                </a:solidFill>
                <a:latin typeface="+mj-lt"/>
              </a:rPr>
              <a:t>of Managed Detection and Response in Europe</a:t>
            </a:r>
          </a:p>
        </p:txBody>
      </p:sp>
      <p:sp>
        <p:nvSpPr>
          <p:cNvPr id="11" name="TextBox 10">
            <a:extLst>
              <a:ext uri="{FF2B5EF4-FFF2-40B4-BE49-F238E27FC236}">
                <a16:creationId xmlns:a16="http://schemas.microsoft.com/office/drawing/2014/main" id="{071E9D01-7FEF-4C34-DB40-41CA6781EACF}"/>
              </a:ext>
            </a:extLst>
          </p:cNvPr>
          <p:cNvSpPr txBox="1"/>
          <p:nvPr/>
        </p:nvSpPr>
        <p:spPr>
          <a:xfrm>
            <a:off x="484182" y="3843869"/>
            <a:ext cx="2645594" cy="769441"/>
          </a:xfrm>
          <a:prstGeom prst="rect">
            <a:avLst/>
          </a:prstGeom>
          <a:noFill/>
        </p:spPr>
        <p:txBody>
          <a:bodyPr wrap="square">
            <a:spAutoFit/>
          </a:bodyPr>
          <a:lstStyle/>
          <a:p>
            <a:pPr lvl="0" defTabSz="685594">
              <a:defRPr/>
            </a:pPr>
            <a:r>
              <a:rPr lang="de-DE" altLang="en-US" sz="1100" b="1" dirty="0">
                <a:solidFill>
                  <a:srgbClr val="FFFFFF"/>
                </a:solidFill>
                <a:latin typeface="Helvetica 75 Bold" panose="020B0804020202020204" pitchFamily="34" charset="0"/>
              </a:rPr>
              <a:t>The</a:t>
            </a:r>
            <a:r>
              <a:rPr kumimoji="0" lang="de-DE" altLang="en-US" sz="1100" b="1" i="0" u="none" strike="noStrike" kern="1200" cap="none" spc="0" normalizeH="0" baseline="0" noProof="0" dirty="0">
                <a:ln>
                  <a:noFill/>
                </a:ln>
                <a:solidFill>
                  <a:srgbClr val="FFFFFF"/>
                </a:solidFill>
                <a:effectLst/>
                <a:uLnTx/>
                <a:uFillTx/>
                <a:latin typeface="Helvetica 75 Bold" panose="020B0804020202020204" pitchFamily="34" charset="0"/>
              </a:rPr>
              <a:t> </a:t>
            </a:r>
            <a:r>
              <a:rPr kumimoji="0" lang="de-DE" altLang="en-US" sz="1100" b="1" i="0" u="none" strike="noStrike" kern="1200" cap="none" spc="0" normalizeH="0" baseline="0" noProof="0" dirty="0">
                <a:ln>
                  <a:noFill/>
                </a:ln>
                <a:solidFill>
                  <a:schemeClr val="bg2"/>
                </a:solidFill>
                <a:effectLst/>
                <a:uLnTx/>
                <a:uFillTx/>
                <a:latin typeface="Helvetica 75 Bold" panose="020B0804020202020204" pitchFamily="34" charset="0"/>
              </a:rPr>
              <a:t>Everest Group </a:t>
            </a:r>
            <a:r>
              <a:rPr lang="en-US" altLang="en-US" sz="1100" b="1" dirty="0">
                <a:solidFill>
                  <a:srgbClr val="FFFFFF"/>
                </a:solidFill>
                <a:latin typeface="Helvetica 75 Bold" panose="020B0804020202020204" pitchFamily="34" charset="0"/>
              </a:rPr>
              <a:t>has recognized Orange </a:t>
            </a:r>
            <a:r>
              <a:rPr lang="en-US" altLang="en-US" sz="1100" b="1" dirty="0" err="1">
                <a:solidFill>
                  <a:srgbClr val="FFFFFF"/>
                </a:solidFill>
                <a:latin typeface="Helvetica 75 Bold" panose="020B0804020202020204" pitchFamily="34" charset="0"/>
              </a:rPr>
              <a:t>Cyberdefense</a:t>
            </a:r>
            <a:r>
              <a:rPr lang="en-US" altLang="en-US" sz="1100" b="1" dirty="0">
                <a:solidFill>
                  <a:srgbClr val="FFFFFF"/>
                </a:solidFill>
                <a:latin typeface="Helvetica 75 Bold" panose="020B0804020202020204" pitchFamily="34" charset="0"/>
              </a:rPr>
              <a:t> in its 2024 PEAK Matrix Assessment as </a:t>
            </a:r>
            <a:r>
              <a:rPr lang="de-DE" altLang="en-US" sz="1100" b="1" dirty="0" err="1">
                <a:solidFill>
                  <a:schemeClr val="bg2"/>
                </a:solidFill>
                <a:latin typeface="Helvetica 75 Bold" panose="020B0804020202020204" pitchFamily="34" charset="0"/>
              </a:rPr>
              <a:t>leading</a:t>
            </a:r>
            <a:r>
              <a:rPr lang="de-DE" altLang="en-US" sz="1100" b="1" dirty="0">
                <a:solidFill>
                  <a:schemeClr val="bg2"/>
                </a:solidFill>
                <a:latin typeface="Helvetica 75 Bold" panose="020B0804020202020204" pitchFamily="34" charset="0"/>
              </a:rPr>
              <a:t> </a:t>
            </a:r>
            <a:r>
              <a:rPr lang="de-DE" altLang="en-US" sz="1100" b="1" dirty="0" err="1">
                <a:solidFill>
                  <a:schemeClr val="bg2"/>
                </a:solidFill>
                <a:latin typeface="Helvetica 75 Bold" panose="020B0804020202020204" pitchFamily="34" charset="0"/>
              </a:rPr>
              <a:t>provider</a:t>
            </a:r>
            <a:r>
              <a:rPr lang="de-DE" altLang="en-US" sz="1100" b="1" dirty="0">
                <a:solidFill>
                  <a:schemeClr val="bg2"/>
                </a:solidFill>
                <a:latin typeface="Helvetica 75 Bold" panose="020B0804020202020204" pitchFamily="34" charset="0"/>
              </a:rPr>
              <a:t> </a:t>
            </a:r>
            <a:r>
              <a:rPr lang="de-DE" altLang="en-US" sz="1100" b="1" dirty="0" err="1">
                <a:solidFill>
                  <a:srgbClr val="FFFFFF"/>
                </a:solidFill>
                <a:latin typeface="Helvetica 75 Bold" panose="020B0804020202020204" pitchFamily="34" charset="0"/>
              </a:rPr>
              <a:t>of</a:t>
            </a:r>
            <a:r>
              <a:rPr lang="de-DE" altLang="en-US" sz="1100" b="1" dirty="0">
                <a:solidFill>
                  <a:srgbClr val="FFFFFF"/>
                </a:solidFill>
                <a:latin typeface="Helvetica 75 Bold" panose="020B0804020202020204" pitchFamily="34" charset="0"/>
              </a:rPr>
              <a:t> </a:t>
            </a:r>
            <a:r>
              <a:rPr lang="de-DE" altLang="en-US" sz="1100" b="1" dirty="0" err="1">
                <a:solidFill>
                  <a:srgbClr val="FFFFFF"/>
                </a:solidFill>
                <a:latin typeface="Helvetica 75 Bold" panose="020B0804020202020204" pitchFamily="34" charset="0"/>
              </a:rPr>
              <a:t>cybersecurity</a:t>
            </a:r>
            <a:r>
              <a:rPr lang="de-DE" altLang="en-US" sz="1100" b="1" dirty="0">
                <a:solidFill>
                  <a:srgbClr val="FFFFFF"/>
                </a:solidFill>
                <a:latin typeface="Helvetica 75 Bold" panose="020B0804020202020204" pitchFamily="34" charset="0"/>
              </a:rPr>
              <a:t> </a:t>
            </a:r>
            <a:r>
              <a:rPr lang="de-DE" altLang="en-US" sz="1100" b="1" dirty="0" err="1">
                <a:solidFill>
                  <a:srgbClr val="FFFFFF"/>
                </a:solidFill>
                <a:latin typeface="Helvetica 75 Bold" panose="020B0804020202020204" pitchFamily="34" charset="0"/>
              </a:rPr>
              <a:t>services</a:t>
            </a:r>
            <a:endParaRPr kumimoji="0" lang="en-US" sz="1100" b="1" i="0" u="none" strike="noStrike" kern="1200" cap="none" spc="0" normalizeH="0" baseline="0" noProof="0" dirty="0">
              <a:ln>
                <a:noFill/>
              </a:ln>
              <a:solidFill>
                <a:srgbClr val="FFFFFF"/>
              </a:solidFill>
              <a:effectLst/>
              <a:uLnTx/>
              <a:uFillTx/>
              <a:latin typeface="Helvetica 75 Bold" panose="020B0804020202020204" pitchFamily="34" charset="0"/>
            </a:endParaRPr>
          </a:p>
        </p:txBody>
      </p:sp>
      <p:sp>
        <p:nvSpPr>
          <p:cNvPr id="12" name="Rectangle 11">
            <a:extLst>
              <a:ext uri="{FF2B5EF4-FFF2-40B4-BE49-F238E27FC236}">
                <a16:creationId xmlns:a16="http://schemas.microsoft.com/office/drawing/2014/main" id="{7AA3629C-07B0-964A-39EB-34BF91155D44}"/>
              </a:ext>
            </a:extLst>
          </p:cNvPr>
          <p:cNvSpPr/>
          <p:nvPr/>
        </p:nvSpPr>
        <p:spPr>
          <a:xfrm>
            <a:off x="2275147" y="1452377"/>
            <a:ext cx="676209" cy="14868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a:solidFill>
                <a:srgbClr val="000000"/>
              </a:solidFill>
            </a:endParaRPr>
          </a:p>
        </p:txBody>
      </p:sp>
      <p:sp>
        <p:nvSpPr>
          <p:cNvPr id="13" name="Rectangle 12">
            <a:extLst>
              <a:ext uri="{FF2B5EF4-FFF2-40B4-BE49-F238E27FC236}">
                <a16:creationId xmlns:a16="http://schemas.microsoft.com/office/drawing/2014/main" id="{C1E20ADA-B1E7-6955-5AD5-8E566F325D81}"/>
              </a:ext>
            </a:extLst>
          </p:cNvPr>
          <p:cNvSpPr/>
          <p:nvPr/>
        </p:nvSpPr>
        <p:spPr>
          <a:xfrm>
            <a:off x="7902493" y="1262748"/>
            <a:ext cx="416312" cy="3271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a:solidFill>
                <a:srgbClr val="000000"/>
              </a:solidFill>
            </a:endParaRPr>
          </a:p>
        </p:txBody>
      </p:sp>
      <p:pic>
        <p:nvPicPr>
          <p:cNvPr id="16" name="Picture 15" descr="A screen shot of a diagram&#10;&#10;Description automatically generated">
            <a:extLst>
              <a:ext uri="{FF2B5EF4-FFF2-40B4-BE49-F238E27FC236}">
                <a16:creationId xmlns:a16="http://schemas.microsoft.com/office/drawing/2014/main" id="{4E86A70B-F5C5-2ACD-B22E-41A84CF47B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37018" y="2796015"/>
            <a:ext cx="2441668" cy="2098308"/>
          </a:xfrm>
          <a:prstGeom prst="rect">
            <a:avLst/>
          </a:prstGeom>
        </p:spPr>
      </p:pic>
      <p:sp>
        <p:nvSpPr>
          <p:cNvPr id="17" name="TextBox 16">
            <a:extLst>
              <a:ext uri="{FF2B5EF4-FFF2-40B4-BE49-F238E27FC236}">
                <a16:creationId xmlns:a16="http://schemas.microsoft.com/office/drawing/2014/main" id="{1FFD3B59-3514-6E81-8428-E9FFC96E3B62}"/>
              </a:ext>
            </a:extLst>
          </p:cNvPr>
          <p:cNvSpPr txBox="1"/>
          <p:nvPr/>
        </p:nvSpPr>
        <p:spPr>
          <a:xfrm>
            <a:off x="3479702" y="1584613"/>
            <a:ext cx="2259459" cy="769441"/>
          </a:xfrm>
          <a:prstGeom prst="rect">
            <a:avLst/>
          </a:prstGeom>
          <a:noFill/>
        </p:spPr>
        <p:txBody>
          <a:bodyPr wrap="square">
            <a:spAutoFit/>
          </a:bodyPr>
          <a:lstStyle/>
          <a:p>
            <a:pPr lvl="0" defTabSz="685594">
              <a:defRPr/>
            </a:pPr>
            <a:r>
              <a:rPr kumimoji="0" lang="de-DE" altLang="en-US" sz="1100" b="1" i="0" u="none" strike="noStrike" kern="1200" cap="none" spc="0" normalizeH="0" baseline="0" noProof="0" dirty="0" err="1">
                <a:ln>
                  <a:noFill/>
                </a:ln>
                <a:solidFill>
                  <a:schemeClr val="bg2"/>
                </a:solidFill>
                <a:effectLst/>
                <a:uLnTx/>
                <a:uFillTx/>
                <a:latin typeface="+mj-lt"/>
                <a:ea typeface="+mn-ea"/>
                <a:cs typeface="+mn-cs"/>
              </a:rPr>
              <a:t>Omdia</a:t>
            </a:r>
            <a:r>
              <a:rPr kumimoji="0" lang="de-DE" altLang="en-US" sz="1100" b="1" i="0" u="none" strike="noStrike" kern="1200" cap="none" spc="0" normalizeH="0" baseline="0" noProof="0" dirty="0">
                <a:ln>
                  <a:noFill/>
                </a:ln>
                <a:solidFill>
                  <a:schemeClr val="bg1"/>
                </a:solidFill>
                <a:effectLst/>
                <a:uLnTx/>
                <a:uFillTx/>
                <a:latin typeface="+mj-lt"/>
                <a:ea typeface="+mn-ea"/>
                <a:cs typeface="+mn-cs"/>
              </a:rPr>
              <a:t> </a:t>
            </a:r>
            <a:r>
              <a:rPr lang="en-US" altLang="en-US" sz="1100" b="1" dirty="0">
                <a:solidFill>
                  <a:schemeClr val="bg1"/>
                </a:solidFill>
                <a:latin typeface="+mj-lt"/>
              </a:rPr>
              <a:t>sees Orange </a:t>
            </a:r>
            <a:r>
              <a:rPr lang="en-US" altLang="en-US" sz="1100" b="1" dirty="0" err="1">
                <a:solidFill>
                  <a:schemeClr val="bg1"/>
                </a:solidFill>
                <a:latin typeface="+mj-lt"/>
              </a:rPr>
              <a:t>Cyberdefense</a:t>
            </a:r>
            <a:r>
              <a:rPr lang="en-US" altLang="en-US" sz="1100" b="1" dirty="0">
                <a:solidFill>
                  <a:schemeClr val="bg1"/>
                </a:solidFill>
                <a:latin typeface="+mj-lt"/>
              </a:rPr>
              <a:t> as one of the </a:t>
            </a:r>
            <a:r>
              <a:rPr lang="de-DE" altLang="en-US" sz="1100" b="1" dirty="0" err="1">
                <a:solidFill>
                  <a:schemeClr val="bg2"/>
                </a:solidFill>
                <a:latin typeface="+mj-lt"/>
              </a:rPr>
              <a:t>leading</a:t>
            </a:r>
            <a:r>
              <a:rPr lang="de-DE" altLang="en-US" sz="1100" b="1" dirty="0">
                <a:solidFill>
                  <a:schemeClr val="bg2"/>
                </a:solidFill>
                <a:latin typeface="+mj-lt"/>
              </a:rPr>
              <a:t> </a:t>
            </a:r>
            <a:r>
              <a:rPr lang="de-DE" altLang="en-US" sz="1100" b="1" dirty="0" err="1">
                <a:solidFill>
                  <a:schemeClr val="bg2"/>
                </a:solidFill>
                <a:latin typeface="+mj-lt"/>
              </a:rPr>
              <a:t>provider</a:t>
            </a:r>
            <a:r>
              <a:rPr lang="de-DE" altLang="en-US" sz="1100" b="1" dirty="0">
                <a:solidFill>
                  <a:schemeClr val="bg2"/>
                </a:solidFill>
                <a:latin typeface="+mj-lt"/>
              </a:rPr>
              <a:t> </a:t>
            </a:r>
            <a:r>
              <a:rPr lang="en-US" altLang="en-US" sz="1100" b="1" dirty="0">
                <a:solidFill>
                  <a:schemeClr val="bg1"/>
                </a:solidFill>
                <a:latin typeface="+mj-lt"/>
              </a:rPr>
              <a:t>of global IT security services</a:t>
            </a:r>
            <a:endParaRPr kumimoji="0" lang="en-US" altLang="en-US" sz="1100" b="1" i="0" u="none" strike="noStrike" kern="1200" cap="none" spc="0" normalizeH="0" baseline="0" noProof="0" dirty="0">
              <a:ln>
                <a:noFill/>
              </a:ln>
              <a:solidFill>
                <a:schemeClr val="bg1"/>
              </a:solidFill>
              <a:effectLst/>
              <a:uLnTx/>
              <a:uFillTx/>
              <a:latin typeface="+mj-lt"/>
              <a:ea typeface="+mn-ea"/>
              <a:cs typeface="+mn-cs"/>
            </a:endParaRPr>
          </a:p>
        </p:txBody>
      </p:sp>
      <p:sp>
        <p:nvSpPr>
          <p:cNvPr id="18" name="Rectangle 17">
            <a:extLst>
              <a:ext uri="{FF2B5EF4-FFF2-40B4-BE49-F238E27FC236}">
                <a16:creationId xmlns:a16="http://schemas.microsoft.com/office/drawing/2014/main" id="{0D5FDD51-F933-FE2A-58D9-C2B93EF72463}"/>
              </a:ext>
            </a:extLst>
          </p:cNvPr>
          <p:cNvSpPr/>
          <p:nvPr/>
        </p:nvSpPr>
        <p:spPr>
          <a:xfrm>
            <a:off x="5422145" y="3657600"/>
            <a:ext cx="375645" cy="31707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a:solidFill>
                <a:srgbClr val="000000"/>
              </a:solidFill>
            </a:endParaRPr>
          </a:p>
        </p:txBody>
      </p:sp>
      <p:pic>
        <p:nvPicPr>
          <p:cNvPr id="19" name="Picture 2" descr="Everest Group PEAK Matrix™ Overview Website">
            <a:extLst>
              <a:ext uri="{FF2B5EF4-FFF2-40B4-BE49-F238E27FC236}">
                <a16:creationId xmlns:a16="http://schemas.microsoft.com/office/drawing/2014/main" id="{3D0ABC03-FA41-6C01-F9DB-5134F4C20803}"/>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04773" y="2940624"/>
            <a:ext cx="2008478" cy="87427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Home Page :: Omdia">
            <a:extLst>
              <a:ext uri="{FF2B5EF4-FFF2-40B4-BE49-F238E27FC236}">
                <a16:creationId xmlns:a16="http://schemas.microsoft.com/office/drawing/2014/main" id="{339F5FB8-C3A3-26A7-CA43-4498CE309B04}"/>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3800983" y="1059435"/>
            <a:ext cx="1540908" cy="343157"/>
          </a:xfrm>
          <a:prstGeom prst="rect">
            <a:avLst/>
          </a:prstGeom>
          <a:noFill/>
          <a:extLst>
            <a:ext uri="{909E8E84-426E-40DD-AFC4-6F175D3DCCD1}">
              <a14:hiddenFill xmlns:a14="http://schemas.microsoft.com/office/drawing/2010/main">
                <a:solidFill>
                  <a:srgbClr val="FFFFFF"/>
                </a:solidFill>
              </a14:hiddenFill>
            </a:ext>
          </a:extLst>
        </p:spPr>
      </p:pic>
      <p:pic>
        <p:nvPicPr>
          <p:cNvPr id="21" name="Graphic 20">
            <a:extLst>
              <a:ext uri="{FF2B5EF4-FFF2-40B4-BE49-F238E27FC236}">
                <a16:creationId xmlns:a16="http://schemas.microsoft.com/office/drawing/2014/main" id="{90B614EF-18E5-CF9D-C290-5CDDC4DD8F1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54090" y="4399082"/>
            <a:ext cx="1256912" cy="380882"/>
          </a:xfrm>
          <a:prstGeom prst="rect">
            <a:avLst/>
          </a:prstGeom>
        </p:spPr>
      </p:pic>
    </p:spTree>
    <p:extLst>
      <p:ext uri="{BB962C8B-B14F-4D97-AF65-F5344CB8AC3E}">
        <p14:creationId xmlns:p14="http://schemas.microsoft.com/office/powerpoint/2010/main" val="1483875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E00047EB-4381-E4E7-75E2-4860BD63E58A}"/>
              </a:ext>
            </a:extLst>
          </p:cNvPr>
          <p:cNvSpPr/>
          <p:nvPr/>
        </p:nvSpPr>
        <p:spPr>
          <a:xfrm>
            <a:off x="0" y="956966"/>
            <a:ext cx="9145905" cy="3744278"/>
          </a:xfrm>
          <a:custGeom>
            <a:avLst/>
            <a:gdLst/>
            <a:ahLst/>
            <a:cxnLst/>
            <a:rect l="l" t="t" r="r" b="b"/>
            <a:pathLst>
              <a:path w="12194540" h="4992370">
                <a:moveTo>
                  <a:pt x="6025261" y="141363"/>
                </a:moveTo>
                <a:lnTo>
                  <a:pt x="5977052" y="152844"/>
                </a:lnTo>
                <a:lnTo>
                  <a:pt x="5928855" y="163766"/>
                </a:lnTo>
                <a:lnTo>
                  <a:pt x="5880646" y="174142"/>
                </a:lnTo>
                <a:lnTo>
                  <a:pt x="5832449" y="183972"/>
                </a:lnTo>
                <a:lnTo>
                  <a:pt x="5784253" y="193281"/>
                </a:lnTo>
                <a:lnTo>
                  <a:pt x="5736044" y="202069"/>
                </a:lnTo>
                <a:lnTo>
                  <a:pt x="5687847" y="210350"/>
                </a:lnTo>
                <a:lnTo>
                  <a:pt x="5639651" y="218135"/>
                </a:lnTo>
                <a:lnTo>
                  <a:pt x="5591441" y="225412"/>
                </a:lnTo>
                <a:lnTo>
                  <a:pt x="5543245" y="232219"/>
                </a:lnTo>
                <a:lnTo>
                  <a:pt x="5495036" y="238556"/>
                </a:lnTo>
                <a:lnTo>
                  <a:pt x="5446839" y="244411"/>
                </a:lnTo>
                <a:lnTo>
                  <a:pt x="5398643" y="249821"/>
                </a:lnTo>
                <a:lnTo>
                  <a:pt x="5350434" y="254787"/>
                </a:lnTo>
                <a:lnTo>
                  <a:pt x="5302237" y="259308"/>
                </a:lnTo>
                <a:lnTo>
                  <a:pt x="5254028" y="263398"/>
                </a:lnTo>
                <a:lnTo>
                  <a:pt x="5205831" y="267081"/>
                </a:lnTo>
                <a:lnTo>
                  <a:pt x="5157622" y="270344"/>
                </a:lnTo>
                <a:lnTo>
                  <a:pt x="5109426" y="273202"/>
                </a:lnTo>
                <a:lnTo>
                  <a:pt x="5061229" y="275666"/>
                </a:lnTo>
                <a:lnTo>
                  <a:pt x="5013020" y="277761"/>
                </a:lnTo>
                <a:lnTo>
                  <a:pt x="4964823" y="279463"/>
                </a:lnTo>
                <a:lnTo>
                  <a:pt x="4916614" y="280809"/>
                </a:lnTo>
                <a:lnTo>
                  <a:pt x="4868418" y="281800"/>
                </a:lnTo>
                <a:lnTo>
                  <a:pt x="4820209" y="282448"/>
                </a:lnTo>
                <a:lnTo>
                  <a:pt x="4772012" y="282740"/>
                </a:lnTo>
                <a:lnTo>
                  <a:pt x="4723816" y="282714"/>
                </a:lnTo>
                <a:lnTo>
                  <a:pt x="4675606" y="282371"/>
                </a:lnTo>
                <a:lnTo>
                  <a:pt x="4627410" y="281711"/>
                </a:lnTo>
                <a:lnTo>
                  <a:pt x="4579201" y="280746"/>
                </a:lnTo>
                <a:lnTo>
                  <a:pt x="4531004" y="279501"/>
                </a:lnTo>
                <a:lnTo>
                  <a:pt x="4482795" y="277952"/>
                </a:lnTo>
                <a:lnTo>
                  <a:pt x="4434598" y="276136"/>
                </a:lnTo>
                <a:lnTo>
                  <a:pt x="4386389" y="274066"/>
                </a:lnTo>
                <a:lnTo>
                  <a:pt x="4338193" y="271716"/>
                </a:lnTo>
                <a:lnTo>
                  <a:pt x="4241787" y="266306"/>
                </a:lnTo>
                <a:lnTo>
                  <a:pt x="4145381" y="259981"/>
                </a:lnTo>
                <a:lnTo>
                  <a:pt x="4048976" y="252793"/>
                </a:lnTo>
                <a:lnTo>
                  <a:pt x="3952570" y="244830"/>
                </a:lnTo>
                <a:lnTo>
                  <a:pt x="3856164" y="236169"/>
                </a:lnTo>
                <a:lnTo>
                  <a:pt x="3759758" y="226872"/>
                </a:lnTo>
                <a:lnTo>
                  <a:pt x="3663353" y="217017"/>
                </a:lnTo>
                <a:lnTo>
                  <a:pt x="3518751" y="201345"/>
                </a:lnTo>
                <a:lnTo>
                  <a:pt x="3325939" y="179158"/>
                </a:lnTo>
                <a:lnTo>
                  <a:pt x="2651099" y="97917"/>
                </a:lnTo>
                <a:lnTo>
                  <a:pt x="2458288" y="76060"/>
                </a:lnTo>
                <a:lnTo>
                  <a:pt x="2313686" y="60731"/>
                </a:lnTo>
                <a:lnTo>
                  <a:pt x="2217280" y="51142"/>
                </a:lnTo>
                <a:lnTo>
                  <a:pt x="2120874" y="42151"/>
                </a:lnTo>
                <a:lnTo>
                  <a:pt x="2024468" y="33832"/>
                </a:lnTo>
                <a:lnTo>
                  <a:pt x="1928063" y="26250"/>
                </a:lnTo>
                <a:lnTo>
                  <a:pt x="1831657" y="19481"/>
                </a:lnTo>
                <a:lnTo>
                  <a:pt x="1735251" y="13601"/>
                </a:lnTo>
                <a:lnTo>
                  <a:pt x="1638858" y="8674"/>
                </a:lnTo>
                <a:lnTo>
                  <a:pt x="1590649" y="6604"/>
                </a:lnTo>
                <a:lnTo>
                  <a:pt x="1542453" y="4787"/>
                </a:lnTo>
                <a:lnTo>
                  <a:pt x="1494243" y="3238"/>
                </a:lnTo>
                <a:lnTo>
                  <a:pt x="1446047" y="1993"/>
                </a:lnTo>
                <a:lnTo>
                  <a:pt x="1397838" y="1028"/>
                </a:lnTo>
                <a:lnTo>
                  <a:pt x="1349641" y="368"/>
                </a:lnTo>
                <a:lnTo>
                  <a:pt x="1301432" y="25"/>
                </a:lnTo>
                <a:lnTo>
                  <a:pt x="1253236" y="0"/>
                </a:lnTo>
                <a:lnTo>
                  <a:pt x="1205026" y="292"/>
                </a:lnTo>
                <a:lnTo>
                  <a:pt x="1156830" y="939"/>
                </a:lnTo>
                <a:lnTo>
                  <a:pt x="1108633" y="1930"/>
                </a:lnTo>
                <a:lnTo>
                  <a:pt x="1060424" y="3276"/>
                </a:lnTo>
                <a:lnTo>
                  <a:pt x="1012228" y="4978"/>
                </a:lnTo>
                <a:lnTo>
                  <a:pt x="964018" y="7073"/>
                </a:lnTo>
                <a:lnTo>
                  <a:pt x="915822" y="9537"/>
                </a:lnTo>
                <a:lnTo>
                  <a:pt x="867613" y="12395"/>
                </a:lnTo>
                <a:lnTo>
                  <a:pt x="819416" y="15659"/>
                </a:lnTo>
                <a:lnTo>
                  <a:pt x="771220" y="19342"/>
                </a:lnTo>
                <a:lnTo>
                  <a:pt x="723011" y="23431"/>
                </a:lnTo>
                <a:lnTo>
                  <a:pt x="674814" y="27952"/>
                </a:lnTo>
                <a:lnTo>
                  <a:pt x="626605" y="32918"/>
                </a:lnTo>
                <a:lnTo>
                  <a:pt x="578408" y="38328"/>
                </a:lnTo>
                <a:lnTo>
                  <a:pt x="530212" y="44183"/>
                </a:lnTo>
                <a:lnTo>
                  <a:pt x="482003" y="50520"/>
                </a:lnTo>
                <a:lnTo>
                  <a:pt x="433806" y="57327"/>
                </a:lnTo>
                <a:lnTo>
                  <a:pt x="385597" y="64604"/>
                </a:lnTo>
                <a:lnTo>
                  <a:pt x="337400" y="72390"/>
                </a:lnTo>
                <a:lnTo>
                  <a:pt x="289204" y="80670"/>
                </a:lnTo>
                <a:lnTo>
                  <a:pt x="240995" y="89458"/>
                </a:lnTo>
                <a:lnTo>
                  <a:pt x="192798" y="98767"/>
                </a:lnTo>
                <a:lnTo>
                  <a:pt x="144602" y="108597"/>
                </a:lnTo>
                <a:lnTo>
                  <a:pt x="96393" y="118973"/>
                </a:lnTo>
                <a:lnTo>
                  <a:pt x="48196" y="129895"/>
                </a:lnTo>
                <a:lnTo>
                  <a:pt x="0" y="141363"/>
                </a:lnTo>
                <a:lnTo>
                  <a:pt x="0" y="1023124"/>
                </a:lnTo>
                <a:lnTo>
                  <a:pt x="48196" y="1011656"/>
                </a:lnTo>
                <a:lnTo>
                  <a:pt x="96393" y="1000734"/>
                </a:lnTo>
                <a:lnTo>
                  <a:pt x="144602" y="990358"/>
                </a:lnTo>
                <a:lnTo>
                  <a:pt x="192798" y="980528"/>
                </a:lnTo>
                <a:lnTo>
                  <a:pt x="240995" y="971219"/>
                </a:lnTo>
                <a:lnTo>
                  <a:pt x="289204" y="962431"/>
                </a:lnTo>
                <a:lnTo>
                  <a:pt x="337400" y="954151"/>
                </a:lnTo>
                <a:lnTo>
                  <a:pt x="385597" y="946365"/>
                </a:lnTo>
                <a:lnTo>
                  <a:pt x="433806" y="939088"/>
                </a:lnTo>
                <a:lnTo>
                  <a:pt x="482003" y="932281"/>
                </a:lnTo>
                <a:lnTo>
                  <a:pt x="530212" y="925944"/>
                </a:lnTo>
                <a:lnTo>
                  <a:pt x="578408" y="920089"/>
                </a:lnTo>
                <a:lnTo>
                  <a:pt x="626605" y="914679"/>
                </a:lnTo>
                <a:lnTo>
                  <a:pt x="674814" y="909713"/>
                </a:lnTo>
                <a:lnTo>
                  <a:pt x="723011" y="905192"/>
                </a:lnTo>
                <a:lnTo>
                  <a:pt x="771220" y="901103"/>
                </a:lnTo>
                <a:lnTo>
                  <a:pt x="819416" y="897420"/>
                </a:lnTo>
                <a:lnTo>
                  <a:pt x="867613" y="894156"/>
                </a:lnTo>
                <a:lnTo>
                  <a:pt x="915822" y="891298"/>
                </a:lnTo>
                <a:lnTo>
                  <a:pt x="964018" y="888834"/>
                </a:lnTo>
                <a:lnTo>
                  <a:pt x="1012228" y="886739"/>
                </a:lnTo>
                <a:lnTo>
                  <a:pt x="1060424" y="885037"/>
                </a:lnTo>
                <a:lnTo>
                  <a:pt x="1108633" y="883691"/>
                </a:lnTo>
                <a:lnTo>
                  <a:pt x="1156830" y="882700"/>
                </a:lnTo>
                <a:lnTo>
                  <a:pt x="1205026" y="882053"/>
                </a:lnTo>
                <a:lnTo>
                  <a:pt x="1253236" y="881761"/>
                </a:lnTo>
                <a:lnTo>
                  <a:pt x="1301432" y="881786"/>
                </a:lnTo>
                <a:lnTo>
                  <a:pt x="1349641" y="882129"/>
                </a:lnTo>
                <a:lnTo>
                  <a:pt x="1397838" y="882789"/>
                </a:lnTo>
                <a:lnTo>
                  <a:pt x="1446047" y="883754"/>
                </a:lnTo>
                <a:lnTo>
                  <a:pt x="1494243" y="884999"/>
                </a:lnTo>
                <a:lnTo>
                  <a:pt x="1542453" y="886548"/>
                </a:lnTo>
                <a:lnTo>
                  <a:pt x="1590649" y="888365"/>
                </a:lnTo>
                <a:lnTo>
                  <a:pt x="1638858" y="890435"/>
                </a:lnTo>
                <a:lnTo>
                  <a:pt x="1687055" y="892784"/>
                </a:lnTo>
                <a:lnTo>
                  <a:pt x="1783461" y="898194"/>
                </a:lnTo>
                <a:lnTo>
                  <a:pt x="1879866" y="904519"/>
                </a:lnTo>
                <a:lnTo>
                  <a:pt x="1976272" y="911707"/>
                </a:lnTo>
                <a:lnTo>
                  <a:pt x="2072678" y="919670"/>
                </a:lnTo>
                <a:lnTo>
                  <a:pt x="2169083" y="928331"/>
                </a:lnTo>
                <a:lnTo>
                  <a:pt x="2265489" y="937628"/>
                </a:lnTo>
                <a:lnTo>
                  <a:pt x="2361895" y="947483"/>
                </a:lnTo>
                <a:lnTo>
                  <a:pt x="2506497" y="963155"/>
                </a:lnTo>
                <a:lnTo>
                  <a:pt x="2699308" y="985342"/>
                </a:lnTo>
                <a:lnTo>
                  <a:pt x="3374148" y="1066584"/>
                </a:lnTo>
                <a:lnTo>
                  <a:pt x="3566947" y="1088440"/>
                </a:lnTo>
                <a:lnTo>
                  <a:pt x="3711562" y="1103769"/>
                </a:lnTo>
                <a:lnTo>
                  <a:pt x="3807968" y="1113358"/>
                </a:lnTo>
                <a:lnTo>
                  <a:pt x="3904373" y="1122349"/>
                </a:lnTo>
                <a:lnTo>
                  <a:pt x="4000779" y="1130668"/>
                </a:lnTo>
                <a:lnTo>
                  <a:pt x="4097185" y="1138250"/>
                </a:lnTo>
                <a:lnTo>
                  <a:pt x="4193590" y="1145019"/>
                </a:lnTo>
                <a:lnTo>
                  <a:pt x="4289996" y="1150899"/>
                </a:lnTo>
                <a:lnTo>
                  <a:pt x="4386389" y="1155827"/>
                </a:lnTo>
                <a:lnTo>
                  <a:pt x="4434598" y="1157897"/>
                </a:lnTo>
                <a:lnTo>
                  <a:pt x="4482795" y="1159713"/>
                </a:lnTo>
                <a:lnTo>
                  <a:pt x="4531004" y="1161262"/>
                </a:lnTo>
                <a:lnTo>
                  <a:pt x="4579201" y="1162507"/>
                </a:lnTo>
                <a:lnTo>
                  <a:pt x="4627410" y="1163472"/>
                </a:lnTo>
                <a:lnTo>
                  <a:pt x="4675606" y="1164132"/>
                </a:lnTo>
                <a:lnTo>
                  <a:pt x="4723816" y="1164475"/>
                </a:lnTo>
                <a:lnTo>
                  <a:pt x="4772012" y="1164501"/>
                </a:lnTo>
                <a:lnTo>
                  <a:pt x="4820209" y="1164209"/>
                </a:lnTo>
                <a:lnTo>
                  <a:pt x="4868418" y="1163561"/>
                </a:lnTo>
                <a:lnTo>
                  <a:pt x="4916614" y="1162570"/>
                </a:lnTo>
                <a:lnTo>
                  <a:pt x="4964823" y="1161224"/>
                </a:lnTo>
                <a:lnTo>
                  <a:pt x="5013020" y="1159522"/>
                </a:lnTo>
                <a:lnTo>
                  <a:pt x="5061229" y="1157427"/>
                </a:lnTo>
                <a:lnTo>
                  <a:pt x="5109426" y="1154963"/>
                </a:lnTo>
                <a:lnTo>
                  <a:pt x="5157622" y="1152105"/>
                </a:lnTo>
                <a:lnTo>
                  <a:pt x="5205831" y="1148842"/>
                </a:lnTo>
                <a:lnTo>
                  <a:pt x="5254028" y="1145159"/>
                </a:lnTo>
                <a:lnTo>
                  <a:pt x="5302237" y="1141069"/>
                </a:lnTo>
                <a:lnTo>
                  <a:pt x="5350434" y="1136548"/>
                </a:lnTo>
                <a:lnTo>
                  <a:pt x="5398643" y="1131582"/>
                </a:lnTo>
                <a:lnTo>
                  <a:pt x="5446839" y="1126172"/>
                </a:lnTo>
                <a:lnTo>
                  <a:pt x="5495036" y="1120317"/>
                </a:lnTo>
                <a:lnTo>
                  <a:pt x="5543245" y="1113980"/>
                </a:lnTo>
                <a:lnTo>
                  <a:pt x="5591441" y="1107173"/>
                </a:lnTo>
                <a:lnTo>
                  <a:pt x="5639651" y="1099896"/>
                </a:lnTo>
                <a:lnTo>
                  <a:pt x="5687847" y="1092111"/>
                </a:lnTo>
                <a:lnTo>
                  <a:pt x="5736044" y="1083830"/>
                </a:lnTo>
                <a:lnTo>
                  <a:pt x="5784253" y="1075042"/>
                </a:lnTo>
                <a:lnTo>
                  <a:pt x="5832449" y="1065733"/>
                </a:lnTo>
                <a:lnTo>
                  <a:pt x="5880646" y="1055903"/>
                </a:lnTo>
                <a:lnTo>
                  <a:pt x="5928855" y="1045527"/>
                </a:lnTo>
                <a:lnTo>
                  <a:pt x="5977052" y="1034605"/>
                </a:lnTo>
                <a:lnTo>
                  <a:pt x="6025261" y="1023124"/>
                </a:lnTo>
                <a:lnTo>
                  <a:pt x="6025261" y="141363"/>
                </a:lnTo>
                <a:close/>
              </a:path>
              <a:path w="12194540" h="4992370">
                <a:moveTo>
                  <a:pt x="12194413" y="3968889"/>
                </a:moveTo>
                <a:lnTo>
                  <a:pt x="12146204" y="3980370"/>
                </a:lnTo>
                <a:lnTo>
                  <a:pt x="12098007" y="3991292"/>
                </a:lnTo>
                <a:lnTo>
                  <a:pt x="12049798" y="4001668"/>
                </a:lnTo>
                <a:lnTo>
                  <a:pt x="12001602" y="4011511"/>
                </a:lnTo>
                <a:lnTo>
                  <a:pt x="11953405" y="4020820"/>
                </a:lnTo>
                <a:lnTo>
                  <a:pt x="11905196" y="4029608"/>
                </a:lnTo>
                <a:lnTo>
                  <a:pt x="11856999" y="4037888"/>
                </a:lnTo>
                <a:lnTo>
                  <a:pt x="11808803" y="4045661"/>
                </a:lnTo>
                <a:lnTo>
                  <a:pt x="11760594" y="4052951"/>
                </a:lnTo>
                <a:lnTo>
                  <a:pt x="11712397" y="4059758"/>
                </a:lnTo>
                <a:lnTo>
                  <a:pt x="11664188" y="4066082"/>
                </a:lnTo>
                <a:lnTo>
                  <a:pt x="11615992" y="4071950"/>
                </a:lnTo>
                <a:lnTo>
                  <a:pt x="11567795" y="4077360"/>
                </a:lnTo>
                <a:lnTo>
                  <a:pt x="11519586" y="4082326"/>
                </a:lnTo>
                <a:lnTo>
                  <a:pt x="11471389" y="4086847"/>
                </a:lnTo>
                <a:lnTo>
                  <a:pt x="11423180" y="4090936"/>
                </a:lnTo>
                <a:lnTo>
                  <a:pt x="11374984" y="4094619"/>
                </a:lnTo>
                <a:lnTo>
                  <a:pt x="11326774" y="4097883"/>
                </a:lnTo>
                <a:lnTo>
                  <a:pt x="11278578" y="4100741"/>
                </a:lnTo>
                <a:lnTo>
                  <a:pt x="11230381" y="4103205"/>
                </a:lnTo>
                <a:lnTo>
                  <a:pt x="11182172" y="4105300"/>
                </a:lnTo>
                <a:lnTo>
                  <a:pt x="11133976" y="4107002"/>
                </a:lnTo>
                <a:lnTo>
                  <a:pt x="11085767" y="4108348"/>
                </a:lnTo>
                <a:lnTo>
                  <a:pt x="11037570" y="4109339"/>
                </a:lnTo>
                <a:lnTo>
                  <a:pt x="10989361" y="4109986"/>
                </a:lnTo>
                <a:lnTo>
                  <a:pt x="10941164" y="4110291"/>
                </a:lnTo>
                <a:lnTo>
                  <a:pt x="10892968" y="4110266"/>
                </a:lnTo>
                <a:lnTo>
                  <a:pt x="10844759" y="4109910"/>
                </a:lnTo>
                <a:lnTo>
                  <a:pt x="10796562" y="4109250"/>
                </a:lnTo>
                <a:lnTo>
                  <a:pt x="10748353" y="4108297"/>
                </a:lnTo>
                <a:lnTo>
                  <a:pt x="10700156" y="4107040"/>
                </a:lnTo>
                <a:lnTo>
                  <a:pt x="10651947" y="4105503"/>
                </a:lnTo>
                <a:lnTo>
                  <a:pt x="10603751" y="4103687"/>
                </a:lnTo>
                <a:lnTo>
                  <a:pt x="10555542" y="4101604"/>
                </a:lnTo>
                <a:lnTo>
                  <a:pt x="10507345" y="4099268"/>
                </a:lnTo>
                <a:lnTo>
                  <a:pt x="10410939" y="4093857"/>
                </a:lnTo>
                <a:lnTo>
                  <a:pt x="10314534" y="4087520"/>
                </a:lnTo>
                <a:lnTo>
                  <a:pt x="10218128" y="4080332"/>
                </a:lnTo>
                <a:lnTo>
                  <a:pt x="10121722" y="4072382"/>
                </a:lnTo>
                <a:lnTo>
                  <a:pt x="10025316" y="4063720"/>
                </a:lnTo>
                <a:lnTo>
                  <a:pt x="9928911" y="4054424"/>
                </a:lnTo>
                <a:lnTo>
                  <a:pt x="9832505" y="4044569"/>
                </a:lnTo>
                <a:lnTo>
                  <a:pt x="9687903" y="4028884"/>
                </a:lnTo>
                <a:lnTo>
                  <a:pt x="9495091" y="4006710"/>
                </a:lnTo>
                <a:lnTo>
                  <a:pt x="8820252" y="3925455"/>
                </a:lnTo>
                <a:lnTo>
                  <a:pt x="8627440" y="3903599"/>
                </a:lnTo>
                <a:lnTo>
                  <a:pt x="8482838" y="3888257"/>
                </a:lnTo>
                <a:lnTo>
                  <a:pt x="8386432" y="3878681"/>
                </a:lnTo>
                <a:lnTo>
                  <a:pt x="8290026" y="3869690"/>
                </a:lnTo>
                <a:lnTo>
                  <a:pt x="8193621" y="3861371"/>
                </a:lnTo>
                <a:lnTo>
                  <a:pt x="8097215" y="3853789"/>
                </a:lnTo>
                <a:lnTo>
                  <a:pt x="8000809" y="3847020"/>
                </a:lnTo>
                <a:lnTo>
                  <a:pt x="7904404" y="3841140"/>
                </a:lnTo>
                <a:lnTo>
                  <a:pt x="7808011" y="3836212"/>
                </a:lnTo>
                <a:lnTo>
                  <a:pt x="7759801" y="3834130"/>
                </a:lnTo>
                <a:lnTo>
                  <a:pt x="7711605" y="3832314"/>
                </a:lnTo>
                <a:lnTo>
                  <a:pt x="7663396" y="3830777"/>
                </a:lnTo>
                <a:lnTo>
                  <a:pt x="7615199" y="3829520"/>
                </a:lnTo>
                <a:lnTo>
                  <a:pt x="7566990" y="3828554"/>
                </a:lnTo>
                <a:lnTo>
                  <a:pt x="7518794" y="3827894"/>
                </a:lnTo>
                <a:lnTo>
                  <a:pt x="7470584" y="3827551"/>
                </a:lnTo>
                <a:lnTo>
                  <a:pt x="7422388" y="3827526"/>
                </a:lnTo>
                <a:lnTo>
                  <a:pt x="7374191" y="3827830"/>
                </a:lnTo>
                <a:lnTo>
                  <a:pt x="7325982" y="3828465"/>
                </a:lnTo>
                <a:lnTo>
                  <a:pt x="7277786" y="3829456"/>
                </a:lnTo>
                <a:lnTo>
                  <a:pt x="7229576" y="3830802"/>
                </a:lnTo>
                <a:lnTo>
                  <a:pt x="7181380" y="3832517"/>
                </a:lnTo>
                <a:lnTo>
                  <a:pt x="7133171" y="3834600"/>
                </a:lnTo>
                <a:lnTo>
                  <a:pt x="7084974" y="3837063"/>
                </a:lnTo>
                <a:lnTo>
                  <a:pt x="7036778" y="3839921"/>
                </a:lnTo>
                <a:lnTo>
                  <a:pt x="6988569" y="3843185"/>
                </a:lnTo>
                <a:lnTo>
                  <a:pt x="6940372" y="3846868"/>
                </a:lnTo>
                <a:lnTo>
                  <a:pt x="6892163" y="3850957"/>
                </a:lnTo>
                <a:lnTo>
                  <a:pt x="6843966" y="3855478"/>
                </a:lnTo>
                <a:lnTo>
                  <a:pt x="6795757" y="3860444"/>
                </a:lnTo>
                <a:lnTo>
                  <a:pt x="6747561" y="3865854"/>
                </a:lnTo>
                <a:lnTo>
                  <a:pt x="6699364" y="3871722"/>
                </a:lnTo>
                <a:lnTo>
                  <a:pt x="6651155" y="3878046"/>
                </a:lnTo>
                <a:lnTo>
                  <a:pt x="6602958" y="3884853"/>
                </a:lnTo>
                <a:lnTo>
                  <a:pt x="6554749" y="3892131"/>
                </a:lnTo>
                <a:lnTo>
                  <a:pt x="6506553" y="3899916"/>
                </a:lnTo>
                <a:lnTo>
                  <a:pt x="6458356" y="3908196"/>
                </a:lnTo>
                <a:lnTo>
                  <a:pt x="6410147" y="3916984"/>
                </a:lnTo>
                <a:lnTo>
                  <a:pt x="6361951" y="3926294"/>
                </a:lnTo>
                <a:lnTo>
                  <a:pt x="6313754" y="3936123"/>
                </a:lnTo>
                <a:lnTo>
                  <a:pt x="6265545" y="3946499"/>
                </a:lnTo>
                <a:lnTo>
                  <a:pt x="6217348" y="3957421"/>
                </a:lnTo>
                <a:lnTo>
                  <a:pt x="6169152" y="3968889"/>
                </a:lnTo>
                <a:lnTo>
                  <a:pt x="6169152" y="4850638"/>
                </a:lnTo>
                <a:lnTo>
                  <a:pt x="6217348" y="4839170"/>
                </a:lnTo>
                <a:lnTo>
                  <a:pt x="6265545" y="4828248"/>
                </a:lnTo>
                <a:lnTo>
                  <a:pt x="6313754" y="4817872"/>
                </a:lnTo>
                <a:lnTo>
                  <a:pt x="6361951" y="4808042"/>
                </a:lnTo>
                <a:lnTo>
                  <a:pt x="6410147" y="4798733"/>
                </a:lnTo>
                <a:lnTo>
                  <a:pt x="6458356" y="4789944"/>
                </a:lnTo>
                <a:lnTo>
                  <a:pt x="6506553" y="4781664"/>
                </a:lnTo>
                <a:lnTo>
                  <a:pt x="6554749" y="4773879"/>
                </a:lnTo>
                <a:lnTo>
                  <a:pt x="6602958" y="4766602"/>
                </a:lnTo>
                <a:lnTo>
                  <a:pt x="6651155" y="4759795"/>
                </a:lnTo>
                <a:lnTo>
                  <a:pt x="6699364" y="4753457"/>
                </a:lnTo>
                <a:lnTo>
                  <a:pt x="6747561" y="4747603"/>
                </a:lnTo>
                <a:lnTo>
                  <a:pt x="6795757" y="4742192"/>
                </a:lnTo>
                <a:lnTo>
                  <a:pt x="6843966" y="4737227"/>
                </a:lnTo>
                <a:lnTo>
                  <a:pt x="6892163" y="4732706"/>
                </a:lnTo>
                <a:lnTo>
                  <a:pt x="6940372" y="4728616"/>
                </a:lnTo>
                <a:lnTo>
                  <a:pt x="6988569" y="4724933"/>
                </a:lnTo>
                <a:lnTo>
                  <a:pt x="7036778" y="4721669"/>
                </a:lnTo>
                <a:lnTo>
                  <a:pt x="7084974" y="4718812"/>
                </a:lnTo>
                <a:lnTo>
                  <a:pt x="7133171" y="4716348"/>
                </a:lnTo>
                <a:lnTo>
                  <a:pt x="7181380" y="4714252"/>
                </a:lnTo>
                <a:lnTo>
                  <a:pt x="7229576" y="4712551"/>
                </a:lnTo>
                <a:lnTo>
                  <a:pt x="7277786" y="4711204"/>
                </a:lnTo>
                <a:lnTo>
                  <a:pt x="7325982" y="4710214"/>
                </a:lnTo>
                <a:lnTo>
                  <a:pt x="7374191" y="4709566"/>
                </a:lnTo>
                <a:lnTo>
                  <a:pt x="7422388" y="4709274"/>
                </a:lnTo>
                <a:lnTo>
                  <a:pt x="7470584" y="4709299"/>
                </a:lnTo>
                <a:lnTo>
                  <a:pt x="7518794" y="4709642"/>
                </a:lnTo>
                <a:lnTo>
                  <a:pt x="7566990" y="4710303"/>
                </a:lnTo>
                <a:lnTo>
                  <a:pt x="7615199" y="4711268"/>
                </a:lnTo>
                <a:lnTo>
                  <a:pt x="7663396" y="4712513"/>
                </a:lnTo>
                <a:lnTo>
                  <a:pt x="7711605" y="4714062"/>
                </a:lnTo>
                <a:lnTo>
                  <a:pt x="7759801" y="4715878"/>
                </a:lnTo>
                <a:lnTo>
                  <a:pt x="7808011" y="4717948"/>
                </a:lnTo>
                <a:lnTo>
                  <a:pt x="7856207" y="4720298"/>
                </a:lnTo>
                <a:lnTo>
                  <a:pt x="7952613" y="4725708"/>
                </a:lnTo>
                <a:lnTo>
                  <a:pt x="8049019" y="4732032"/>
                </a:lnTo>
                <a:lnTo>
                  <a:pt x="8145424" y="4739221"/>
                </a:lnTo>
                <a:lnTo>
                  <a:pt x="8241830" y="4747184"/>
                </a:lnTo>
                <a:lnTo>
                  <a:pt x="8338236" y="4755845"/>
                </a:lnTo>
                <a:lnTo>
                  <a:pt x="8434641" y="4765141"/>
                </a:lnTo>
                <a:lnTo>
                  <a:pt x="8531047" y="4774997"/>
                </a:lnTo>
                <a:lnTo>
                  <a:pt x="8675649" y="4790668"/>
                </a:lnTo>
                <a:lnTo>
                  <a:pt x="8868461" y="4812855"/>
                </a:lnTo>
                <a:lnTo>
                  <a:pt x="9543301" y="4894097"/>
                </a:lnTo>
                <a:lnTo>
                  <a:pt x="9736112" y="4915954"/>
                </a:lnTo>
                <a:lnTo>
                  <a:pt x="9880714" y="4931283"/>
                </a:lnTo>
                <a:lnTo>
                  <a:pt x="9977120" y="4940871"/>
                </a:lnTo>
                <a:lnTo>
                  <a:pt x="10073526" y="4949863"/>
                </a:lnTo>
                <a:lnTo>
                  <a:pt x="10169931" y="4958181"/>
                </a:lnTo>
                <a:lnTo>
                  <a:pt x="10266337" y="4965763"/>
                </a:lnTo>
                <a:lnTo>
                  <a:pt x="10362743" y="4972532"/>
                </a:lnTo>
                <a:lnTo>
                  <a:pt x="10459148" y="4978412"/>
                </a:lnTo>
                <a:lnTo>
                  <a:pt x="10555542" y="4983340"/>
                </a:lnTo>
                <a:lnTo>
                  <a:pt x="10603751" y="4985410"/>
                </a:lnTo>
                <a:lnTo>
                  <a:pt x="10651947" y="4987226"/>
                </a:lnTo>
                <a:lnTo>
                  <a:pt x="10700156" y="4988776"/>
                </a:lnTo>
                <a:lnTo>
                  <a:pt x="10748353" y="4990020"/>
                </a:lnTo>
                <a:lnTo>
                  <a:pt x="10796562" y="4990985"/>
                </a:lnTo>
                <a:lnTo>
                  <a:pt x="10844759" y="4991646"/>
                </a:lnTo>
                <a:lnTo>
                  <a:pt x="10892968" y="4991989"/>
                </a:lnTo>
                <a:lnTo>
                  <a:pt x="10941164" y="4992014"/>
                </a:lnTo>
                <a:lnTo>
                  <a:pt x="10989361" y="4991722"/>
                </a:lnTo>
                <a:lnTo>
                  <a:pt x="11037570" y="4991074"/>
                </a:lnTo>
                <a:lnTo>
                  <a:pt x="11085767" y="4990084"/>
                </a:lnTo>
                <a:lnTo>
                  <a:pt x="11133976" y="4988738"/>
                </a:lnTo>
                <a:lnTo>
                  <a:pt x="11182172" y="4987036"/>
                </a:lnTo>
                <a:lnTo>
                  <a:pt x="11230381" y="4984940"/>
                </a:lnTo>
                <a:lnTo>
                  <a:pt x="11278578" y="4982476"/>
                </a:lnTo>
                <a:lnTo>
                  <a:pt x="11326774" y="4979619"/>
                </a:lnTo>
                <a:lnTo>
                  <a:pt x="11374984" y="4976355"/>
                </a:lnTo>
                <a:lnTo>
                  <a:pt x="11423180" y="4972672"/>
                </a:lnTo>
                <a:lnTo>
                  <a:pt x="11471389" y="4968583"/>
                </a:lnTo>
                <a:lnTo>
                  <a:pt x="11519586" y="4964061"/>
                </a:lnTo>
                <a:lnTo>
                  <a:pt x="11567795" y="4959096"/>
                </a:lnTo>
                <a:lnTo>
                  <a:pt x="11615992" y="4953686"/>
                </a:lnTo>
                <a:lnTo>
                  <a:pt x="11664188" y="4947831"/>
                </a:lnTo>
                <a:lnTo>
                  <a:pt x="11712397" y="4941494"/>
                </a:lnTo>
                <a:lnTo>
                  <a:pt x="11760594" y="4934686"/>
                </a:lnTo>
                <a:lnTo>
                  <a:pt x="11808803" y="4927409"/>
                </a:lnTo>
                <a:lnTo>
                  <a:pt x="11856999" y="4919624"/>
                </a:lnTo>
                <a:lnTo>
                  <a:pt x="11905196" y="4911344"/>
                </a:lnTo>
                <a:lnTo>
                  <a:pt x="11953405" y="4902555"/>
                </a:lnTo>
                <a:lnTo>
                  <a:pt x="12001602" y="4893246"/>
                </a:lnTo>
                <a:lnTo>
                  <a:pt x="12049798" y="4883416"/>
                </a:lnTo>
                <a:lnTo>
                  <a:pt x="12098007" y="4873041"/>
                </a:lnTo>
                <a:lnTo>
                  <a:pt x="12146204" y="4862119"/>
                </a:lnTo>
                <a:lnTo>
                  <a:pt x="12194413" y="4850638"/>
                </a:lnTo>
                <a:lnTo>
                  <a:pt x="12194413" y="3968889"/>
                </a:lnTo>
                <a:close/>
              </a:path>
            </a:pathLst>
          </a:custGeom>
          <a:solidFill>
            <a:srgbClr val="2C2C2C"/>
          </a:solidFill>
        </p:spPr>
        <p:txBody>
          <a:bodyPr wrap="square" lIns="0" tIns="0" rIns="0" bIns="0" rtlCol="0"/>
          <a:lstStyle/>
          <a:p>
            <a:endParaRPr sz="1350" dirty="0"/>
          </a:p>
        </p:txBody>
      </p:sp>
      <p:sp>
        <p:nvSpPr>
          <p:cNvPr id="80" name="Rectangle 79">
            <a:extLst>
              <a:ext uri="{FF2B5EF4-FFF2-40B4-BE49-F238E27FC236}">
                <a16:creationId xmlns:a16="http://schemas.microsoft.com/office/drawing/2014/main" id="{A5CC541B-4B83-1741-344A-80C2A0832416}"/>
              </a:ext>
            </a:extLst>
          </p:cNvPr>
          <p:cNvSpPr/>
          <p:nvPr/>
        </p:nvSpPr>
        <p:spPr>
          <a:xfrm>
            <a:off x="6114827" y="292726"/>
            <a:ext cx="2461715" cy="2185213"/>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70" name="Rectangle 69">
            <a:extLst>
              <a:ext uri="{FF2B5EF4-FFF2-40B4-BE49-F238E27FC236}">
                <a16:creationId xmlns:a16="http://schemas.microsoft.com/office/drawing/2014/main" id="{B05A7F71-2BF4-8123-5CE0-8A521145CD4E}"/>
              </a:ext>
            </a:extLst>
          </p:cNvPr>
          <p:cNvSpPr/>
          <p:nvPr/>
        </p:nvSpPr>
        <p:spPr>
          <a:xfrm>
            <a:off x="6108567" y="2723102"/>
            <a:ext cx="2482652" cy="2185213"/>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64" name="Rectangle 63">
            <a:extLst>
              <a:ext uri="{FF2B5EF4-FFF2-40B4-BE49-F238E27FC236}">
                <a16:creationId xmlns:a16="http://schemas.microsoft.com/office/drawing/2014/main" id="{059AEBD1-DA47-B59F-A5A3-699F94048517}"/>
              </a:ext>
            </a:extLst>
          </p:cNvPr>
          <p:cNvSpPr/>
          <p:nvPr/>
        </p:nvSpPr>
        <p:spPr>
          <a:xfrm>
            <a:off x="564735" y="2710737"/>
            <a:ext cx="2458992" cy="2185213"/>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69" name="Rectangle 68">
            <a:extLst>
              <a:ext uri="{FF2B5EF4-FFF2-40B4-BE49-F238E27FC236}">
                <a16:creationId xmlns:a16="http://schemas.microsoft.com/office/drawing/2014/main" id="{0E51CA23-1088-E9A2-2E4F-24EE3C34EBDB}"/>
              </a:ext>
            </a:extLst>
          </p:cNvPr>
          <p:cNvSpPr/>
          <p:nvPr/>
        </p:nvSpPr>
        <p:spPr>
          <a:xfrm>
            <a:off x="3333470" y="2710736"/>
            <a:ext cx="2458992" cy="2185213"/>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59" name="Rectangle 58">
            <a:extLst>
              <a:ext uri="{FF2B5EF4-FFF2-40B4-BE49-F238E27FC236}">
                <a16:creationId xmlns:a16="http://schemas.microsoft.com/office/drawing/2014/main" id="{BFBA50C2-502C-7E69-F5E4-F334F399949A}"/>
              </a:ext>
            </a:extLst>
          </p:cNvPr>
          <p:cNvSpPr/>
          <p:nvPr/>
        </p:nvSpPr>
        <p:spPr>
          <a:xfrm>
            <a:off x="3335157" y="332722"/>
            <a:ext cx="2458992" cy="2185213"/>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7" name="object 7"/>
          <p:cNvSpPr txBox="1"/>
          <p:nvPr/>
        </p:nvSpPr>
        <p:spPr>
          <a:xfrm>
            <a:off x="552781" y="2673538"/>
            <a:ext cx="2459831" cy="912879"/>
          </a:xfrm>
          <a:prstGeom prst="rect">
            <a:avLst/>
          </a:prstGeom>
          <a:ln w="12700">
            <a:noFill/>
          </a:ln>
        </p:spPr>
        <p:txBody>
          <a:bodyPr vert="horz" wrap="square" lIns="0" tIns="0" rIns="0" bIns="0" rtlCol="0">
            <a:spAutoFit/>
          </a:bodyPr>
          <a:lstStyle/>
          <a:p>
            <a:pPr>
              <a:lnSpc>
                <a:spcPct val="100000"/>
              </a:lnSpc>
            </a:pPr>
            <a:endParaRPr lang="de-DE" sz="788" dirty="0">
              <a:latin typeface="Times New Roman"/>
              <a:cs typeface="Times New Roman"/>
            </a:endParaRPr>
          </a:p>
          <a:p>
            <a:pPr>
              <a:lnSpc>
                <a:spcPct val="100000"/>
              </a:lnSpc>
            </a:pPr>
            <a:endParaRPr lang="de-DE" sz="788" dirty="0">
              <a:latin typeface="Times New Roman"/>
              <a:cs typeface="Times New Roman"/>
            </a:endParaRPr>
          </a:p>
          <a:p>
            <a:pPr>
              <a:lnSpc>
                <a:spcPct val="100000"/>
              </a:lnSpc>
            </a:pPr>
            <a:endParaRPr lang="de-DE" sz="788" dirty="0">
              <a:latin typeface="Times New Roman"/>
              <a:cs typeface="Times New Roman"/>
            </a:endParaRPr>
          </a:p>
          <a:p>
            <a:pPr>
              <a:lnSpc>
                <a:spcPct val="100000"/>
              </a:lnSpc>
            </a:pPr>
            <a:endParaRPr lang="de-DE" sz="788" dirty="0">
              <a:latin typeface="Times New Roman"/>
              <a:cs typeface="Times New Roman"/>
            </a:endParaRPr>
          </a:p>
          <a:p>
            <a:pPr>
              <a:lnSpc>
                <a:spcPct val="100000"/>
              </a:lnSpc>
            </a:pPr>
            <a:endParaRPr lang="de-DE" sz="788" dirty="0">
              <a:latin typeface="Times New Roman"/>
              <a:cs typeface="Times New Roman"/>
            </a:endParaRPr>
          </a:p>
          <a:p>
            <a:pPr>
              <a:lnSpc>
                <a:spcPct val="100000"/>
              </a:lnSpc>
            </a:pPr>
            <a:endParaRPr lang="de-DE" sz="788" dirty="0">
              <a:latin typeface="Times New Roman"/>
              <a:cs typeface="Times New Roman"/>
            </a:endParaRPr>
          </a:p>
          <a:p>
            <a:pPr>
              <a:spcBef>
                <a:spcPts val="450"/>
              </a:spcBef>
            </a:pPr>
            <a:endParaRPr lang="de-DE" sz="788" dirty="0">
              <a:latin typeface="Times New Roman"/>
              <a:cs typeface="Times New Roman"/>
            </a:endParaRPr>
          </a:p>
        </p:txBody>
      </p:sp>
      <p:sp>
        <p:nvSpPr>
          <p:cNvPr id="12" name="object 12"/>
          <p:cNvSpPr txBox="1"/>
          <p:nvPr/>
        </p:nvSpPr>
        <p:spPr>
          <a:xfrm>
            <a:off x="102223" y="2064839"/>
            <a:ext cx="288630" cy="445518"/>
          </a:xfrm>
          <a:prstGeom prst="rect">
            <a:avLst/>
          </a:prstGeom>
          <a:solidFill>
            <a:schemeClr val="tx1"/>
          </a:solidFill>
          <a:ln w="19050">
            <a:noFill/>
          </a:ln>
        </p:spPr>
        <p:txBody>
          <a:bodyPr vert="horz" wrap="square" lIns="0" tIns="119539" rIns="0" bIns="0" rtlCol="0">
            <a:spAutoFit/>
          </a:bodyPr>
          <a:lstStyle/>
          <a:p>
            <a:pPr marL="298609" marR="415766">
              <a:lnSpc>
                <a:spcPct val="90000"/>
              </a:lnSpc>
            </a:pPr>
            <a:endParaRPr lang="de-DE" sz="1600" b="1" spc="-19" dirty="0">
              <a:solidFill>
                <a:srgbClr val="FF7900"/>
              </a:solidFill>
              <a:latin typeface="Helvetica 75 Bold" panose="020B0804020202020204" pitchFamily="34" charset="0"/>
              <a:cs typeface="Arial"/>
            </a:endParaRPr>
          </a:p>
        </p:txBody>
      </p:sp>
      <p:sp>
        <p:nvSpPr>
          <p:cNvPr id="26" name="object 26"/>
          <p:cNvSpPr txBox="1"/>
          <p:nvPr/>
        </p:nvSpPr>
        <p:spPr>
          <a:xfrm>
            <a:off x="6127490" y="3326068"/>
            <a:ext cx="2577631" cy="842667"/>
          </a:xfrm>
          <a:prstGeom prst="rect">
            <a:avLst/>
          </a:prstGeom>
          <a:ln w="12700">
            <a:noFill/>
          </a:ln>
        </p:spPr>
        <p:txBody>
          <a:bodyPr vert="horz" wrap="square" lIns="0" tIns="0" rIns="0" bIns="0" rtlCol="0">
            <a:spAutoFit/>
          </a:bodyPr>
          <a:lstStyle/>
          <a:p>
            <a:pPr marL="90011" marR="176689">
              <a:lnSpc>
                <a:spcPct val="101899"/>
              </a:lnSpc>
            </a:pPr>
            <a:r>
              <a:rPr lang="en-US" sz="900" b="1" dirty="0">
                <a:latin typeface="Helvetica 55 Roman" panose="020B0604020202020204" pitchFamily="34" charset="0"/>
                <a:cs typeface="Arial"/>
              </a:rPr>
              <a:t>Everest Group has recognized Orange </a:t>
            </a:r>
            <a:r>
              <a:rPr lang="en-US" sz="900" b="1" dirty="0" err="1">
                <a:latin typeface="Helvetica 55 Roman" panose="020B0604020202020204" pitchFamily="34" charset="0"/>
                <a:cs typeface="Arial"/>
              </a:rPr>
              <a:t>Cyberdefense</a:t>
            </a:r>
            <a:r>
              <a:rPr lang="en-US" sz="900" b="1" dirty="0">
                <a:latin typeface="Helvetica 55 Roman" panose="020B0604020202020204" pitchFamily="34" charset="0"/>
                <a:cs typeface="Arial"/>
              </a:rPr>
              <a:t> as a leader in managed threat detection. In the study, Everest Group evaluates 27 MDR service providers worldwide that are listed in the MDR Services PEAK Matrix® Assessment.</a:t>
            </a:r>
            <a:endParaRPr sz="900" dirty="0">
              <a:latin typeface="Helvetica 55 Roman" panose="020B0604020202020204" pitchFamily="34" charset="0"/>
              <a:cs typeface="Arial"/>
            </a:endParaRPr>
          </a:p>
        </p:txBody>
      </p:sp>
      <p:sp>
        <p:nvSpPr>
          <p:cNvPr id="48" name="object 48"/>
          <p:cNvSpPr txBox="1"/>
          <p:nvPr/>
        </p:nvSpPr>
        <p:spPr>
          <a:xfrm>
            <a:off x="6127490" y="903783"/>
            <a:ext cx="2584180" cy="1266437"/>
          </a:xfrm>
          <a:prstGeom prst="rect">
            <a:avLst/>
          </a:prstGeom>
          <a:ln w="12700">
            <a:noFill/>
          </a:ln>
        </p:spPr>
        <p:txBody>
          <a:bodyPr vert="horz" wrap="square" lIns="0" tIns="0" rIns="0" bIns="0" rtlCol="0">
            <a:spAutoFit/>
          </a:bodyPr>
          <a:lstStyle/>
          <a:p>
            <a:pPr marL="90011" marR="275273">
              <a:lnSpc>
                <a:spcPct val="101699"/>
              </a:lnSpc>
            </a:pPr>
            <a:r>
              <a:rPr lang="en-US" sz="900" b="1" dirty="0" err="1">
                <a:latin typeface="Helvetica 55 Roman" panose="020B0604020202020204" pitchFamily="34" charset="0"/>
                <a:cs typeface="Arial"/>
              </a:rPr>
              <a:t>Omdia</a:t>
            </a:r>
            <a:r>
              <a:rPr lang="en-US" sz="900" b="1" dirty="0">
                <a:latin typeface="Helvetica 55 Roman" panose="020B0604020202020204" pitchFamily="34" charset="0"/>
                <a:cs typeface="Arial"/>
              </a:rPr>
              <a:t> sees Orange </a:t>
            </a:r>
            <a:r>
              <a:rPr lang="en-US" sz="900" b="1" dirty="0" err="1">
                <a:latin typeface="Helvetica 55 Roman" panose="020B0604020202020204" pitchFamily="34" charset="0"/>
                <a:cs typeface="Arial"/>
              </a:rPr>
              <a:t>Cyberdefense</a:t>
            </a:r>
            <a:r>
              <a:rPr lang="en-US" sz="900" b="1" dirty="0">
                <a:latin typeface="Helvetica 55 Roman" panose="020B0604020202020204" pitchFamily="34" charset="0"/>
                <a:cs typeface="Arial"/>
              </a:rPr>
              <a:t> as one of the leading providers of global IT security services: "The provider has demonstrated considerable commitment, strategic vision and solution expertise in various end-to-end security service categories such as cloud, endpoint, OT, SASE, infrastructure and security intelligence."</a:t>
            </a:r>
            <a:endParaRPr sz="900" dirty="0">
              <a:latin typeface="Helvetica 55 Roman" panose="020B0604020202020204" pitchFamily="34" charset="0"/>
              <a:cs typeface="Arial"/>
            </a:endParaRPr>
          </a:p>
        </p:txBody>
      </p:sp>
      <p:sp>
        <p:nvSpPr>
          <p:cNvPr id="54" name="object 54"/>
          <p:cNvSpPr txBox="1">
            <a:spLocks noGrp="1"/>
          </p:cNvSpPr>
          <p:nvPr>
            <p:ph type="ftr" sz="quarter" idx="5"/>
          </p:nvPr>
        </p:nvSpPr>
        <p:spPr>
          <a:xfrm>
            <a:off x="5462778" y="6590410"/>
            <a:ext cx="1252854" cy="216713"/>
          </a:xfrm>
          <a:prstGeom prst="rect">
            <a:avLst/>
          </a:prstGeom>
        </p:spPr>
        <p:txBody>
          <a:bodyPr vert="horz" wrap="square" lIns="0" tIns="0" rIns="0" bIns="0" rtlCol="0">
            <a:spAutoFit/>
          </a:bodyPr>
          <a:lstStyle>
            <a:defPPr>
              <a:defRPr kern="0"/>
            </a:defPPr>
            <a:lvl1pPr>
              <a:defRPr sz="1300" b="0" i="0">
                <a:solidFill>
                  <a:srgbClr val="FF7900"/>
                </a:solidFill>
                <a:latin typeface="Calibri"/>
                <a:cs typeface="Calibri"/>
              </a:defRPr>
            </a:lvl1pPr>
          </a:lstStyle>
          <a:p>
            <a:pPr marL="125730">
              <a:lnSpc>
                <a:spcPts val="784"/>
              </a:lnSpc>
            </a:pPr>
            <a:r>
              <a:rPr lang="de-DE" sz="1000"/>
              <a:t>Orange</a:t>
            </a:r>
            <a:r>
              <a:rPr lang="de-DE" sz="1000" spc="-35"/>
              <a:t> </a:t>
            </a:r>
            <a:r>
              <a:rPr lang="de-DE" sz="1000" spc="-10"/>
              <a:t>Restricted</a:t>
            </a:r>
            <a:endParaRPr sz="750"/>
          </a:p>
        </p:txBody>
      </p:sp>
      <p:sp>
        <p:nvSpPr>
          <p:cNvPr id="55" name="Rectangle 54">
            <a:extLst>
              <a:ext uri="{FF2B5EF4-FFF2-40B4-BE49-F238E27FC236}">
                <a16:creationId xmlns:a16="http://schemas.microsoft.com/office/drawing/2014/main" id="{E142755D-1EF8-98C3-6BA7-BA2C40975F33}"/>
              </a:ext>
            </a:extLst>
          </p:cNvPr>
          <p:cNvSpPr/>
          <p:nvPr/>
        </p:nvSpPr>
        <p:spPr>
          <a:xfrm>
            <a:off x="564735" y="325142"/>
            <a:ext cx="2458992" cy="2185214"/>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98609" marR="415766">
              <a:lnSpc>
                <a:spcPct val="90000"/>
              </a:lnSpc>
            </a:pPr>
            <a:endParaRPr lang="de-DE" sz="1600" b="1" spc="-19" dirty="0">
              <a:solidFill>
                <a:srgbClr val="FFFFFF"/>
              </a:solidFill>
              <a:latin typeface="Helvetica 75 Bold" panose="020B0804020202020204" pitchFamily="34" charset="0"/>
              <a:cs typeface="Arial"/>
            </a:endParaRPr>
          </a:p>
        </p:txBody>
      </p:sp>
      <p:sp>
        <p:nvSpPr>
          <p:cNvPr id="56" name="TextBox 55">
            <a:extLst>
              <a:ext uri="{FF2B5EF4-FFF2-40B4-BE49-F238E27FC236}">
                <a16:creationId xmlns:a16="http://schemas.microsoft.com/office/drawing/2014/main" id="{1BE1781F-A7C9-C8D8-C8A5-E7AA21CFDCCC}"/>
              </a:ext>
            </a:extLst>
          </p:cNvPr>
          <p:cNvSpPr txBox="1"/>
          <p:nvPr/>
        </p:nvSpPr>
        <p:spPr>
          <a:xfrm>
            <a:off x="659234" y="571362"/>
            <a:ext cx="2314178" cy="1231106"/>
          </a:xfrm>
          <a:prstGeom prst="rect">
            <a:avLst/>
          </a:prstGeom>
        </p:spPr>
        <p:txBody>
          <a:bodyPr wrap="square" lIns="0" tIns="0" rIns="0" bIns="0" rtlCol="0">
            <a:spAutoFit/>
          </a:bodyPr>
          <a:lstStyle/>
          <a:p>
            <a:r>
              <a:rPr lang="en-US" sz="1600" b="1" spc="-19" dirty="0">
                <a:solidFill>
                  <a:srgbClr val="FFFFFF"/>
                </a:solidFill>
                <a:latin typeface="Helvetica 75 Bold" panose="020B0804020202020204" pitchFamily="34" charset="0"/>
                <a:cs typeface="Arial"/>
              </a:rPr>
              <a:t>We strive for the highest standards of excellence.</a:t>
            </a:r>
            <a:r>
              <a:rPr lang="en-US" sz="1600" b="1" spc="-19" dirty="0">
                <a:solidFill>
                  <a:srgbClr val="FF7900"/>
                </a:solidFill>
                <a:latin typeface="Helvetica 75 Bold" panose="020B0804020202020204" pitchFamily="34" charset="0"/>
                <a:cs typeface="Arial"/>
              </a:rPr>
              <a:t> But it is not only our word that can be relied upon.</a:t>
            </a:r>
            <a:endParaRPr lang="de-DE" sz="1400" dirty="0" err="1"/>
          </a:p>
        </p:txBody>
      </p:sp>
      <p:sp>
        <p:nvSpPr>
          <p:cNvPr id="58" name="TextBox 57">
            <a:extLst>
              <a:ext uri="{FF2B5EF4-FFF2-40B4-BE49-F238E27FC236}">
                <a16:creationId xmlns:a16="http://schemas.microsoft.com/office/drawing/2014/main" id="{FC0C7E3D-2D4E-669F-81BE-AD4E3AB31416}"/>
              </a:ext>
            </a:extLst>
          </p:cNvPr>
          <p:cNvSpPr txBox="1"/>
          <p:nvPr/>
        </p:nvSpPr>
        <p:spPr>
          <a:xfrm>
            <a:off x="3348254" y="879620"/>
            <a:ext cx="2577631" cy="1217513"/>
          </a:xfrm>
          <a:prstGeom prst="rect">
            <a:avLst/>
          </a:prstGeom>
          <a:noFill/>
        </p:spPr>
        <p:txBody>
          <a:bodyPr wrap="square">
            <a:spAutoFit/>
          </a:bodyPr>
          <a:lstStyle/>
          <a:p>
            <a:pPr marL="110966" marR="380524">
              <a:lnSpc>
                <a:spcPct val="101800"/>
              </a:lnSpc>
            </a:pPr>
            <a:r>
              <a:rPr lang="en-US" sz="900" b="1" dirty="0">
                <a:latin typeface="Helvetica 55 Roman" panose="020B0604020202020204" pitchFamily="34" charset="0"/>
                <a:cs typeface="Arial"/>
              </a:rPr>
              <a:t>Gartner lists Orange </a:t>
            </a:r>
            <a:r>
              <a:rPr lang="en-US" sz="900" b="1" dirty="0" err="1">
                <a:latin typeface="Helvetica 55 Roman" panose="020B0604020202020204" pitchFamily="34" charset="0"/>
                <a:cs typeface="Arial"/>
              </a:rPr>
              <a:t>Cyberdefense</a:t>
            </a:r>
            <a:r>
              <a:rPr lang="en-US" sz="900" b="1" dirty="0">
                <a:latin typeface="Helvetica 55 Roman" panose="020B0604020202020204" pitchFamily="34" charset="0"/>
                <a:cs typeface="Arial"/>
              </a:rPr>
              <a:t> as a representative vendor in the Market Guide for Managed Detection and Response, Managed Security Services, Digital Forensics &amp; Incident Response, Threat Intelligence and Operational Technology Security.</a:t>
            </a:r>
            <a:endParaRPr lang="de-DE" sz="900" dirty="0">
              <a:latin typeface="Helvetica 55 Roman" panose="020B0604020202020204" pitchFamily="34" charset="0"/>
              <a:cs typeface="Arial"/>
            </a:endParaRPr>
          </a:p>
        </p:txBody>
      </p:sp>
      <p:pic>
        <p:nvPicPr>
          <p:cNvPr id="60" name="Graphic 59">
            <a:extLst>
              <a:ext uri="{FF2B5EF4-FFF2-40B4-BE49-F238E27FC236}">
                <a16:creationId xmlns:a16="http://schemas.microsoft.com/office/drawing/2014/main" id="{825ACB2F-210D-B284-87E9-C119EF74C93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63396" y="455523"/>
            <a:ext cx="1204702" cy="275515"/>
          </a:xfrm>
          <a:prstGeom prst="rect">
            <a:avLst/>
          </a:prstGeom>
        </p:spPr>
      </p:pic>
      <p:sp>
        <p:nvSpPr>
          <p:cNvPr id="63" name="TextBox 62">
            <a:extLst>
              <a:ext uri="{FF2B5EF4-FFF2-40B4-BE49-F238E27FC236}">
                <a16:creationId xmlns:a16="http://schemas.microsoft.com/office/drawing/2014/main" id="{7039CAEC-BFCB-2F67-76DA-4D369C36B86F}"/>
              </a:ext>
            </a:extLst>
          </p:cNvPr>
          <p:cNvSpPr txBox="1"/>
          <p:nvPr/>
        </p:nvSpPr>
        <p:spPr>
          <a:xfrm>
            <a:off x="529652" y="3282520"/>
            <a:ext cx="2573343" cy="1217513"/>
          </a:xfrm>
          <a:prstGeom prst="rect">
            <a:avLst/>
          </a:prstGeom>
          <a:noFill/>
        </p:spPr>
        <p:txBody>
          <a:bodyPr wrap="square">
            <a:spAutoFit/>
          </a:bodyPr>
          <a:lstStyle/>
          <a:p>
            <a:pPr marL="120968" marR="287655">
              <a:lnSpc>
                <a:spcPct val="101699"/>
              </a:lnSpc>
            </a:pPr>
            <a:r>
              <a:rPr lang="en-US" sz="900" b="1" dirty="0">
                <a:latin typeface="Helvetica 55 Roman" panose="020B0604020202020204" pitchFamily="34" charset="0"/>
                <a:cs typeface="Arial"/>
              </a:rPr>
              <a:t>Forrester ranks Orange </a:t>
            </a:r>
            <a:r>
              <a:rPr lang="en-US" sz="900" b="1" dirty="0" err="1">
                <a:latin typeface="Helvetica 55 Roman" panose="020B0604020202020204" pitchFamily="34" charset="0"/>
                <a:cs typeface="Arial"/>
              </a:rPr>
              <a:t>Cyberdefense</a:t>
            </a:r>
            <a:r>
              <a:rPr lang="en-US" sz="900" b="1" dirty="0">
                <a:latin typeface="Helvetica 55 Roman" panose="020B0604020202020204" pitchFamily="34" charset="0"/>
                <a:cs typeface="Arial"/>
              </a:rPr>
              <a:t> as a leader. According to the Forrester report, "Orange </a:t>
            </a:r>
            <a:r>
              <a:rPr lang="en-US" sz="900" b="1" dirty="0" err="1">
                <a:latin typeface="Helvetica 55 Roman" panose="020B0604020202020204" pitchFamily="34" charset="0"/>
                <a:cs typeface="Arial"/>
              </a:rPr>
              <a:t>Cyberdefense</a:t>
            </a:r>
            <a:r>
              <a:rPr lang="en-US" sz="900" b="1" dirty="0">
                <a:latin typeface="Helvetica 55 Roman" panose="020B0604020202020204" pitchFamily="34" charset="0"/>
                <a:cs typeface="Arial"/>
              </a:rPr>
              <a:t> delights its customers with high-quality technical services. Orange </a:t>
            </a:r>
            <a:r>
              <a:rPr lang="en-US" sz="900" b="1" dirty="0" err="1">
                <a:latin typeface="Helvetica 55 Roman" panose="020B0604020202020204" pitchFamily="34" charset="0"/>
                <a:cs typeface="Arial"/>
              </a:rPr>
              <a:t>Cyberdefense</a:t>
            </a:r>
            <a:r>
              <a:rPr lang="en-US" sz="900" b="1" dirty="0">
                <a:latin typeface="Helvetica 55 Roman" panose="020B0604020202020204" pitchFamily="34" charset="0"/>
                <a:cs typeface="Arial"/>
              </a:rPr>
              <a:t> is building its capabilities in cloud security and managed detection and response."</a:t>
            </a:r>
            <a:endParaRPr lang="de-DE" sz="900" dirty="0">
              <a:latin typeface="Helvetica 55 Roman" panose="020B0604020202020204" pitchFamily="34" charset="0"/>
              <a:cs typeface="Arial"/>
            </a:endParaRPr>
          </a:p>
        </p:txBody>
      </p:sp>
      <p:sp>
        <p:nvSpPr>
          <p:cNvPr id="66" name="TextBox 65">
            <a:extLst>
              <a:ext uri="{FF2B5EF4-FFF2-40B4-BE49-F238E27FC236}">
                <a16:creationId xmlns:a16="http://schemas.microsoft.com/office/drawing/2014/main" id="{6942E362-B651-66FF-6391-66321D16E3E4}"/>
              </a:ext>
            </a:extLst>
          </p:cNvPr>
          <p:cNvSpPr txBox="1"/>
          <p:nvPr/>
        </p:nvSpPr>
        <p:spPr>
          <a:xfrm>
            <a:off x="3299824" y="3282520"/>
            <a:ext cx="2577631" cy="1500026"/>
          </a:xfrm>
          <a:prstGeom prst="rect">
            <a:avLst/>
          </a:prstGeom>
          <a:noFill/>
        </p:spPr>
        <p:txBody>
          <a:bodyPr wrap="square">
            <a:spAutoFit/>
          </a:bodyPr>
          <a:lstStyle/>
          <a:p>
            <a:pPr marL="113348" marR="197644">
              <a:lnSpc>
                <a:spcPct val="101699"/>
              </a:lnSpc>
            </a:pPr>
            <a:r>
              <a:rPr lang="en-US" sz="900" b="1" dirty="0">
                <a:latin typeface="Helvetica 55 Roman" panose="020B0604020202020204" pitchFamily="34" charset="0"/>
                <a:cs typeface="Arial"/>
              </a:rPr>
              <a:t>IDC positions Orange </a:t>
            </a:r>
            <a:r>
              <a:rPr lang="en-US" sz="900" b="1" dirty="0" err="1">
                <a:latin typeface="Helvetica 55 Roman" panose="020B0604020202020204" pitchFamily="34" charset="0"/>
                <a:cs typeface="Arial"/>
              </a:rPr>
              <a:t>Cyberdefense</a:t>
            </a:r>
            <a:r>
              <a:rPr lang="en-US" sz="900" b="1" dirty="0">
                <a:latin typeface="Helvetica 55 Roman" panose="020B0604020202020204" pitchFamily="34" charset="0"/>
                <a:cs typeface="Arial"/>
              </a:rPr>
              <a:t> in the "Leaders" category in the IDC </a:t>
            </a:r>
            <a:r>
              <a:rPr lang="en-US" sz="900" b="1" dirty="0" err="1">
                <a:latin typeface="Helvetica 55 Roman" panose="020B0604020202020204" pitchFamily="34" charset="0"/>
                <a:cs typeface="Arial"/>
              </a:rPr>
              <a:t>Marketscape</a:t>
            </a:r>
            <a:r>
              <a:rPr lang="en-US" sz="900" b="1" dirty="0">
                <a:latin typeface="Helvetica 55 Roman" panose="020B0604020202020204" pitchFamily="34" charset="0"/>
                <a:cs typeface="Arial"/>
              </a:rPr>
              <a:t>: European Managed Detection and Response Services 2024 Vendor Assessment. "Orange </a:t>
            </a:r>
            <a:r>
              <a:rPr lang="en-US" sz="900" b="1" dirty="0" err="1">
                <a:latin typeface="Helvetica 55 Roman" panose="020B0604020202020204" pitchFamily="34" charset="0"/>
                <a:cs typeface="Arial"/>
              </a:rPr>
              <a:t>Cyberdefense</a:t>
            </a:r>
            <a:r>
              <a:rPr lang="en-US" sz="900" b="1" dirty="0">
                <a:latin typeface="Helvetica 55 Roman" panose="020B0604020202020204" pitchFamily="34" charset="0"/>
                <a:cs typeface="Arial"/>
              </a:rPr>
              <a:t> offers a comprehensive range of managed and professional security services and can help companies to comprehensively mitigate cybersecurity risks."</a:t>
            </a:r>
            <a:endParaRPr lang="de-DE" sz="900" dirty="0">
              <a:latin typeface="Helvetica 55 Roman" panose="020B0604020202020204" pitchFamily="34" charset="0"/>
              <a:cs typeface="Arial"/>
            </a:endParaRPr>
          </a:p>
        </p:txBody>
      </p:sp>
      <p:sp>
        <p:nvSpPr>
          <p:cNvPr id="67" name="object 15">
            <a:extLst>
              <a:ext uri="{FF2B5EF4-FFF2-40B4-BE49-F238E27FC236}">
                <a16:creationId xmlns:a16="http://schemas.microsoft.com/office/drawing/2014/main" id="{27248FFB-D62B-8179-E6B1-A513D9EE9DA4}"/>
              </a:ext>
            </a:extLst>
          </p:cNvPr>
          <p:cNvSpPr/>
          <p:nvPr/>
        </p:nvSpPr>
        <p:spPr>
          <a:xfrm>
            <a:off x="4133829" y="2912166"/>
            <a:ext cx="876300" cy="264319"/>
          </a:xfrm>
          <a:custGeom>
            <a:avLst/>
            <a:gdLst/>
            <a:ahLst/>
            <a:cxnLst/>
            <a:rect l="l" t="t" r="r" b="b"/>
            <a:pathLst>
              <a:path w="1168400" h="352425">
                <a:moveTo>
                  <a:pt x="282435" y="322491"/>
                </a:moveTo>
                <a:lnTo>
                  <a:pt x="280784" y="319951"/>
                </a:lnTo>
                <a:lnTo>
                  <a:pt x="279704" y="319405"/>
                </a:lnTo>
                <a:lnTo>
                  <a:pt x="162991" y="319405"/>
                </a:lnTo>
                <a:lnTo>
                  <a:pt x="155181" y="315087"/>
                </a:lnTo>
                <a:lnTo>
                  <a:pt x="150723" y="308000"/>
                </a:lnTo>
                <a:lnTo>
                  <a:pt x="149834" y="306781"/>
                </a:lnTo>
                <a:lnTo>
                  <a:pt x="148437" y="306031"/>
                </a:lnTo>
                <a:lnTo>
                  <a:pt x="65684" y="306031"/>
                </a:lnTo>
                <a:lnTo>
                  <a:pt x="64935" y="306781"/>
                </a:lnTo>
                <a:lnTo>
                  <a:pt x="63754" y="308000"/>
                </a:lnTo>
                <a:lnTo>
                  <a:pt x="63715" y="311708"/>
                </a:lnTo>
                <a:lnTo>
                  <a:pt x="64312" y="312978"/>
                </a:lnTo>
                <a:lnTo>
                  <a:pt x="65354" y="313804"/>
                </a:lnTo>
                <a:lnTo>
                  <a:pt x="65354" y="314045"/>
                </a:lnTo>
                <a:lnTo>
                  <a:pt x="107403" y="340106"/>
                </a:lnTo>
                <a:lnTo>
                  <a:pt x="124802" y="346595"/>
                </a:lnTo>
                <a:lnTo>
                  <a:pt x="236804" y="346595"/>
                </a:lnTo>
                <a:lnTo>
                  <a:pt x="280466" y="325602"/>
                </a:lnTo>
                <a:lnTo>
                  <a:pt x="282016" y="324573"/>
                </a:lnTo>
                <a:lnTo>
                  <a:pt x="282435" y="322491"/>
                </a:lnTo>
                <a:close/>
              </a:path>
              <a:path w="1168400" h="352425">
                <a:moveTo>
                  <a:pt x="297891" y="43878"/>
                </a:moveTo>
                <a:lnTo>
                  <a:pt x="255130" y="12395"/>
                </a:lnTo>
                <a:lnTo>
                  <a:pt x="234188" y="5448"/>
                </a:lnTo>
                <a:lnTo>
                  <a:pt x="125095" y="5473"/>
                </a:lnTo>
                <a:lnTo>
                  <a:pt x="79616" y="27305"/>
                </a:lnTo>
                <a:lnTo>
                  <a:pt x="79146" y="29260"/>
                </a:lnTo>
                <a:lnTo>
                  <a:pt x="80657" y="31686"/>
                </a:lnTo>
                <a:lnTo>
                  <a:pt x="81686" y="32270"/>
                </a:lnTo>
                <a:lnTo>
                  <a:pt x="198793" y="32346"/>
                </a:lnTo>
                <a:lnTo>
                  <a:pt x="206692" y="36766"/>
                </a:lnTo>
                <a:lnTo>
                  <a:pt x="212026" y="45224"/>
                </a:lnTo>
                <a:lnTo>
                  <a:pt x="213436" y="45986"/>
                </a:lnTo>
                <a:lnTo>
                  <a:pt x="295846" y="45986"/>
                </a:lnTo>
                <a:lnTo>
                  <a:pt x="297891" y="43878"/>
                </a:lnTo>
                <a:close/>
              </a:path>
              <a:path w="1168400" h="352425">
                <a:moveTo>
                  <a:pt x="346075" y="248399"/>
                </a:moveTo>
                <a:lnTo>
                  <a:pt x="344766" y="245097"/>
                </a:lnTo>
                <a:lnTo>
                  <a:pt x="341198" y="243560"/>
                </a:lnTo>
                <a:lnTo>
                  <a:pt x="111912" y="243560"/>
                </a:lnTo>
                <a:lnTo>
                  <a:pt x="104559" y="239445"/>
                </a:lnTo>
                <a:lnTo>
                  <a:pt x="100558" y="232994"/>
                </a:lnTo>
                <a:lnTo>
                  <a:pt x="99225" y="231051"/>
                </a:lnTo>
                <a:lnTo>
                  <a:pt x="97155" y="229997"/>
                </a:lnTo>
                <a:lnTo>
                  <a:pt x="14109" y="229997"/>
                </a:lnTo>
                <a:lnTo>
                  <a:pt x="11099" y="232994"/>
                </a:lnTo>
                <a:lnTo>
                  <a:pt x="11074" y="237502"/>
                </a:lnTo>
                <a:lnTo>
                  <a:pt x="11226" y="238315"/>
                </a:lnTo>
                <a:lnTo>
                  <a:pt x="11544" y="239064"/>
                </a:lnTo>
                <a:lnTo>
                  <a:pt x="14757" y="247192"/>
                </a:lnTo>
                <a:lnTo>
                  <a:pt x="31254" y="274789"/>
                </a:lnTo>
                <a:lnTo>
                  <a:pt x="329806" y="274789"/>
                </a:lnTo>
                <a:lnTo>
                  <a:pt x="332765" y="273177"/>
                </a:lnTo>
                <a:lnTo>
                  <a:pt x="334391" y="270510"/>
                </a:lnTo>
                <a:lnTo>
                  <a:pt x="338277" y="264312"/>
                </a:lnTo>
                <a:lnTo>
                  <a:pt x="341769" y="257873"/>
                </a:lnTo>
                <a:lnTo>
                  <a:pt x="344843" y="251244"/>
                </a:lnTo>
                <a:lnTo>
                  <a:pt x="346075" y="248399"/>
                </a:lnTo>
                <a:close/>
              </a:path>
              <a:path w="1168400" h="352425">
                <a:moveTo>
                  <a:pt x="350481" y="113195"/>
                </a:moveTo>
                <a:lnTo>
                  <a:pt x="333248" y="78930"/>
                </a:lnTo>
                <a:lnTo>
                  <a:pt x="330415" y="77368"/>
                </a:lnTo>
                <a:lnTo>
                  <a:pt x="34810" y="77368"/>
                </a:lnTo>
                <a:lnTo>
                  <a:pt x="31546" y="77152"/>
                </a:lnTo>
                <a:lnTo>
                  <a:pt x="16230" y="100761"/>
                </a:lnTo>
                <a:lnTo>
                  <a:pt x="14909" y="103530"/>
                </a:lnTo>
                <a:lnTo>
                  <a:pt x="16103" y="106832"/>
                </a:lnTo>
                <a:lnTo>
                  <a:pt x="19646" y="108483"/>
                </a:lnTo>
                <a:lnTo>
                  <a:pt x="20459" y="108686"/>
                </a:lnTo>
                <a:lnTo>
                  <a:pt x="249720" y="108686"/>
                </a:lnTo>
                <a:lnTo>
                  <a:pt x="256819" y="112572"/>
                </a:lnTo>
                <a:lnTo>
                  <a:pt x="260845" y="118884"/>
                </a:lnTo>
                <a:lnTo>
                  <a:pt x="262280" y="120967"/>
                </a:lnTo>
                <a:lnTo>
                  <a:pt x="264490" y="122072"/>
                </a:lnTo>
                <a:lnTo>
                  <a:pt x="347345" y="122072"/>
                </a:lnTo>
                <a:lnTo>
                  <a:pt x="350481" y="118884"/>
                </a:lnTo>
                <a:lnTo>
                  <a:pt x="350481" y="113195"/>
                </a:lnTo>
                <a:close/>
              </a:path>
              <a:path w="1168400" h="352425">
                <a:moveTo>
                  <a:pt x="361315" y="168960"/>
                </a:moveTo>
                <a:lnTo>
                  <a:pt x="361137" y="165354"/>
                </a:lnTo>
                <a:lnTo>
                  <a:pt x="358140" y="162521"/>
                </a:lnTo>
                <a:lnTo>
                  <a:pt x="281127" y="162598"/>
                </a:lnTo>
                <a:lnTo>
                  <a:pt x="277901" y="160553"/>
                </a:lnTo>
                <a:lnTo>
                  <a:pt x="275297" y="155028"/>
                </a:lnTo>
                <a:lnTo>
                  <a:pt x="272935" y="153568"/>
                </a:lnTo>
                <a:lnTo>
                  <a:pt x="5016" y="153543"/>
                </a:lnTo>
                <a:lnTo>
                  <a:pt x="1130" y="157175"/>
                </a:lnTo>
                <a:lnTo>
                  <a:pt x="0" y="171259"/>
                </a:lnTo>
                <a:lnTo>
                  <a:pt x="203" y="186651"/>
                </a:lnTo>
                <a:lnTo>
                  <a:pt x="3213" y="189509"/>
                </a:lnTo>
                <a:lnTo>
                  <a:pt x="80403" y="189433"/>
                </a:lnTo>
                <a:lnTo>
                  <a:pt x="83604" y="191465"/>
                </a:lnTo>
                <a:lnTo>
                  <a:pt x="86233" y="196977"/>
                </a:lnTo>
                <a:lnTo>
                  <a:pt x="88633" y="198437"/>
                </a:lnTo>
                <a:lnTo>
                  <a:pt x="356539" y="198450"/>
                </a:lnTo>
                <a:lnTo>
                  <a:pt x="360426" y="194818"/>
                </a:lnTo>
                <a:lnTo>
                  <a:pt x="360692" y="185496"/>
                </a:lnTo>
                <a:lnTo>
                  <a:pt x="361238" y="180746"/>
                </a:lnTo>
                <a:lnTo>
                  <a:pt x="361315" y="168960"/>
                </a:lnTo>
                <a:close/>
              </a:path>
              <a:path w="1168400" h="352425">
                <a:moveTo>
                  <a:pt x="470192" y="4470"/>
                </a:moveTo>
                <a:lnTo>
                  <a:pt x="415353" y="4470"/>
                </a:lnTo>
                <a:lnTo>
                  <a:pt x="415353" y="347395"/>
                </a:lnTo>
                <a:lnTo>
                  <a:pt x="470192" y="347395"/>
                </a:lnTo>
                <a:lnTo>
                  <a:pt x="470192" y="4470"/>
                </a:lnTo>
                <a:close/>
              </a:path>
              <a:path w="1168400" h="352425">
                <a:moveTo>
                  <a:pt x="815873" y="176110"/>
                </a:moveTo>
                <a:lnTo>
                  <a:pt x="808723" y="124129"/>
                </a:lnTo>
                <a:lnTo>
                  <a:pt x="787679" y="78562"/>
                </a:lnTo>
                <a:lnTo>
                  <a:pt x="764628" y="51511"/>
                </a:lnTo>
                <a:lnTo>
                  <a:pt x="761250" y="48577"/>
                </a:lnTo>
                <a:lnTo>
                  <a:pt x="761250" y="176110"/>
                </a:lnTo>
                <a:lnTo>
                  <a:pt x="761022" y="176517"/>
                </a:lnTo>
                <a:lnTo>
                  <a:pt x="751903" y="226885"/>
                </a:lnTo>
                <a:lnTo>
                  <a:pt x="726351" y="266179"/>
                </a:lnTo>
                <a:lnTo>
                  <a:pt x="687133" y="291731"/>
                </a:lnTo>
                <a:lnTo>
                  <a:pt x="636993" y="300837"/>
                </a:lnTo>
                <a:lnTo>
                  <a:pt x="567118" y="300837"/>
                </a:lnTo>
                <a:lnTo>
                  <a:pt x="567118" y="51511"/>
                </a:lnTo>
                <a:lnTo>
                  <a:pt x="637209" y="51511"/>
                </a:lnTo>
                <a:lnTo>
                  <a:pt x="687743" y="60502"/>
                </a:lnTo>
                <a:lnTo>
                  <a:pt x="726909" y="85890"/>
                </a:lnTo>
                <a:lnTo>
                  <a:pt x="752246" y="125234"/>
                </a:lnTo>
                <a:lnTo>
                  <a:pt x="761250" y="176110"/>
                </a:lnTo>
                <a:lnTo>
                  <a:pt x="761250" y="48577"/>
                </a:lnTo>
                <a:lnTo>
                  <a:pt x="725627" y="24345"/>
                </a:lnTo>
                <a:lnTo>
                  <a:pt x="674103" y="7708"/>
                </a:lnTo>
                <a:lnTo>
                  <a:pt x="636816" y="4470"/>
                </a:lnTo>
                <a:lnTo>
                  <a:pt x="513346" y="4470"/>
                </a:lnTo>
                <a:lnTo>
                  <a:pt x="513346" y="347687"/>
                </a:lnTo>
                <a:lnTo>
                  <a:pt x="636816" y="347687"/>
                </a:lnTo>
                <a:lnTo>
                  <a:pt x="692365" y="340220"/>
                </a:lnTo>
                <a:lnTo>
                  <a:pt x="740283" y="319709"/>
                </a:lnTo>
                <a:lnTo>
                  <a:pt x="764806" y="300837"/>
                </a:lnTo>
                <a:lnTo>
                  <a:pt x="766711" y="299199"/>
                </a:lnTo>
                <a:lnTo>
                  <a:pt x="796124" y="259854"/>
                </a:lnTo>
                <a:lnTo>
                  <a:pt x="812812" y="211086"/>
                </a:lnTo>
                <a:lnTo>
                  <a:pt x="815860" y="176517"/>
                </a:lnTo>
                <a:lnTo>
                  <a:pt x="815873" y="176110"/>
                </a:lnTo>
                <a:close/>
              </a:path>
              <a:path w="1168400" h="352425">
                <a:moveTo>
                  <a:pt x="1168336" y="278371"/>
                </a:moveTo>
                <a:lnTo>
                  <a:pt x="1130096" y="244551"/>
                </a:lnTo>
                <a:lnTo>
                  <a:pt x="1130096" y="244995"/>
                </a:lnTo>
                <a:lnTo>
                  <a:pt x="1108151" y="268211"/>
                </a:lnTo>
                <a:lnTo>
                  <a:pt x="1081722" y="285508"/>
                </a:lnTo>
                <a:lnTo>
                  <a:pt x="1051991" y="296278"/>
                </a:lnTo>
                <a:lnTo>
                  <a:pt x="1020140" y="299961"/>
                </a:lnTo>
                <a:lnTo>
                  <a:pt x="973556" y="292125"/>
                </a:lnTo>
                <a:lnTo>
                  <a:pt x="934948" y="267995"/>
                </a:lnTo>
                <a:lnTo>
                  <a:pt x="908265" y="231241"/>
                </a:lnTo>
                <a:lnTo>
                  <a:pt x="897432" y="185559"/>
                </a:lnTo>
                <a:lnTo>
                  <a:pt x="897432" y="177698"/>
                </a:lnTo>
                <a:lnTo>
                  <a:pt x="906780" y="128206"/>
                </a:lnTo>
                <a:lnTo>
                  <a:pt x="932586" y="88607"/>
                </a:lnTo>
                <a:lnTo>
                  <a:pt x="971562" y="62331"/>
                </a:lnTo>
                <a:lnTo>
                  <a:pt x="1020419" y="52806"/>
                </a:lnTo>
                <a:lnTo>
                  <a:pt x="1051725" y="56857"/>
                </a:lnTo>
                <a:lnTo>
                  <a:pt x="1080846" y="67856"/>
                </a:lnTo>
                <a:lnTo>
                  <a:pt x="1106627" y="85204"/>
                </a:lnTo>
                <a:lnTo>
                  <a:pt x="1127963" y="108318"/>
                </a:lnTo>
                <a:lnTo>
                  <a:pt x="1166355" y="73926"/>
                </a:lnTo>
                <a:lnTo>
                  <a:pt x="1153795" y="57924"/>
                </a:lnTo>
                <a:lnTo>
                  <a:pt x="1148600" y="52806"/>
                </a:lnTo>
                <a:lnTo>
                  <a:pt x="1139355" y="43675"/>
                </a:lnTo>
                <a:lnTo>
                  <a:pt x="1105585" y="21120"/>
                </a:lnTo>
                <a:lnTo>
                  <a:pt x="1063536" y="5448"/>
                </a:lnTo>
                <a:lnTo>
                  <a:pt x="1018959" y="0"/>
                </a:lnTo>
                <a:lnTo>
                  <a:pt x="984453" y="2997"/>
                </a:lnTo>
                <a:lnTo>
                  <a:pt x="920940" y="28041"/>
                </a:lnTo>
                <a:lnTo>
                  <a:pt x="882053" y="61925"/>
                </a:lnTo>
                <a:lnTo>
                  <a:pt x="855357" y="105600"/>
                </a:lnTo>
                <a:lnTo>
                  <a:pt x="841997" y="159194"/>
                </a:lnTo>
                <a:lnTo>
                  <a:pt x="841184" y="177698"/>
                </a:lnTo>
                <a:lnTo>
                  <a:pt x="841946" y="195935"/>
                </a:lnTo>
                <a:lnTo>
                  <a:pt x="844537" y="214007"/>
                </a:lnTo>
                <a:lnTo>
                  <a:pt x="848817" y="231241"/>
                </a:lnTo>
                <a:lnTo>
                  <a:pt x="848931" y="231711"/>
                </a:lnTo>
                <a:lnTo>
                  <a:pt x="871207" y="278371"/>
                </a:lnTo>
                <a:lnTo>
                  <a:pt x="920165" y="324827"/>
                </a:lnTo>
                <a:lnTo>
                  <a:pt x="983348" y="349199"/>
                </a:lnTo>
                <a:lnTo>
                  <a:pt x="1017587" y="352005"/>
                </a:lnTo>
                <a:lnTo>
                  <a:pt x="1040561" y="350710"/>
                </a:lnTo>
                <a:lnTo>
                  <a:pt x="1085088" y="340182"/>
                </a:lnTo>
                <a:lnTo>
                  <a:pt x="1123950" y="320649"/>
                </a:lnTo>
                <a:lnTo>
                  <a:pt x="1155115" y="294106"/>
                </a:lnTo>
                <a:lnTo>
                  <a:pt x="1168095" y="278371"/>
                </a:lnTo>
                <a:lnTo>
                  <a:pt x="1168336" y="278371"/>
                </a:lnTo>
                <a:close/>
              </a:path>
            </a:pathLst>
          </a:custGeom>
          <a:solidFill>
            <a:srgbClr val="000000"/>
          </a:solidFill>
        </p:spPr>
        <p:txBody>
          <a:bodyPr wrap="square" lIns="0" tIns="0" rIns="0" bIns="0" rtlCol="0"/>
          <a:lstStyle/>
          <a:p>
            <a:endParaRPr sz="1350" dirty="0"/>
          </a:p>
        </p:txBody>
      </p:sp>
      <p:pic>
        <p:nvPicPr>
          <p:cNvPr id="68" name="object 9">
            <a:extLst>
              <a:ext uri="{FF2B5EF4-FFF2-40B4-BE49-F238E27FC236}">
                <a16:creationId xmlns:a16="http://schemas.microsoft.com/office/drawing/2014/main" id="{52385AD6-DF11-AF82-286F-3E3E135B442E}"/>
              </a:ext>
            </a:extLst>
          </p:cNvPr>
          <p:cNvPicPr/>
          <p:nvPr/>
        </p:nvPicPr>
        <p:blipFill>
          <a:blip r:embed="rId3" cstate="print"/>
          <a:stretch>
            <a:fillRect/>
          </a:stretch>
        </p:blipFill>
        <p:spPr>
          <a:xfrm>
            <a:off x="865061" y="2879090"/>
            <a:ext cx="1852422" cy="301457"/>
          </a:xfrm>
          <a:prstGeom prst="rect">
            <a:avLst/>
          </a:prstGeom>
        </p:spPr>
      </p:pic>
      <p:grpSp>
        <p:nvGrpSpPr>
          <p:cNvPr id="71" name="object 14"/>
          <p:cNvGrpSpPr/>
          <p:nvPr/>
        </p:nvGrpSpPr>
        <p:grpSpPr>
          <a:xfrm>
            <a:off x="6604625" y="2817738"/>
            <a:ext cx="1484760" cy="417241"/>
            <a:chOff x="8792448" y="3791633"/>
            <a:chExt cx="1979679" cy="556320"/>
          </a:xfrm>
        </p:grpSpPr>
        <p:pic>
          <p:nvPicPr>
            <p:cNvPr id="72" name="object 18"/>
            <p:cNvPicPr/>
            <p:nvPr/>
          </p:nvPicPr>
          <p:blipFill>
            <a:blip r:embed="rId4" cstate="print"/>
            <a:stretch>
              <a:fillRect/>
            </a:stretch>
          </p:blipFill>
          <p:spPr>
            <a:xfrm>
              <a:off x="9201265" y="4047130"/>
              <a:ext cx="364607" cy="228247"/>
            </a:xfrm>
            <a:prstGeom prst="rect">
              <a:avLst/>
            </a:prstGeom>
          </p:spPr>
        </p:pic>
        <p:pic>
          <p:nvPicPr>
            <p:cNvPr id="73" name="object 19"/>
            <p:cNvPicPr/>
            <p:nvPr/>
          </p:nvPicPr>
          <p:blipFill>
            <a:blip r:embed="rId5" cstate="print"/>
            <a:stretch>
              <a:fillRect/>
            </a:stretch>
          </p:blipFill>
          <p:spPr>
            <a:xfrm>
              <a:off x="9596547" y="4109207"/>
              <a:ext cx="192680" cy="166170"/>
            </a:xfrm>
            <a:prstGeom prst="rect">
              <a:avLst/>
            </a:prstGeom>
          </p:spPr>
        </p:pic>
        <p:pic>
          <p:nvPicPr>
            <p:cNvPr id="74" name="object 20"/>
            <p:cNvPicPr/>
            <p:nvPr/>
          </p:nvPicPr>
          <p:blipFill>
            <a:blip r:embed="rId6" cstate="print"/>
            <a:stretch>
              <a:fillRect/>
            </a:stretch>
          </p:blipFill>
          <p:spPr>
            <a:xfrm>
              <a:off x="9811856" y="4063562"/>
              <a:ext cx="179974" cy="211953"/>
            </a:xfrm>
            <a:prstGeom prst="rect">
              <a:avLst/>
            </a:prstGeom>
          </p:spPr>
        </p:pic>
        <p:pic>
          <p:nvPicPr>
            <p:cNvPr id="75" name="object 21"/>
            <p:cNvPicPr/>
            <p:nvPr/>
          </p:nvPicPr>
          <p:blipFill>
            <a:blip r:embed="rId7" cstate="print"/>
            <a:stretch>
              <a:fillRect/>
            </a:stretch>
          </p:blipFill>
          <p:spPr>
            <a:xfrm>
              <a:off x="10085538" y="4043866"/>
              <a:ext cx="146157" cy="232823"/>
            </a:xfrm>
            <a:prstGeom prst="rect">
              <a:avLst/>
            </a:prstGeom>
          </p:spPr>
        </p:pic>
        <p:pic>
          <p:nvPicPr>
            <p:cNvPr id="76" name="object 22"/>
            <p:cNvPicPr/>
            <p:nvPr/>
          </p:nvPicPr>
          <p:blipFill>
            <a:blip r:embed="rId8" cstate="print"/>
            <a:stretch>
              <a:fillRect/>
            </a:stretch>
          </p:blipFill>
          <p:spPr>
            <a:xfrm>
              <a:off x="10270639" y="4109208"/>
              <a:ext cx="203263" cy="166171"/>
            </a:xfrm>
            <a:prstGeom prst="rect">
              <a:avLst/>
            </a:prstGeom>
          </p:spPr>
        </p:pic>
        <p:pic>
          <p:nvPicPr>
            <p:cNvPr id="77" name="object 23"/>
            <p:cNvPicPr/>
            <p:nvPr/>
          </p:nvPicPr>
          <p:blipFill>
            <a:blip r:embed="rId9" cstate="print"/>
            <a:stretch>
              <a:fillRect/>
            </a:stretch>
          </p:blipFill>
          <p:spPr>
            <a:xfrm>
              <a:off x="10504578" y="4111835"/>
              <a:ext cx="109555" cy="163869"/>
            </a:xfrm>
            <a:prstGeom prst="rect">
              <a:avLst/>
            </a:prstGeom>
          </p:spPr>
        </p:pic>
        <p:pic>
          <p:nvPicPr>
            <p:cNvPr id="78" name="object 24"/>
            <p:cNvPicPr/>
            <p:nvPr/>
          </p:nvPicPr>
          <p:blipFill>
            <a:blip r:embed="rId10" cstate="print"/>
            <a:stretch>
              <a:fillRect/>
            </a:stretch>
          </p:blipFill>
          <p:spPr>
            <a:xfrm>
              <a:off x="10655035" y="4109208"/>
              <a:ext cx="117092" cy="238745"/>
            </a:xfrm>
            <a:prstGeom prst="rect">
              <a:avLst/>
            </a:prstGeom>
          </p:spPr>
        </p:pic>
        <p:sp>
          <p:nvSpPr>
            <p:cNvPr id="79" name="object 25"/>
            <p:cNvSpPr/>
            <p:nvPr/>
          </p:nvSpPr>
          <p:spPr>
            <a:xfrm>
              <a:off x="8792448" y="3791633"/>
              <a:ext cx="685800" cy="422275"/>
            </a:xfrm>
            <a:custGeom>
              <a:avLst/>
              <a:gdLst/>
              <a:ahLst/>
              <a:cxnLst/>
              <a:rect l="l" t="t" r="r" b="b"/>
              <a:pathLst>
                <a:path w="685800" h="422275">
                  <a:moveTo>
                    <a:pt x="421354" y="0"/>
                  </a:moveTo>
                  <a:lnTo>
                    <a:pt x="0" y="420689"/>
                  </a:lnTo>
                  <a:lnTo>
                    <a:pt x="0" y="421674"/>
                  </a:lnTo>
                  <a:lnTo>
                    <a:pt x="422677" y="100508"/>
                  </a:lnTo>
                  <a:lnTo>
                    <a:pt x="685639" y="231849"/>
                  </a:lnTo>
                  <a:lnTo>
                    <a:pt x="685639" y="230560"/>
                  </a:lnTo>
                  <a:lnTo>
                    <a:pt x="421354" y="0"/>
                  </a:lnTo>
                  <a:close/>
                </a:path>
              </a:pathLst>
            </a:custGeom>
            <a:solidFill>
              <a:srgbClr val="000000"/>
            </a:solidFill>
          </p:spPr>
          <p:txBody>
            <a:bodyPr wrap="square" lIns="0" tIns="0" rIns="0" bIns="0" rtlCol="0"/>
            <a:lstStyle/>
            <a:p>
              <a:endParaRPr sz="1350"/>
            </a:p>
          </p:txBody>
        </p:sp>
      </p:grpSp>
      <p:grpSp>
        <p:nvGrpSpPr>
          <p:cNvPr id="81" name="object 49"/>
          <p:cNvGrpSpPr/>
          <p:nvPr/>
        </p:nvGrpSpPr>
        <p:grpSpPr>
          <a:xfrm>
            <a:off x="6756183" y="473862"/>
            <a:ext cx="1192054" cy="257176"/>
            <a:chOff x="9012834" y="855712"/>
            <a:chExt cx="1589405" cy="342900"/>
          </a:xfrm>
        </p:grpSpPr>
        <p:sp>
          <p:nvSpPr>
            <p:cNvPr id="82" name="object 50"/>
            <p:cNvSpPr/>
            <p:nvPr/>
          </p:nvSpPr>
          <p:spPr>
            <a:xfrm>
              <a:off x="9012834" y="855712"/>
              <a:ext cx="1589405" cy="342900"/>
            </a:xfrm>
            <a:custGeom>
              <a:avLst/>
              <a:gdLst/>
              <a:ahLst/>
              <a:cxnLst/>
              <a:rect l="l" t="t" r="r" b="b"/>
              <a:pathLst>
                <a:path w="1589404" h="342900">
                  <a:moveTo>
                    <a:pt x="343281" y="170929"/>
                  </a:moveTo>
                  <a:lnTo>
                    <a:pt x="330669" y="106616"/>
                  </a:lnTo>
                  <a:lnTo>
                    <a:pt x="310464" y="70446"/>
                  </a:lnTo>
                  <a:lnTo>
                    <a:pt x="274167" y="33413"/>
                  </a:lnTo>
                  <a:lnTo>
                    <a:pt x="241122" y="14351"/>
                  </a:lnTo>
                  <a:lnTo>
                    <a:pt x="204127" y="2882"/>
                  </a:lnTo>
                  <a:lnTo>
                    <a:pt x="191312" y="1219"/>
                  </a:lnTo>
                  <a:lnTo>
                    <a:pt x="186118" y="0"/>
                  </a:lnTo>
                  <a:lnTo>
                    <a:pt x="158000" y="0"/>
                  </a:lnTo>
                  <a:lnTo>
                    <a:pt x="156781" y="609"/>
                  </a:lnTo>
                  <a:lnTo>
                    <a:pt x="121259" y="7442"/>
                  </a:lnTo>
                  <a:lnTo>
                    <a:pt x="63690" y="37998"/>
                  </a:lnTo>
                  <a:lnTo>
                    <a:pt x="30429" y="73990"/>
                  </a:lnTo>
                  <a:lnTo>
                    <a:pt x="8864" y="116700"/>
                  </a:lnTo>
                  <a:lnTo>
                    <a:pt x="1219" y="152438"/>
                  </a:lnTo>
                  <a:lnTo>
                    <a:pt x="0" y="156718"/>
                  </a:lnTo>
                  <a:lnTo>
                    <a:pt x="0" y="170776"/>
                  </a:lnTo>
                  <a:lnTo>
                    <a:pt x="63563" y="170776"/>
                  </a:lnTo>
                  <a:lnTo>
                    <a:pt x="64782" y="169849"/>
                  </a:lnTo>
                  <a:lnTo>
                    <a:pt x="64782" y="166497"/>
                  </a:lnTo>
                  <a:lnTo>
                    <a:pt x="66205" y="153517"/>
                  </a:lnTo>
                  <a:lnTo>
                    <a:pt x="78841" y="116700"/>
                  </a:lnTo>
                  <a:lnTo>
                    <a:pt x="105092" y="85610"/>
                  </a:lnTo>
                  <a:lnTo>
                    <a:pt x="141185" y="66903"/>
                  </a:lnTo>
                  <a:lnTo>
                    <a:pt x="174307" y="62090"/>
                  </a:lnTo>
                  <a:lnTo>
                    <a:pt x="190995" y="63982"/>
                  </a:lnTo>
                  <a:lnTo>
                    <a:pt x="243001" y="90843"/>
                  </a:lnTo>
                  <a:lnTo>
                    <a:pt x="267106" y="125552"/>
                  </a:lnTo>
                  <a:lnTo>
                    <a:pt x="277266" y="175348"/>
                  </a:lnTo>
                  <a:lnTo>
                    <a:pt x="273202" y="200482"/>
                  </a:lnTo>
                  <a:lnTo>
                    <a:pt x="247446" y="246621"/>
                  </a:lnTo>
                  <a:lnTo>
                    <a:pt x="202577" y="275018"/>
                  </a:lnTo>
                  <a:lnTo>
                    <a:pt x="172059" y="279831"/>
                  </a:lnTo>
                  <a:lnTo>
                    <a:pt x="171450" y="281063"/>
                  </a:lnTo>
                  <a:lnTo>
                    <a:pt x="171450" y="342468"/>
                  </a:lnTo>
                  <a:lnTo>
                    <a:pt x="183972" y="342468"/>
                  </a:lnTo>
                  <a:lnTo>
                    <a:pt x="185508" y="341858"/>
                  </a:lnTo>
                  <a:lnTo>
                    <a:pt x="198666" y="340169"/>
                  </a:lnTo>
                  <a:lnTo>
                    <a:pt x="241744" y="327494"/>
                  </a:lnTo>
                  <a:lnTo>
                    <a:pt x="280860" y="303047"/>
                  </a:lnTo>
                  <a:lnTo>
                    <a:pt x="310007" y="272351"/>
                  </a:lnTo>
                  <a:lnTo>
                    <a:pt x="330669" y="235229"/>
                  </a:lnTo>
                  <a:lnTo>
                    <a:pt x="340118" y="203530"/>
                  </a:lnTo>
                  <a:lnTo>
                    <a:pt x="343281" y="170929"/>
                  </a:lnTo>
                  <a:close/>
                </a:path>
                <a:path w="1589404" h="342900">
                  <a:moveTo>
                    <a:pt x="758520" y="7327"/>
                  </a:moveTo>
                  <a:lnTo>
                    <a:pt x="757605" y="6413"/>
                  </a:lnTo>
                  <a:lnTo>
                    <a:pt x="692518" y="6413"/>
                  </a:lnTo>
                  <a:lnTo>
                    <a:pt x="690981" y="7327"/>
                  </a:lnTo>
                  <a:lnTo>
                    <a:pt x="577913" y="177190"/>
                  </a:lnTo>
                  <a:lnTo>
                    <a:pt x="562622" y="155803"/>
                  </a:lnTo>
                  <a:lnTo>
                    <a:pt x="460857" y="7937"/>
                  </a:lnTo>
                  <a:lnTo>
                    <a:pt x="458724" y="6718"/>
                  </a:lnTo>
                  <a:lnTo>
                    <a:pt x="456577" y="6413"/>
                  </a:lnTo>
                  <a:lnTo>
                    <a:pt x="393319" y="6413"/>
                  </a:lnTo>
                  <a:lnTo>
                    <a:pt x="393319" y="338493"/>
                  </a:lnTo>
                  <a:lnTo>
                    <a:pt x="460857" y="338493"/>
                  </a:lnTo>
                  <a:lnTo>
                    <a:pt x="460857" y="126784"/>
                  </a:lnTo>
                  <a:lnTo>
                    <a:pt x="461772" y="126784"/>
                  </a:lnTo>
                  <a:lnTo>
                    <a:pt x="577913" y="288696"/>
                  </a:lnTo>
                  <a:lnTo>
                    <a:pt x="690067" y="126784"/>
                  </a:lnTo>
                  <a:lnTo>
                    <a:pt x="690981" y="134416"/>
                  </a:lnTo>
                  <a:lnTo>
                    <a:pt x="690981" y="337578"/>
                  </a:lnTo>
                  <a:lnTo>
                    <a:pt x="691896" y="338797"/>
                  </a:lnTo>
                  <a:lnTo>
                    <a:pt x="757301" y="339102"/>
                  </a:lnTo>
                  <a:lnTo>
                    <a:pt x="758215" y="337883"/>
                  </a:lnTo>
                  <a:lnTo>
                    <a:pt x="758215" y="20459"/>
                  </a:lnTo>
                  <a:lnTo>
                    <a:pt x="757910" y="12827"/>
                  </a:lnTo>
                  <a:lnTo>
                    <a:pt x="758520" y="7327"/>
                  </a:lnTo>
                  <a:close/>
                </a:path>
                <a:path w="1589404" h="342900">
                  <a:moveTo>
                    <a:pt x="1069746" y="168173"/>
                  </a:moveTo>
                  <a:lnTo>
                    <a:pt x="1062215" y="122580"/>
                  </a:lnTo>
                  <a:lnTo>
                    <a:pt x="1044587" y="84162"/>
                  </a:lnTo>
                  <a:lnTo>
                    <a:pt x="1006741" y="41897"/>
                  </a:lnTo>
                  <a:lnTo>
                    <a:pt x="943864" y="11010"/>
                  </a:lnTo>
                  <a:lnTo>
                    <a:pt x="904608" y="5803"/>
                  </a:lnTo>
                  <a:lnTo>
                    <a:pt x="903998" y="7327"/>
                  </a:lnTo>
                  <a:lnTo>
                    <a:pt x="903998" y="65989"/>
                  </a:lnTo>
                  <a:lnTo>
                    <a:pt x="904913" y="66903"/>
                  </a:lnTo>
                  <a:lnTo>
                    <a:pt x="913472" y="67208"/>
                  </a:lnTo>
                  <a:lnTo>
                    <a:pt x="925080" y="69037"/>
                  </a:lnTo>
                  <a:lnTo>
                    <a:pt x="961605" y="85445"/>
                  </a:lnTo>
                  <a:lnTo>
                    <a:pt x="989076" y="113766"/>
                  </a:lnTo>
                  <a:lnTo>
                    <a:pt x="1006132" y="161836"/>
                  </a:lnTo>
                  <a:lnTo>
                    <a:pt x="1005154" y="187883"/>
                  </a:lnTo>
                  <a:lnTo>
                    <a:pt x="983538" y="238531"/>
                  </a:lnTo>
                  <a:lnTo>
                    <a:pt x="941743" y="270179"/>
                  </a:lnTo>
                  <a:lnTo>
                    <a:pt x="908278" y="277088"/>
                  </a:lnTo>
                  <a:lnTo>
                    <a:pt x="836460" y="277088"/>
                  </a:lnTo>
                  <a:lnTo>
                    <a:pt x="835533" y="277698"/>
                  </a:lnTo>
                  <a:lnTo>
                    <a:pt x="835533" y="337883"/>
                  </a:lnTo>
                  <a:lnTo>
                    <a:pt x="840727" y="338188"/>
                  </a:lnTo>
                  <a:lnTo>
                    <a:pt x="921410" y="336664"/>
                  </a:lnTo>
                  <a:lnTo>
                    <a:pt x="966343" y="325043"/>
                  </a:lnTo>
                  <a:lnTo>
                    <a:pt x="1016076" y="293776"/>
                  </a:lnTo>
                  <a:lnTo>
                    <a:pt x="1051610" y="247142"/>
                  </a:lnTo>
                  <a:lnTo>
                    <a:pt x="1065961" y="207149"/>
                  </a:lnTo>
                  <a:lnTo>
                    <a:pt x="1069555" y="180657"/>
                  </a:lnTo>
                  <a:lnTo>
                    <a:pt x="1069746" y="168173"/>
                  </a:lnTo>
                  <a:close/>
                </a:path>
                <a:path w="1589404" h="342900">
                  <a:moveTo>
                    <a:pt x="1189736" y="6108"/>
                  </a:moveTo>
                  <a:lnTo>
                    <a:pt x="1122807" y="6108"/>
                  </a:lnTo>
                  <a:lnTo>
                    <a:pt x="1122807" y="338188"/>
                  </a:lnTo>
                  <a:lnTo>
                    <a:pt x="1189736" y="338188"/>
                  </a:lnTo>
                  <a:lnTo>
                    <a:pt x="1189736" y="6108"/>
                  </a:lnTo>
                  <a:close/>
                </a:path>
                <a:path w="1589404" h="342900">
                  <a:moveTo>
                    <a:pt x="1589176" y="338188"/>
                  </a:moveTo>
                  <a:lnTo>
                    <a:pt x="1585810" y="329933"/>
                  </a:lnTo>
                  <a:lnTo>
                    <a:pt x="1583067" y="323519"/>
                  </a:lnTo>
                  <a:lnTo>
                    <a:pt x="1580616" y="317106"/>
                  </a:lnTo>
                  <a:lnTo>
                    <a:pt x="1576997" y="308165"/>
                  </a:lnTo>
                  <a:lnTo>
                    <a:pt x="1569872" y="290296"/>
                  </a:lnTo>
                  <a:lnTo>
                    <a:pt x="1566252" y="281368"/>
                  </a:lnTo>
                  <a:lnTo>
                    <a:pt x="1561846" y="270421"/>
                  </a:lnTo>
                  <a:lnTo>
                    <a:pt x="1552930" y="248754"/>
                  </a:lnTo>
                  <a:lnTo>
                    <a:pt x="1548523" y="237985"/>
                  </a:lnTo>
                  <a:lnTo>
                    <a:pt x="1543037" y="224650"/>
                  </a:lnTo>
                  <a:lnTo>
                    <a:pt x="1537563" y="211251"/>
                  </a:lnTo>
                  <a:lnTo>
                    <a:pt x="1532153" y="197853"/>
                  </a:lnTo>
                  <a:lnTo>
                    <a:pt x="1521510" y="171234"/>
                  </a:lnTo>
                  <a:lnTo>
                    <a:pt x="1516100" y="157937"/>
                  </a:lnTo>
                  <a:lnTo>
                    <a:pt x="1510626" y="144653"/>
                  </a:lnTo>
                  <a:lnTo>
                    <a:pt x="1505127" y="131356"/>
                  </a:lnTo>
                  <a:lnTo>
                    <a:pt x="1491475" y="97142"/>
                  </a:lnTo>
                  <a:lnTo>
                    <a:pt x="1484045" y="78511"/>
                  </a:lnTo>
                  <a:lnTo>
                    <a:pt x="1456537" y="10693"/>
                  </a:lnTo>
                  <a:lnTo>
                    <a:pt x="1455928" y="8242"/>
                  </a:lnTo>
                  <a:lnTo>
                    <a:pt x="1454213" y="7023"/>
                  </a:lnTo>
                  <a:lnTo>
                    <a:pt x="1453794" y="6718"/>
                  </a:lnTo>
                  <a:lnTo>
                    <a:pt x="1451343" y="7023"/>
                  </a:lnTo>
                  <a:lnTo>
                    <a:pt x="1382280" y="7023"/>
                  </a:lnTo>
                  <a:lnTo>
                    <a:pt x="1379829" y="6718"/>
                  </a:lnTo>
                  <a:lnTo>
                    <a:pt x="1377696" y="8242"/>
                  </a:lnTo>
                  <a:lnTo>
                    <a:pt x="1377086" y="10388"/>
                  </a:lnTo>
                  <a:lnTo>
                    <a:pt x="1343113" y="94195"/>
                  </a:lnTo>
                  <a:lnTo>
                    <a:pt x="1330058" y="125933"/>
                  </a:lnTo>
                  <a:lnTo>
                    <a:pt x="1319110" y="152742"/>
                  </a:lnTo>
                  <a:lnTo>
                    <a:pt x="1310360" y="174739"/>
                  </a:lnTo>
                  <a:lnTo>
                    <a:pt x="1305877" y="185737"/>
                  </a:lnTo>
                  <a:lnTo>
                    <a:pt x="1300137" y="199898"/>
                  </a:lnTo>
                  <a:lnTo>
                    <a:pt x="1294409" y="213956"/>
                  </a:lnTo>
                  <a:lnTo>
                    <a:pt x="1282954" y="241947"/>
                  </a:lnTo>
                  <a:lnTo>
                    <a:pt x="1253312" y="314972"/>
                  </a:lnTo>
                  <a:lnTo>
                    <a:pt x="1244079" y="338188"/>
                  </a:lnTo>
                  <a:lnTo>
                    <a:pt x="1243952" y="338493"/>
                  </a:lnTo>
                  <a:lnTo>
                    <a:pt x="1243838" y="338797"/>
                  </a:lnTo>
                  <a:lnTo>
                    <a:pt x="1313510" y="338797"/>
                  </a:lnTo>
                  <a:lnTo>
                    <a:pt x="1317180" y="339102"/>
                  </a:lnTo>
                  <a:lnTo>
                    <a:pt x="1320850" y="336969"/>
                  </a:lnTo>
                  <a:lnTo>
                    <a:pt x="1321765" y="333298"/>
                  </a:lnTo>
                  <a:lnTo>
                    <a:pt x="1338262" y="292061"/>
                  </a:lnTo>
                  <a:lnTo>
                    <a:pt x="1373187" y="205320"/>
                  </a:lnTo>
                  <a:lnTo>
                    <a:pt x="1399082" y="140220"/>
                  </a:lnTo>
                  <a:lnTo>
                    <a:pt x="1414360" y="100507"/>
                  </a:lnTo>
                  <a:lnTo>
                    <a:pt x="1414970" y="99288"/>
                  </a:lnTo>
                  <a:lnTo>
                    <a:pt x="1415592" y="98361"/>
                  </a:lnTo>
                  <a:lnTo>
                    <a:pt x="1416202" y="97142"/>
                  </a:lnTo>
                  <a:lnTo>
                    <a:pt x="1417421" y="98056"/>
                  </a:lnTo>
                  <a:lnTo>
                    <a:pt x="1417421" y="98679"/>
                  </a:lnTo>
                  <a:lnTo>
                    <a:pt x="1421726" y="109486"/>
                  </a:lnTo>
                  <a:lnTo>
                    <a:pt x="1430274" y="131356"/>
                  </a:lnTo>
                  <a:lnTo>
                    <a:pt x="1434541" y="142049"/>
                  </a:lnTo>
                  <a:lnTo>
                    <a:pt x="1460512" y="205905"/>
                  </a:lnTo>
                  <a:lnTo>
                    <a:pt x="1505432" y="318604"/>
                  </a:lnTo>
                  <a:lnTo>
                    <a:pt x="1511858" y="334822"/>
                  </a:lnTo>
                  <a:lnTo>
                    <a:pt x="1512468" y="336969"/>
                  </a:lnTo>
                  <a:lnTo>
                    <a:pt x="1514602" y="338493"/>
                  </a:lnTo>
                  <a:lnTo>
                    <a:pt x="1516748" y="338188"/>
                  </a:lnTo>
                  <a:lnTo>
                    <a:pt x="1589176" y="338188"/>
                  </a:lnTo>
                  <a:close/>
                </a:path>
              </a:pathLst>
            </a:custGeom>
            <a:solidFill>
              <a:srgbClr val="000000"/>
            </a:solidFill>
          </p:spPr>
          <p:txBody>
            <a:bodyPr wrap="square" lIns="0" tIns="0" rIns="0" bIns="0" rtlCol="0"/>
            <a:lstStyle/>
            <a:p>
              <a:endParaRPr sz="1350"/>
            </a:p>
          </p:txBody>
        </p:sp>
        <p:pic>
          <p:nvPicPr>
            <p:cNvPr id="83" name="object 51"/>
            <p:cNvPicPr/>
            <p:nvPr/>
          </p:nvPicPr>
          <p:blipFill>
            <a:blip r:embed="rId11" cstate="print"/>
            <a:stretch>
              <a:fillRect/>
            </a:stretch>
          </p:blipFill>
          <p:spPr>
            <a:xfrm>
              <a:off x="9825152" y="856618"/>
              <a:ext cx="67845" cy="67821"/>
            </a:xfrm>
            <a:prstGeom prst="rect">
              <a:avLst/>
            </a:prstGeom>
          </p:spPr>
        </p:pic>
        <p:pic>
          <p:nvPicPr>
            <p:cNvPr id="84" name="object 52"/>
            <p:cNvPicPr/>
            <p:nvPr/>
          </p:nvPicPr>
          <p:blipFill>
            <a:blip r:embed="rId12" cstate="print"/>
            <a:stretch>
              <a:fillRect/>
            </a:stretch>
          </p:blipFill>
          <p:spPr>
            <a:xfrm>
              <a:off x="9022924" y="1048779"/>
              <a:ext cx="67845" cy="684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1093B8C-1A3E-8193-12A8-158707EC77A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60E7740-77DD-24CE-36A3-F049A32FA96C}"/>
              </a:ext>
            </a:extLst>
          </p:cNvPr>
          <p:cNvSpPr>
            <a:spLocks noGrp="1"/>
          </p:cNvSpPr>
          <p:nvPr>
            <p:ph type="title"/>
          </p:nvPr>
        </p:nvSpPr>
        <p:spPr/>
        <p:txBody>
          <a:bodyPr/>
          <a:lstStyle/>
          <a:p>
            <a:r>
              <a:rPr lang="en-US" sz="3200" dirty="0"/>
              <a:t>Product partners for our services</a:t>
            </a:r>
            <a:endParaRPr lang="de-DE" sz="3200" dirty="0"/>
          </a:p>
        </p:txBody>
      </p:sp>
      <p:pic>
        <p:nvPicPr>
          <p:cNvPr id="4" name="Picture 3" descr="A white text on a black background&#10;&#10;AI-generated content may be incorrect.">
            <a:extLst>
              <a:ext uri="{FF2B5EF4-FFF2-40B4-BE49-F238E27FC236}">
                <a16:creationId xmlns:a16="http://schemas.microsoft.com/office/drawing/2014/main" id="{83B962F7-A9C8-D815-E9F0-8C003D4485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6340" y="1531329"/>
            <a:ext cx="1352807" cy="288000"/>
          </a:xfrm>
          <a:prstGeom prst="rect">
            <a:avLst/>
          </a:prstGeom>
        </p:spPr>
      </p:pic>
      <p:pic>
        <p:nvPicPr>
          <p:cNvPr id="7" name="Picture 6" descr="A black and white logo&#10;&#10;AI-generated content may be incorrect.">
            <a:extLst>
              <a:ext uri="{FF2B5EF4-FFF2-40B4-BE49-F238E27FC236}">
                <a16:creationId xmlns:a16="http://schemas.microsoft.com/office/drawing/2014/main" id="{5FBAC6C7-607D-62D4-E585-90DC7B1C3B72}"/>
              </a:ext>
            </a:extLst>
          </p:cNvPr>
          <p:cNvPicPr>
            <a:picLocks noChangeAspect="1"/>
          </p:cNvPicPr>
          <p:nvPr/>
        </p:nvPicPr>
        <p:blipFill>
          <a:blip r:embed="rId3" cstate="print">
            <a:extLst>
              <a:ext uri="{28A0092B-C50C-407E-A947-70E740481C1C}">
                <a14:useLocalDpi xmlns:a14="http://schemas.microsoft.com/office/drawing/2010/main" val="0"/>
              </a:ext>
            </a:extLst>
          </a:blip>
          <a:srcRect r="45920"/>
          <a:stretch/>
        </p:blipFill>
        <p:spPr>
          <a:xfrm>
            <a:off x="2718352" y="1531329"/>
            <a:ext cx="882585" cy="288000"/>
          </a:xfrm>
          <a:prstGeom prst="rect">
            <a:avLst/>
          </a:prstGeom>
        </p:spPr>
      </p:pic>
      <p:pic>
        <p:nvPicPr>
          <p:cNvPr id="10" name="Picture 9" descr="A black and white logo&#10;&#10;AI-generated content may be incorrect.">
            <a:extLst>
              <a:ext uri="{FF2B5EF4-FFF2-40B4-BE49-F238E27FC236}">
                <a16:creationId xmlns:a16="http://schemas.microsoft.com/office/drawing/2014/main" id="{48086799-790D-E273-DA7D-6084265688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63528" y="1531329"/>
            <a:ext cx="1574208" cy="288000"/>
          </a:xfrm>
          <a:prstGeom prst="rect">
            <a:avLst/>
          </a:prstGeom>
        </p:spPr>
      </p:pic>
      <p:grpSp>
        <p:nvGrpSpPr>
          <p:cNvPr id="8" name="Group 7">
            <a:extLst>
              <a:ext uri="{FF2B5EF4-FFF2-40B4-BE49-F238E27FC236}">
                <a16:creationId xmlns:a16="http://schemas.microsoft.com/office/drawing/2014/main" id="{F7CA6594-23AF-55C7-DDBD-EB7BD7C23A95}"/>
              </a:ext>
            </a:extLst>
          </p:cNvPr>
          <p:cNvGrpSpPr/>
          <p:nvPr/>
        </p:nvGrpSpPr>
        <p:grpSpPr>
          <a:xfrm>
            <a:off x="6602453" y="1369329"/>
            <a:ext cx="1864860" cy="612000"/>
            <a:chOff x="6870623" y="1542049"/>
            <a:chExt cx="1864860" cy="612000"/>
          </a:xfrm>
        </p:grpSpPr>
        <p:pic>
          <p:nvPicPr>
            <p:cNvPr id="15" name="Picture 14" descr="A black and white logo&#10;&#10;AI-generated content may be incorrect.">
              <a:extLst>
                <a:ext uri="{FF2B5EF4-FFF2-40B4-BE49-F238E27FC236}">
                  <a16:creationId xmlns:a16="http://schemas.microsoft.com/office/drawing/2014/main" id="{13D3182A-9B8E-5A96-A92C-D4608F1963B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70623" y="1542049"/>
              <a:ext cx="1134795" cy="612000"/>
            </a:xfrm>
            <a:prstGeom prst="rect">
              <a:avLst/>
            </a:prstGeom>
          </p:spPr>
        </p:pic>
        <p:pic>
          <p:nvPicPr>
            <p:cNvPr id="5" name="Picture 4" descr="A white text on a black background&#10;&#10;AI-generated content may be incorrect.">
              <a:extLst>
                <a:ext uri="{FF2B5EF4-FFF2-40B4-BE49-F238E27FC236}">
                  <a16:creationId xmlns:a16="http://schemas.microsoft.com/office/drawing/2014/main" id="{4E2BFD3A-9377-D457-549A-910426614FC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31482" y="1636741"/>
              <a:ext cx="704001" cy="396000"/>
            </a:xfrm>
            <a:prstGeom prst="rect">
              <a:avLst/>
            </a:prstGeom>
          </p:spPr>
        </p:pic>
      </p:grpSp>
      <p:cxnSp>
        <p:nvCxnSpPr>
          <p:cNvPr id="30" name="Straight Connector 29">
            <a:extLst>
              <a:ext uri="{FF2B5EF4-FFF2-40B4-BE49-F238E27FC236}">
                <a16:creationId xmlns:a16="http://schemas.microsoft.com/office/drawing/2014/main" id="{1BC2798A-FDF5-0F33-0A2B-0EE4CB569DE4}"/>
              </a:ext>
            </a:extLst>
          </p:cNvPr>
          <p:cNvCxnSpPr/>
          <p:nvPr/>
        </p:nvCxnSpPr>
        <p:spPr>
          <a:xfrm>
            <a:off x="351227" y="2384508"/>
            <a:ext cx="828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CD8785D-100A-2B21-6670-ACB8DCBD3B68}"/>
              </a:ext>
            </a:extLst>
          </p:cNvPr>
          <p:cNvCxnSpPr>
            <a:cxnSpLocks/>
          </p:cNvCxnSpPr>
          <p:nvPr/>
        </p:nvCxnSpPr>
        <p:spPr>
          <a:xfrm rot="16200000">
            <a:off x="1034125" y="3650079"/>
            <a:ext cx="226800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7F818466-75B9-99D6-AFBB-A43EEC9F296B}"/>
              </a:ext>
            </a:extLst>
          </p:cNvPr>
          <p:cNvGrpSpPr/>
          <p:nvPr/>
        </p:nvGrpSpPr>
        <p:grpSpPr>
          <a:xfrm>
            <a:off x="394478" y="2737369"/>
            <a:ext cx="1596531" cy="1837735"/>
            <a:chOff x="394478" y="2737369"/>
            <a:chExt cx="1596531" cy="1837735"/>
          </a:xfrm>
        </p:grpSpPr>
        <p:pic>
          <p:nvPicPr>
            <p:cNvPr id="6" name="Picture 5" descr="A picture containing text, clipart&#10;&#10;Description automatically generated">
              <a:extLst>
                <a:ext uri="{FF2B5EF4-FFF2-40B4-BE49-F238E27FC236}">
                  <a16:creationId xmlns:a16="http://schemas.microsoft.com/office/drawing/2014/main" id="{1C89F041-1F83-56EF-F2D4-EED2BB3F280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84850" y="3409811"/>
              <a:ext cx="1215787" cy="252000"/>
            </a:xfrm>
            <a:prstGeom prst="rect">
              <a:avLst/>
            </a:prstGeom>
          </p:spPr>
        </p:pic>
        <p:pic>
          <p:nvPicPr>
            <p:cNvPr id="11" name="Picture 10">
              <a:extLst>
                <a:ext uri="{FF2B5EF4-FFF2-40B4-BE49-F238E27FC236}">
                  <a16:creationId xmlns:a16="http://schemas.microsoft.com/office/drawing/2014/main" id="{AEF856DB-6E2F-4AB9-8F6A-435259506CE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44599" y="3902457"/>
              <a:ext cx="1496288" cy="180000"/>
            </a:xfrm>
            <a:prstGeom prst="rect">
              <a:avLst/>
            </a:prstGeom>
          </p:spPr>
        </p:pic>
        <p:pic>
          <p:nvPicPr>
            <p:cNvPr id="13" name="Picture 12" descr="A white text on a black background&#10;&#10;AI-generated content may be incorrect.">
              <a:extLst>
                <a:ext uri="{FF2B5EF4-FFF2-40B4-BE49-F238E27FC236}">
                  <a16:creationId xmlns:a16="http://schemas.microsoft.com/office/drawing/2014/main" id="{26123F6A-9A15-4DCA-5402-1EF04AB95F4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94478" y="4323104"/>
              <a:ext cx="1596531" cy="252000"/>
            </a:xfrm>
            <a:prstGeom prst="rect">
              <a:avLst/>
            </a:prstGeom>
          </p:spPr>
        </p:pic>
        <p:sp>
          <p:nvSpPr>
            <p:cNvPr id="32" name="TextBox 31">
              <a:extLst>
                <a:ext uri="{FF2B5EF4-FFF2-40B4-BE49-F238E27FC236}">
                  <a16:creationId xmlns:a16="http://schemas.microsoft.com/office/drawing/2014/main" id="{E49F05D7-2D87-47E6-65AF-A7F019520CB0}"/>
                </a:ext>
              </a:extLst>
            </p:cNvPr>
            <p:cNvSpPr txBox="1"/>
            <p:nvPr/>
          </p:nvSpPr>
          <p:spPr>
            <a:xfrm>
              <a:off x="478157" y="2737369"/>
              <a:ext cx="1429173" cy="246221"/>
            </a:xfrm>
            <a:prstGeom prst="rect">
              <a:avLst/>
            </a:prstGeom>
          </p:spPr>
          <p:txBody>
            <a:bodyPr wrap="square" lIns="0" tIns="0" rIns="0" bIns="0" rtlCol="0">
              <a:spAutoFit/>
            </a:bodyPr>
            <a:lstStyle/>
            <a:p>
              <a:pPr algn="ctr"/>
              <a:r>
                <a:rPr lang="de-DE" sz="1600" dirty="0">
                  <a:solidFill>
                    <a:schemeClr val="bg2"/>
                  </a:solidFill>
                </a:rPr>
                <a:t>SASE &amp; ZTNA</a:t>
              </a:r>
            </a:p>
          </p:txBody>
        </p:sp>
      </p:grpSp>
      <p:grpSp>
        <p:nvGrpSpPr>
          <p:cNvPr id="42" name="Group 41">
            <a:extLst>
              <a:ext uri="{FF2B5EF4-FFF2-40B4-BE49-F238E27FC236}">
                <a16:creationId xmlns:a16="http://schemas.microsoft.com/office/drawing/2014/main" id="{94CE3B24-9899-D52C-40E3-429B3FA1E340}"/>
              </a:ext>
            </a:extLst>
          </p:cNvPr>
          <p:cNvGrpSpPr/>
          <p:nvPr/>
        </p:nvGrpSpPr>
        <p:grpSpPr>
          <a:xfrm>
            <a:off x="4326033" y="2491147"/>
            <a:ext cx="2049198" cy="2137957"/>
            <a:chOff x="4136751" y="2491147"/>
            <a:chExt cx="2049198" cy="2137957"/>
          </a:xfrm>
        </p:grpSpPr>
        <p:pic>
          <p:nvPicPr>
            <p:cNvPr id="21" name="Picture 20" descr="A white text on a black background&#10;&#10;AI-generated content may be incorrect.">
              <a:extLst>
                <a:ext uri="{FF2B5EF4-FFF2-40B4-BE49-F238E27FC236}">
                  <a16:creationId xmlns:a16="http://schemas.microsoft.com/office/drawing/2014/main" id="{5E8CA801-CE5E-8D4F-0015-00113A19D60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646239" y="3373811"/>
              <a:ext cx="1030223" cy="324000"/>
            </a:xfrm>
            <a:prstGeom prst="rect">
              <a:avLst/>
            </a:prstGeom>
          </p:spPr>
        </p:pic>
        <p:pic>
          <p:nvPicPr>
            <p:cNvPr id="23" name="Picture 22" descr="A black background with white text&#10;&#10;AI-generated content may be incorrect.">
              <a:extLst>
                <a:ext uri="{FF2B5EF4-FFF2-40B4-BE49-F238E27FC236}">
                  <a16:creationId xmlns:a16="http://schemas.microsoft.com/office/drawing/2014/main" id="{81C5DF15-6D14-36A5-6A8F-06B2BD239B0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28076" y="3821458"/>
              <a:ext cx="1266548" cy="324000"/>
            </a:xfrm>
            <a:prstGeom prst="rect">
              <a:avLst/>
            </a:prstGeom>
          </p:spPr>
        </p:pic>
        <p:pic>
          <p:nvPicPr>
            <p:cNvPr id="25" name="Picture 24" descr="A logo with a black background&#10;&#10;AI-generated content may be incorrect.">
              <a:extLst>
                <a:ext uri="{FF2B5EF4-FFF2-40B4-BE49-F238E27FC236}">
                  <a16:creationId xmlns:a16="http://schemas.microsoft.com/office/drawing/2014/main" id="{C9854B7F-2808-9165-B60B-0525B159845B}"/>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136751" y="4269104"/>
              <a:ext cx="2049198" cy="360000"/>
            </a:xfrm>
            <a:prstGeom prst="rect">
              <a:avLst/>
            </a:prstGeom>
          </p:spPr>
        </p:pic>
        <p:sp>
          <p:nvSpPr>
            <p:cNvPr id="33" name="TextBox 32">
              <a:extLst>
                <a:ext uri="{FF2B5EF4-FFF2-40B4-BE49-F238E27FC236}">
                  <a16:creationId xmlns:a16="http://schemas.microsoft.com/office/drawing/2014/main" id="{C8897E36-69CE-C534-C85D-45B04BE3D2BE}"/>
                </a:ext>
              </a:extLst>
            </p:cNvPr>
            <p:cNvSpPr txBox="1"/>
            <p:nvPr/>
          </p:nvSpPr>
          <p:spPr>
            <a:xfrm>
              <a:off x="4136751" y="2491147"/>
              <a:ext cx="2049198" cy="738664"/>
            </a:xfrm>
            <a:prstGeom prst="rect">
              <a:avLst/>
            </a:prstGeom>
          </p:spPr>
          <p:txBody>
            <a:bodyPr wrap="square" lIns="0" tIns="0" rIns="0" bIns="0" rtlCol="0">
              <a:spAutoFit/>
            </a:bodyPr>
            <a:lstStyle/>
            <a:p>
              <a:pPr algn="ctr">
                <a:spcBef>
                  <a:spcPts val="600"/>
                </a:spcBef>
              </a:pPr>
              <a:r>
                <a:rPr lang="de-DE" sz="1600" b="1" dirty="0" err="1">
                  <a:solidFill>
                    <a:schemeClr val="bg2"/>
                  </a:solidFill>
                  <a:latin typeface="Helvetica 75 Bold" panose="020B0804020202020204" pitchFamily="34" charset="0"/>
                </a:rPr>
                <a:t>Vulnerability</a:t>
              </a:r>
              <a:r>
                <a:rPr lang="de-DE" sz="1600" b="1" dirty="0">
                  <a:solidFill>
                    <a:schemeClr val="bg2"/>
                  </a:solidFill>
                  <a:latin typeface="Helvetica 75 Bold" panose="020B0804020202020204" pitchFamily="34" charset="0"/>
                </a:rPr>
                <a:t>, </a:t>
              </a:r>
              <a:r>
                <a:rPr lang="de-DE" sz="1600" b="1" dirty="0" err="1">
                  <a:solidFill>
                    <a:schemeClr val="bg2"/>
                  </a:solidFill>
                  <a:latin typeface="Helvetica 75 Bold" panose="020B0804020202020204" pitchFamily="34" charset="0"/>
                </a:rPr>
                <a:t>Threat</a:t>
              </a:r>
              <a:r>
                <a:rPr lang="de-DE" sz="1600" b="1" dirty="0">
                  <a:solidFill>
                    <a:schemeClr val="bg2"/>
                  </a:solidFill>
                  <a:latin typeface="Helvetica 75 Bold" panose="020B0804020202020204" pitchFamily="34" charset="0"/>
                </a:rPr>
                <a:t> &amp; </a:t>
              </a:r>
              <a:r>
                <a:rPr lang="de-DE" sz="1600" b="1" dirty="0" err="1">
                  <a:solidFill>
                    <a:schemeClr val="bg2"/>
                  </a:solidFill>
                  <a:latin typeface="Helvetica 75 Bold" panose="020B0804020202020204" pitchFamily="34" charset="0"/>
                </a:rPr>
                <a:t>Exposure</a:t>
              </a:r>
              <a:r>
                <a:rPr lang="de-DE" sz="1600" b="1" dirty="0">
                  <a:solidFill>
                    <a:schemeClr val="bg2"/>
                  </a:solidFill>
                  <a:latin typeface="Helvetica 75 Bold" panose="020B0804020202020204" pitchFamily="34" charset="0"/>
                </a:rPr>
                <a:t> Management</a:t>
              </a:r>
            </a:p>
          </p:txBody>
        </p:sp>
      </p:grpSp>
      <p:grpSp>
        <p:nvGrpSpPr>
          <p:cNvPr id="41" name="Group 40">
            <a:extLst>
              <a:ext uri="{FF2B5EF4-FFF2-40B4-BE49-F238E27FC236}">
                <a16:creationId xmlns:a16="http://schemas.microsoft.com/office/drawing/2014/main" id="{C33B5747-C558-48D7-EAA9-43155C15F904}"/>
              </a:ext>
            </a:extLst>
          </p:cNvPr>
          <p:cNvGrpSpPr/>
          <p:nvPr/>
        </p:nvGrpSpPr>
        <p:grpSpPr>
          <a:xfrm>
            <a:off x="2345241" y="2614258"/>
            <a:ext cx="1626560" cy="1960846"/>
            <a:chOff x="2334210" y="2614258"/>
            <a:chExt cx="1626560" cy="1960846"/>
          </a:xfrm>
        </p:grpSpPr>
        <p:pic>
          <p:nvPicPr>
            <p:cNvPr id="16" name="Picture 15" descr="A white text on a black background&#10;&#10;AI-generated content may be incorrect.">
              <a:extLst>
                <a:ext uri="{FF2B5EF4-FFF2-40B4-BE49-F238E27FC236}">
                  <a16:creationId xmlns:a16="http://schemas.microsoft.com/office/drawing/2014/main" id="{C35C773A-FB5A-BACD-986C-4F163A6E34B8}"/>
                </a:ext>
              </a:extLst>
            </p:cNvPr>
            <p:cNvPicPr>
              <a:picLocks noChangeAspect="1"/>
            </p:cNvPicPr>
            <p:nvPr/>
          </p:nvPicPr>
          <p:blipFill>
            <a:blip r:embed="rId13" cstate="print">
              <a:extLst>
                <a:ext uri="{28A0092B-C50C-407E-A947-70E740481C1C}">
                  <a14:useLocalDpi xmlns:a14="http://schemas.microsoft.com/office/drawing/2010/main" val="0"/>
                </a:ext>
              </a:extLst>
            </a:blip>
            <a:srcRect l="20885" t="28947" r="20074" b="29016"/>
            <a:stretch/>
          </p:blipFill>
          <p:spPr>
            <a:xfrm>
              <a:off x="2705074" y="3409811"/>
              <a:ext cx="884832" cy="252000"/>
            </a:xfrm>
            <a:prstGeom prst="rect">
              <a:avLst/>
            </a:prstGeom>
          </p:spPr>
        </p:pic>
        <p:pic>
          <p:nvPicPr>
            <p:cNvPr id="18" name="Picture 17" descr="A white text on a black background&#10;&#10;AI-generated content may be incorrect.">
              <a:extLst>
                <a:ext uri="{FF2B5EF4-FFF2-40B4-BE49-F238E27FC236}">
                  <a16:creationId xmlns:a16="http://schemas.microsoft.com/office/drawing/2014/main" id="{BE77ADA7-34BB-027A-784C-291494CEAD89}"/>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402646" y="3866458"/>
              <a:ext cx="1489688" cy="252000"/>
            </a:xfrm>
            <a:prstGeom prst="rect">
              <a:avLst/>
            </a:prstGeom>
          </p:spPr>
        </p:pic>
        <p:pic>
          <p:nvPicPr>
            <p:cNvPr id="20" name="Picture 19" descr="A white letters on a black background&#10;&#10;AI-generated content may be incorrect.">
              <a:extLst>
                <a:ext uri="{FF2B5EF4-FFF2-40B4-BE49-F238E27FC236}">
                  <a16:creationId xmlns:a16="http://schemas.microsoft.com/office/drawing/2014/main" id="{5D4CBF7F-C90B-1B67-89D4-22E44BBD03C1}"/>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2475490" y="4323104"/>
              <a:ext cx="1344000" cy="252000"/>
            </a:xfrm>
            <a:prstGeom prst="rect">
              <a:avLst/>
            </a:prstGeom>
          </p:spPr>
        </p:pic>
        <p:sp>
          <p:nvSpPr>
            <p:cNvPr id="34" name="TextBox 33">
              <a:extLst>
                <a:ext uri="{FF2B5EF4-FFF2-40B4-BE49-F238E27FC236}">
                  <a16:creationId xmlns:a16="http://schemas.microsoft.com/office/drawing/2014/main" id="{180454F3-0212-8EEE-92FA-1F0C1312F578}"/>
                </a:ext>
              </a:extLst>
            </p:cNvPr>
            <p:cNvSpPr txBox="1"/>
            <p:nvPr/>
          </p:nvSpPr>
          <p:spPr>
            <a:xfrm>
              <a:off x="2334210" y="2614258"/>
              <a:ext cx="1626560" cy="492443"/>
            </a:xfrm>
            <a:prstGeom prst="rect">
              <a:avLst/>
            </a:prstGeom>
          </p:spPr>
          <p:txBody>
            <a:bodyPr wrap="square" lIns="0" tIns="0" rIns="0" bIns="0" rtlCol="0">
              <a:spAutoFit/>
            </a:bodyPr>
            <a:lstStyle/>
            <a:p>
              <a:pPr algn="ctr">
                <a:spcBef>
                  <a:spcPts val="600"/>
                </a:spcBef>
              </a:pPr>
              <a:r>
                <a:rPr lang="de-DE" sz="1600" b="1" dirty="0" err="1">
                  <a:solidFill>
                    <a:schemeClr val="bg2"/>
                  </a:solidFill>
                  <a:latin typeface="Helvetica 75 Bold" panose="020B0804020202020204" pitchFamily="34" charset="0"/>
                </a:rPr>
                <a:t>Detection</a:t>
              </a:r>
              <a:r>
                <a:rPr lang="de-DE" sz="1600" b="1" dirty="0">
                  <a:solidFill>
                    <a:schemeClr val="bg2"/>
                  </a:solidFill>
                  <a:latin typeface="Helvetica 75 Bold" panose="020B0804020202020204" pitchFamily="34" charset="0"/>
                </a:rPr>
                <a:t> &amp; Response</a:t>
              </a:r>
            </a:p>
          </p:txBody>
        </p:sp>
      </p:grpSp>
      <p:grpSp>
        <p:nvGrpSpPr>
          <p:cNvPr id="43" name="Group 42">
            <a:extLst>
              <a:ext uri="{FF2B5EF4-FFF2-40B4-BE49-F238E27FC236}">
                <a16:creationId xmlns:a16="http://schemas.microsoft.com/office/drawing/2014/main" id="{A0B225C9-DBEB-1581-73FD-DCE047073406}"/>
              </a:ext>
            </a:extLst>
          </p:cNvPr>
          <p:cNvGrpSpPr/>
          <p:nvPr/>
        </p:nvGrpSpPr>
        <p:grpSpPr>
          <a:xfrm>
            <a:off x="6729465" y="2737369"/>
            <a:ext cx="1610836" cy="1837735"/>
            <a:chOff x="6729465" y="2737369"/>
            <a:chExt cx="1610836" cy="1837735"/>
          </a:xfrm>
        </p:grpSpPr>
        <p:pic>
          <p:nvPicPr>
            <p:cNvPr id="27" name="Picture 26" descr="A black background with white letters&#10;&#10;AI-generated content may be incorrect.">
              <a:extLst>
                <a:ext uri="{FF2B5EF4-FFF2-40B4-BE49-F238E27FC236}">
                  <a16:creationId xmlns:a16="http://schemas.microsoft.com/office/drawing/2014/main" id="{FC7BFAB4-8AAF-58F1-DB2A-40A19FC06CAC}"/>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6937084" y="3174450"/>
              <a:ext cx="1178228" cy="324000"/>
            </a:xfrm>
            <a:prstGeom prst="rect">
              <a:avLst/>
            </a:prstGeom>
          </p:spPr>
        </p:pic>
        <p:pic>
          <p:nvPicPr>
            <p:cNvPr id="29" name="Picture 28" descr="A black and white logo&#10;&#10;AI-generated content may be incorrect.">
              <a:extLst>
                <a:ext uri="{FF2B5EF4-FFF2-40B4-BE49-F238E27FC236}">
                  <a16:creationId xmlns:a16="http://schemas.microsoft.com/office/drawing/2014/main" id="{28BB254E-5CE1-AEA7-8F7D-31A1D26E76C1}"/>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6868502" y="4323104"/>
              <a:ext cx="1332762" cy="252000"/>
            </a:xfrm>
            <a:prstGeom prst="rect">
              <a:avLst/>
            </a:prstGeom>
          </p:spPr>
        </p:pic>
        <p:sp>
          <p:nvSpPr>
            <p:cNvPr id="35" name="TextBox 34">
              <a:extLst>
                <a:ext uri="{FF2B5EF4-FFF2-40B4-BE49-F238E27FC236}">
                  <a16:creationId xmlns:a16="http://schemas.microsoft.com/office/drawing/2014/main" id="{963C007E-7E70-79EE-2A35-7E8FC06580D6}"/>
                </a:ext>
              </a:extLst>
            </p:cNvPr>
            <p:cNvSpPr txBox="1"/>
            <p:nvPr/>
          </p:nvSpPr>
          <p:spPr>
            <a:xfrm>
              <a:off x="6729465" y="2737369"/>
              <a:ext cx="1610836" cy="246221"/>
            </a:xfrm>
            <a:prstGeom prst="rect">
              <a:avLst/>
            </a:prstGeom>
          </p:spPr>
          <p:txBody>
            <a:bodyPr wrap="square" lIns="0" tIns="0" rIns="0" bIns="0" rtlCol="0">
              <a:spAutoFit/>
            </a:bodyPr>
            <a:lstStyle/>
            <a:p>
              <a:pPr algn="ctr">
                <a:spcBef>
                  <a:spcPts val="600"/>
                </a:spcBef>
              </a:pPr>
              <a:r>
                <a:rPr lang="de-DE" sz="1600" b="1" dirty="0">
                  <a:solidFill>
                    <a:schemeClr val="bg2"/>
                  </a:solidFill>
                  <a:latin typeface="Helvetica 75 Bold" panose="020B0804020202020204" pitchFamily="34" charset="0"/>
                </a:rPr>
                <a:t>OT Security</a:t>
              </a:r>
            </a:p>
          </p:txBody>
        </p:sp>
        <p:sp>
          <p:nvSpPr>
            <p:cNvPr id="36" name="TextBox 35">
              <a:extLst>
                <a:ext uri="{FF2B5EF4-FFF2-40B4-BE49-F238E27FC236}">
                  <a16:creationId xmlns:a16="http://schemas.microsoft.com/office/drawing/2014/main" id="{53FD7AC5-A271-1B15-4031-1D724A16BC9C}"/>
                </a:ext>
              </a:extLst>
            </p:cNvPr>
            <p:cNvSpPr txBox="1"/>
            <p:nvPr/>
          </p:nvSpPr>
          <p:spPr>
            <a:xfrm>
              <a:off x="6729465" y="3872237"/>
              <a:ext cx="1610836" cy="246221"/>
            </a:xfrm>
            <a:prstGeom prst="rect">
              <a:avLst/>
            </a:prstGeom>
          </p:spPr>
          <p:txBody>
            <a:bodyPr wrap="square" lIns="0" tIns="0" rIns="0" bIns="0" rtlCol="0">
              <a:spAutoFit/>
            </a:bodyPr>
            <a:lstStyle/>
            <a:p>
              <a:pPr algn="ctr">
                <a:spcBef>
                  <a:spcPts val="600"/>
                </a:spcBef>
              </a:pPr>
              <a:r>
                <a:rPr lang="de-DE" sz="1600" b="1" dirty="0">
                  <a:solidFill>
                    <a:schemeClr val="bg2"/>
                  </a:solidFill>
                  <a:latin typeface="Helvetica 75 Bold" panose="020B0804020202020204" pitchFamily="34" charset="0"/>
                </a:rPr>
                <a:t>Data Security</a:t>
              </a:r>
            </a:p>
          </p:txBody>
        </p:sp>
      </p:grpSp>
      <p:sp>
        <p:nvSpPr>
          <p:cNvPr id="37" name="TextBox 36">
            <a:extLst>
              <a:ext uri="{FF2B5EF4-FFF2-40B4-BE49-F238E27FC236}">
                <a16:creationId xmlns:a16="http://schemas.microsoft.com/office/drawing/2014/main" id="{E30117E4-4931-45D9-F335-571DDAA73964}"/>
              </a:ext>
            </a:extLst>
          </p:cNvPr>
          <p:cNvSpPr txBox="1"/>
          <p:nvPr/>
        </p:nvSpPr>
        <p:spPr>
          <a:xfrm>
            <a:off x="313200" y="1152739"/>
            <a:ext cx="2162633" cy="246221"/>
          </a:xfrm>
          <a:prstGeom prst="rect">
            <a:avLst/>
          </a:prstGeom>
        </p:spPr>
        <p:txBody>
          <a:bodyPr wrap="square" lIns="0" tIns="0" rIns="0" bIns="0" rtlCol="0">
            <a:spAutoFit/>
          </a:bodyPr>
          <a:lstStyle/>
          <a:p>
            <a:r>
              <a:rPr lang="de-DE" sz="1600" dirty="0">
                <a:solidFill>
                  <a:schemeClr val="bg2"/>
                </a:solidFill>
              </a:rPr>
              <a:t>Security </a:t>
            </a:r>
            <a:r>
              <a:rPr lang="de-DE" sz="1600" dirty="0" err="1">
                <a:solidFill>
                  <a:schemeClr val="bg2"/>
                </a:solidFill>
              </a:rPr>
              <a:t>platforms</a:t>
            </a:r>
            <a:endParaRPr lang="de-DE" sz="1600" dirty="0">
              <a:solidFill>
                <a:schemeClr val="bg2"/>
              </a:solidFill>
            </a:endParaRPr>
          </a:p>
        </p:txBody>
      </p:sp>
      <p:cxnSp>
        <p:nvCxnSpPr>
          <p:cNvPr id="38" name="Straight Connector 37">
            <a:extLst>
              <a:ext uri="{FF2B5EF4-FFF2-40B4-BE49-F238E27FC236}">
                <a16:creationId xmlns:a16="http://schemas.microsoft.com/office/drawing/2014/main" id="{999F6BF5-9F41-B30E-563F-75FEDC7686F5}"/>
              </a:ext>
            </a:extLst>
          </p:cNvPr>
          <p:cNvCxnSpPr>
            <a:cxnSpLocks/>
          </p:cNvCxnSpPr>
          <p:nvPr/>
        </p:nvCxnSpPr>
        <p:spPr>
          <a:xfrm rot="16200000">
            <a:off x="3014917" y="3650079"/>
            <a:ext cx="2268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55233CF-83BD-4255-679E-79005E6C0B4C}"/>
              </a:ext>
            </a:extLst>
          </p:cNvPr>
          <p:cNvCxnSpPr>
            <a:cxnSpLocks/>
          </p:cNvCxnSpPr>
          <p:nvPr/>
        </p:nvCxnSpPr>
        <p:spPr>
          <a:xfrm rot="16200000">
            <a:off x="5418347" y="3650079"/>
            <a:ext cx="2268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CA14C0B-E336-9F79-0436-4179615172EF}"/>
              </a:ext>
            </a:extLst>
          </p:cNvPr>
          <p:cNvCxnSpPr/>
          <p:nvPr/>
        </p:nvCxnSpPr>
        <p:spPr>
          <a:xfrm>
            <a:off x="6673891" y="3721351"/>
            <a:ext cx="1908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DAD4145-0D22-0BAB-754F-2820F3016DB6}"/>
              </a:ext>
            </a:extLst>
          </p:cNvPr>
          <p:cNvSpPr txBox="1"/>
          <p:nvPr/>
        </p:nvSpPr>
        <p:spPr>
          <a:xfrm>
            <a:off x="2541548" y="2081398"/>
            <a:ext cx="1429173" cy="184666"/>
          </a:xfrm>
          <a:prstGeom prst="rect">
            <a:avLst/>
          </a:prstGeom>
        </p:spPr>
        <p:txBody>
          <a:bodyPr wrap="square" lIns="0" tIns="0" rIns="0" bIns="0" rtlCol="0">
            <a:spAutoFit/>
          </a:bodyPr>
          <a:lstStyle/>
          <a:p>
            <a:pPr algn="ctr"/>
            <a:r>
              <a:rPr lang="de-DE" sz="1200" dirty="0">
                <a:solidFill>
                  <a:schemeClr val="tx2"/>
                </a:solidFill>
              </a:rPr>
              <a:t>Premier Partner</a:t>
            </a:r>
          </a:p>
        </p:txBody>
      </p:sp>
      <p:sp>
        <p:nvSpPr>
          <p:cNvPr id="9" name="TextBox 8">
            <a:extLst>
              <a:ext uri="{FF2B5EF4-FFF2-40B4-BE49-F238E27FC236}">
                <a16:creationId xmlns:a16="http://schemas.microsoft.com/office/drawing/2014/main" id="{EE35D0F9-82FD-820C-4511-1763FA396A8E}"/>
              </a:ext>
            </a:extLst>
          </p:cNvPr>
          <p:cNvSpPr txBox="1"/>
          <p:nvPr/>
        </p:nvSpPr>
        <p:spPr>
          <a:xfrm>
            <a:off x="4636045" y="2102991"/>
            <a:ext cx="1429173" cy="184666"/>
          </a:xfrm>
          <a:prstGeom prst="rect">
            <a:avLst/>
          </a:prstGeom>
        </p:spPr>
        <p:txBody>
          <a:bodyPr wrap="square" lIns="0" tIns="0" rIns="0" bIns="0" rtlCol="0">
            <a:spAutoFit/>
          </a:bodyPr>
          <a:lstStyle/>
          <a:p>
            <a:pPr algn="ctr"/>
            <a:r>
              <a:rPr lang="de-DE" sz="1200" dirty="0">
                <a:solidFill>
                  <a:schemeClr val="tx2"/>
                </a:solidFill>
              </a:rPr>
              <a:t>Innovator MSSP</a:t>
            </a:r>
          </a:p>
        </p:txBody>
      </p:sp>
      <p:sp>
        <p:nvSpPr>
          <p:cNvPr id="12" name="TextBox 11">
            <a:extLst>
              <a:ext uri="{FF2B5EF4-FFF2-40B4-BE49-F238E27FC236}">
                <a16:creationId xmlns:a16="http://schemas.microsoft.com/office/drawing/2014/main" id="{B1F17BB1-DE61-29A3-13EF-24B4867D202D}"/>
              </a:ext>
            </a:extLst>
          </p:cNvPr>
          <p:cNvSpPr txBox="1"/>
          <p:nvPr/>
        </p:nvSpPr>
        <p:spPr>
          <a:xfrm>
            <a:off x="6571973" y="2091558"/>
            <a:ext cx="2323107" cy="184666"/>
          </a:xfrm>
          <a:prstGeom prst="rect">
            <a:avLst/>
          </a:prstGeom>
        </p:spPr>
        <p:txBody>
          <a:bodyPr wrap="square" lIns="0" tIns="0" rIns="0" bIns="0" rtlCol="0">
            <a:spAutoFit/>
          </a:bodyPr>
          <a:lstStyle/>
          <a:p>
            <a:pPr algn="ctr"/>
            <a:r>
              <a:rPr lang="de-DE" sz="1200" dirty="0">
                <a:solidFill>
                  <a:schemeClr val="tx2"/>
                </a:solidFill>
              </a:rPr>
              <a:t>Elite Partner</a:t>
            </a:r>
          </a:p>
        </p:txBody>
      </p:sp>
      <p:sp>
        <p:nvSpPr>
          <p:cNvPr id="14" name="TextBox 13">
            <a:extLst>
              <a:ext uri="{FF2B5EF4-FFF2-40B4-BE49-F238E27FC236}">
                <a16:creationId xmlns:a16="http://schemas.microsoft.com/office/drawing/2014/main" id="{71F2897C-1BB7-2D3A-2703-EBB13D3ADBC1}"/>
              </a:ext>
            </a:extLst>
          </p:cNvPr>
          <p:cNvSpPr txBox="1"/>
          <p:nvPr/>
        </p:nvSpPr>
        <p:spPr>
          <a:xfrm>
            <a:off x="22134" y="2093673"/>
            <a:ext cx="2323107" cy="184666"/>
          </a:xfrm>
          <a:prstGeom prst="rect">
            <a:avLst/>
          </a:prstGeom>
        </p:spPr>
        <p:txBody>
          <a:bodyPr wrap="square" lIns="0" tIns="0" rIns="0" bIns="0" rtlCol="0">
            <a:spAutoFit/>
          </a:bodyPr>
          <a:lstStyle/>
          <a:p>
            <a:pPr algn="ctr"/>
            <a:r>
              <a:rPr lang="de-DE" sz="1200" dirty="0">
                <a:solidFill>
                  <a:schemeClr val="tx2"/>
                </a:solidFill>
              </a:rPr>
              <a:t>Elite Partner</a:t>
            </a:r>
          </a:p>
        </p:txBody>
      </p:sp>
    </p:spTree>
    <p:extLst>
      <p:ext uri="{BB962C8B-B14F-4D97-AF65-F5344CB8AC3E}">
        <p14:creationId xmlns:p14="http://schemas.microsoft.com/office/powerpoint/2010/main" val="1120523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F39754A-49CD-F2E3-AA50-F6B78779F2D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50CAB499-DEC5-FD3B-3D92-C1B32FC50DE7}"/>
              </a:ext>
            </a:extLst>
          </p:cNvPr>
          <p:cNvSpPr txBox="1">
            <a:spLocks/>
          </p:cNvSpPr>
          <p:nvPr/>
        </p:nvSpPr>
        <p:spPr>
          <a:xfrm>
            <a:off x="313200" y="235920"/>
            <a:ext cx="8516475" cy="741362"/>
          </a:xfrm>
          <a:prstGeom prst="rect">
            <a:avLst/>
          </a:prstGeom>
        </p:spPr>
        <p:txBody>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r>
              <a:rPr lang="de-DE" sz="3200" dirty="0"/>
              <a:t>These </a:t>
            </a:r>
            <a:r>
              <a:rPr lang="de-DE" sz="3200" dirty="0" err="1"/>
              <a:t>companies</a:t>
            </a:r>
            <a:r>
              <a:rPr lang="de-DE" sz="3200" dirty="0"/>
              <a:t> </a:t>
            </a:r>
            <a:r>
              <a:rPr lang="de-DE" sz="3200" dirty="0" err="1"/>
              <a:t>trust</a:t>
            </a:r>
            <a:r>
              <a:rPr lang="de-DE" sz="3200" dirty="0"/>
              <a:t> </a:t>
            </a:r>
            <a:r>
              <a:rPr lang="de-DE" sz="3200" dirty="0" err="1"/>
              <a:t>us</a:t>
            </a:r>
            <a:endParaRPr lang="de-DE" sz="3200" dirty="0"/>
          </a:p>
        </p:txBody>
      </p:sp>
      <p:grpSp>
        <p:nvGrpSpPr>
          <p:cNvPr id="3" name="Group 2">
            <a:extLst>
              <a:ext uri="{FF2B5EF4-FFF2-40B4-BE49-F238E27FC236}">
                <a16:creationId xmlns:a16="http://schemas.microsoft.com/office/drawing/2014/main" id="{334EC3A2-91AE-8B67-B2D9-46944DE900BE}"/>
              </a:ext>
            </a:extLst>
          </p:cNvPr>
          <p:cNvGrpSpPr/>
          <p:nvPr/>
        </p:nvGrpSpPr>
        <p:grpSpPr>
          <a:xfrm>
            <a:off x="5694320" y="1380441"/>
            <a:ext cx="2286813" cy="3370755"/>
            <a:chOff x="5694320" y="1380441"/>
            <a:chExt cx="2286813" cy="3370755"/>
          </a:xfrm>
        </p:grpSpPr>
        <p:pic>
          <p:nvPicPr>
            <p:cNvPr id="12" name="Picture 11" descr="A black background with white text&#10;&#10;AI-generated content may be incorrect.">
              <a:extLst>
                <a:ext uri="{FF2B5EF4-FFF2-40B4-BE49-F238E27FC236}">
                  <a16:creationId xmlns:a16="http://schemas.microsoft.com/office/drawing/2014/main" id="{FA9C07D9-21F1-2210-1D7A-01CE60B88D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4320" y="1380441"/>
              <a:ext cx="2286813" cy="966178"/>
            </a:xfrm>
            <a:prstGeom prst="rect">
              <a:avLst/>
            </a:prstGeom>
          </p:spPr>
        </p:pic>
        <p:pic>
          <p:nvPicPr>
            <p:cNvPr id="32" name="Picture 31" descr="A black and white logo&#10;&#10;AI-generated content may be incorrect.">
              <a:extLst>
                <a:ext uri="{FF2B5EF4-FFF2-40B4-BE49-F238E27FC236}">
                  <a16:creationId xmlns:a16="http://schemas.microsoft.com/office/drawing/2014/main" id="{F711F9D0-4678-947C-82F7-F8857D2E465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03844" y="2934065"/>
              <a:ext cx="1867765" cy="281410"/>
            </a:xfrm>
            <a:prstGeom prst="rect">
              <a:avLst/>
            </a:prstGeom>
          </p:spPr>
        </p:pic>
        <p:pic>
          <p:nvPicPr>
            <p:cNvPr id="38" name="Picture 37" descr="A white text on a black background&#10;&#10;AI-generated content may be incorrect.">
              <a:extLst>
                <a:ext uri="{FF2B5EF4-FFF2-40B4-BE49-F238E27FC236}">
                  <a16:creationId xmlns:a16="http://schemas.microsoft.com/office/drawing/2014/main" id="{4035BDE7-9EFB-08E2-1DF0-4F96BD04CA1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20740" y="3683361"/>
              <a:ext cx="2033972" cy="1067835"/>
            </a:xfrm>
            <a:prstGeom prst="rect">
              <a:avLst/>
            </a:prstGeom>
          </p:spPr>
        </p:pic>
      </p:grpSp>
      <p:grpSp>
        <p:nvGrpSpPr>
          <p:cNvPr id="5" name="Group 4">
            <a:extLst>
              <a:ext uri="{FF2B5EF4-FFF2-40B4-BE49-F238E27FC236}">
                <a16:creationId xmlns:a16="http://schemas.microsoft.com/office/drawing/2014/main" id="{CAF8EA05-B2D8-72C4-E1A6-772F18BE4B2B}"/>
              </a:ext>
            </a:extLst>
          </p:cNvPr>
          <p:cNvGrpSpPr/>
          <p:nvPr/>
        </p:nvGrpSpPr>
        <p:grpSpPr>
          <a:xfrm>
            <a:off x="432508" y="1690468"/>
            <a:ext cx="1977850" cy="2907835"/>
            <a:chOff x="432508" y="1690468"/>
            <a:chExt cx="1977850" cy="2907835"/>
          </a:xfrm>
        </p:grpSpPr>
        <p:pic>
          <p:nvPicPr>
            <p:cNvPr id="7" name="Picture 6" descr="A number on a black background&#10;&#10;AI-generated content may be incorrect.">
              <a:extLst>
                <a:ext uri="{FF2B5EF4-FFF2-40B4-BE49-F238E27FC236}">
                  <a16:creationId xmlns:a16="http://schemas.microsoft.com/office/drawing/2014/main" id="{85F28EFE-86B6-027E-863B-62A28B92BC1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2508" y="1690468"/>
              <a:ext cx="1977850" cy="346124"/>
            </a:xfrm>
            <a:prstGeom prst="rect">
              <a:avLst/>
            </a:prstGeom>
          </p:spPr>
        </p:pic>
        <p:pic>
          <p:nvPicPr>
            <p:cNvPr id="34" name="Picture 33" descr="A black and white logo&#10;&#10;AI-generated content may be incorrect.">
              <a:extLst>
                <a:ext uri="{FF2B5EF4-FFF2-40B4-BE49-F238E27FC236}">
                  <a16:creationId xmlns:a16="http://schemas.microsoft.com/office/drawing/2014/main" id="{5AF6158D-80EB-0AB1-5946-E3E88071DD6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3265" y="3836254"/>
              <a:ext cx="1776337" cy="762049"/>
            </a:xfrm>
            <a:prstGeom prst="rect">
              <a:avLst/>
            </a:prstGeom>
          </p:spPr>
        </p:pic>
        <p:pic>
          <p:nvPicPr>
            <p:cNvPr id="40" name="Picture 39" descr="A black and white logo&#10;&#10;AI-generated content may be incorrect.">
              <a:extLst>
                <a:ext uri="{FF2B5EF4-FFF2-40B4-BE49-F238E27FC236}">
                  <a16:creationId xmlns:a16="http://schemas.microsoft.com/office/drawing/2014/main" id="{812141E3-891C-A511-D274-0CAFFEFB136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11458" y="2804811"/>
              <a:ext cx="1819950" cy="539918"/>
            </a:xfrm>
            <a:prstGeom prst="rect">
              <a:avLst/>
            </a:prstGeom>
          </p:spPr>
        </p:pic>
      </p:grpSp>
      <p:grpSp>
        <p:nvGrpSpPr>
          <p:cNvPr id="4" name="Group 3">
            <a:extLst>
              <a:ext uri="{FF2B5EF4-FFF2-40B4-BE49-F238E27FC236}">
                <a16:creationId xmlns:a16="http://schemas.microsoft.com/office/drawing/2014/main" id="{7ED9A4B0-1D5F-6848-4DC6-D19EB08D010F}"/>
              </a:ext>
            </a:extLst>
          </p:cNvPr>
          <p:cNvGrpSpPr/>
          <p:nvPr/>
        </p:nvGrpSpPr>
        <p:grpSpPr>
          <a:xfrm>
            <a:off x="2953526" y="1428516"/>
            <a:ext cx="2197627" cy="3067559"/>
            <a:chOff x="2953525" y="1428516"/>
            <a:chExt cx="2197627" cy="3067559"/>
          </a:xfrm>
        </p:grpSpPr>
        <p:pic>
          <p:nvPicPr>
            <p:cNvPr id="30" name="Picture 29" descr="A black and white sign with white text&#10;&#10;AI-generated content may be incorrect.">
              <a:extLst>
                <a:ext uri="{FF2B5EF4-FFF2-40B4-BE49-F238E27FC236}">
                  <a16:creationId xmlns:a16="http://schemas.microsoft.com/office/drawing/2014/main" id="{FC2D5D66-C77B-AA44-5533-3FF5A966CE0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953525" y="2811055"/>
              <a:ext cx="2197627" cy="527430"/>
            </a:xfrm>
            <a:prstGeom prst="rect">
              <a:avLst/>
            </a:prstGeom>
          </p:spPr>
        </p:pic>
        <p:pic>
          <p:nvPicPr>
            <p:cNvPr id="36" name="Picture 35" descr="A white letters on a black background&#10;&#10;AI-generated content may be incorrect.">
              <a:extLst>
                <a:ext uri="{FF2B5EF4-FFF2-40B4-BE49-F238E27FC236}">
                  <a16:creationId xmlns:a16="http://schemas.microsoft.com/office/drawing/2014/main" id="{A65253B5-88AC-3281-7504-F50902F00229}"/>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214541" y="3938482"/>
              <a:ext cx="1675594" cy="557593"/>
            </a:xfrm>
            <a:prstGeom prst="rect">
              <a:avLst/>
            </a:prstGeom>
          </p:spPr>
        </p:pic>
        <p:pic>
          <p:nvPicPr>
            <p:cNvPr id="43" name="Picture 42" descr="A close up of a logo&#10;&#10;AI-generated content may be incorrect.">
              <a:extLst>
                <a:ext uri="{FF2B5EF4-FFF2-40B4-BE49-F238E27FC236}">
                  <a16:creationId xmlns:a16="http://schemas.microsoft.com/office/drawing/2014/main" id="{5A080998-8F8D-DB06-A328-5AB3FD706E7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617324" y="1428516"/>
              <a:ext cx="870029" cy="870029"/>
            </a:xfrm>
            <a:prstGeom prst="rect">
              <a:avLst/>
            </a:prstGeom>
          </p:spPr>
        </p:pic>
      </p:grpSp>
      <p:cxnSp>
        <p:nvCxnSpPr>
          <p:cNvPr id="49" name="Straight Connector 48">
            <a:extLst>
              <a:ext uri="{FF2B5EF4-FFF2-40B4-BE49-F238E27FC236}">
                <a16:creationId xmlns:a16="http://schemas.microsoft.com/office/drawing/2014/main" id="{31FAEFBF-439E-8B8A-27A5-4838F2BA5E91}"/>
              </a:ext>
            </a:extLst>
          </p:cNvPr>
          <p:cNvCxnSpPr/>
          <p:nvPr/>
        </p:nvCxnSpPr>
        <p:spPr>
          <a:xfrm>
            <a:off x="432508" y="1117901"/>
            <a:ext cx="7903772"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7585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hteck 42">
            <a:extLst>
              <a:ext uri="{FF2B5EF4-FFF2-40B4-BE49-F238E27FC236}">
                <a16:creationId xmlns:a16="http://schemas.microsoft.com/office/drawing/2014/main" id="{3DE59767-7A27-432F-B326-34CA68962487}"/>
              </a:ext>
            </a:extLst>
          </p:cNvPr>
          <p:cNvSpPr/>
          <p:nvPr/>
        </p:nvSpPr>
        <p:spPr>
          <a:xfrm>
            <a:off x="2160264" y="3075806"/>
            <a:ext cx="2497820" cy="2510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le 2">
            <a:extLst>
              <a:ext uri="{FF2B5EF4-FFF2-40B4-BE49-F238E27FC236}">
                <a16:creationId xmlns:a16="http://schemas.microsoft.com/office/drawing/2014/main" id="{39B275FF-B27C-F6A9-5DE3-FA46F29B806A}"/>
              </a:ext>
            </a:extLst>
          </p:cNvPr>
          <p:cNvSpPr txBox="1">
            <a:spLocks/>
          </p:cNvSpPr>
          <p:nvPr/>
        </p:nvSpPr>
        <p:spPr>
          <a:xfrm>
            <a:off x="313201" y="235920"/>
            <a:ext cx="4225370" cy="741362"/>
          </a:xfrm>
          <a:prstGeom prst="rect">
            <a:avLst/>
          </a:prstGeom>
        </p:spPr>
        <p:txBody>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a:lnSpc>
                <a:spcPct val="85000"/>
              </a:lnSpc>
            </a:pPr>
            <a:r>
              <a:rPr lang="en-GB" sz="3200" dirty="0">
                <a:solidFill>
                  <a:schemeClr val="bg1"/>
                </a:solidFill>
              </a:rPr>
              <a:t>More Orange </a:t>
            </a:r>
            <a:r>
              <a:rPr lang="en-GB" sz="3200" dirty="0" err="1">
                <a:solidFill>
                  <a:schemeClr val="bg1"/>
                </a:solidFill>
              </a:rPr>
              <a:t>Cyberdefense</a:t>
            </a:r>
            <a:endParaRPr lang="en-GB" sz="3200" spc="-20" dirty="0">
              <a:solidFill>
                <a:schemeClr val="bg1"/>
              </a:solidFill>
              <a:latin typeface="Helvetica 75 Bold" panose="020B0804020202020204" pitchFamily="34" charset="0"/>
              <a:ea typeface="+mj-ea"/>
              <a:cs typeface="+mj-cs"/>
            </a:endParaRPr>
          </a:p>
        </p:txBody>
      </p:sp>
      <p:pic>
        <p:nvPicPr>
          <p:cNvPr id="15" name="Picture 14">
            <a:extLst>
              <a:ext uri="{FF2B5EF4-FFF2-40B4-BE49-F238E27FC236}">
                <a16:creationId xmlns:a16="http://schemas.microsoft.com/office/drawing/2014/main" id="{EE1A750C-2BA8-3C21-E25D-329601F36DF5}"/>
              </a:ext>
            </a:extLst>
          </p:cNvPr>
          <p:cNvPicPr>
            <a:picLocks noChangeAspect="1"/>
          </p:cNvPicPr>
          <p:nvPr/>
        </p:nvPicPr>
        <p:blipFill>
          <a:blip r:embed="rId4" cstate="print">
            <a:alphaModFix amt="85000"/>
            <a:extLst>
              <a:ext uri="{28A0092B-C50C-407E-A947-70E740481C1C}">
                <a14:useLocalDpi xmlns:a14="http://schemas.microsoft.com/office/drawing/2010/main" val="0"/>
              </a:ext>
            </a:extLst>
          </a:blip>
          <a:srcRect l="13714" r="22782"/>
          <a:stretch>
            <a:fillRect/>
          </a:stretch>
        </p:blipFill>
        <p:spPr>
          <a:xfrm>
            <a:off x="6261008" y="2442235"/>
            <a:ext cx="2881405" cy="2701265"/>
          </a:xfrm>
          <a:prstGeom prst="rect">
            <a:avLst/>
          </a:prstGeom>
        </p:spPr>
      </p:pic>
      <p:pic>
        <p:nvPicPr>
          <p:cNvPr id="17" name="Picture 16">
            <a:extLst>
              <a:ext uri="{FF2B5EF4-FFF2-40B4-BE49-F238E27FC236}">
                <a16:creationId xmlns:a16="http://schemas.microsoft.com/office/drawing/2014/main" id="{8FD19586-CDD2-C4B0-F7A0-24D93216FA14}"/>
              </a:ext>
            </a:extLst>
          </p:cNvPr>
          <p:cNvPicPr>
            <a:picLocks noChangeAspect="1"/>
          </p:cNvPicPr>
          <p:nvPr/>
        </p:nvPicPr>
        <p:blipFill>
          <a:blip r:embed="rId5">
            <a:alphaModFix/>
          </a:blip>
          <a:stretch>
            <a:fillRect/>
          </a:stretch>
        </p:blipFill>
        <p:spPr>
          <a:xfrm>
            <a:off x="4672" y="2398659"/>
            <a:ext cx="2707481" cy="3712318"/>
          </a:xfrm>
          <a:prstGeom prst="rect">
            <a:avLst/>
          </a:prstGeom>
        </p:spPr>
      </p:pic>
      <p:sp>
        <p:nvSpPr>
          <p:cNvPr id="18" name="Rechteck 42">
            <a:extLst>
              <a:ext uri="{FF2B5EF4-FFF2-40B4-BE49-F238E27FC236}">
                <a16:creationId xmlns:a16="http://schemas.microsoft.com/office/drawing/2014/main" id="{DD32A304-E208-5BCC-48B4-3F22721D6B07}"/>
              </a:ext>
            </a:extLst>
          </p:cNvPr>
          <p:cNvSpPr/>
          <p:nvPr/>
        </p:nvSpPr>
        <p:spPr>
          <a:xfrm>
            <a:off x="2160264" y="3075806"/>
            <a:ext cx="2497820" cy="2510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1" name="Picture 20" descr="A black background with white text&#10;&#10;AI-generated content may be incorrect.">
            <a:extLst>
              <a:ext uri="{FF2B5EF4-FFF2-40B4-BE49-F238E27FC236}">
                <a16:creationId xmlns:a16="http://schemas.microsoft.com/office/drawing/2014/main" id="{4D230EB2-997F-0E2C-2DE9-D11D71C1975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386852" y="1894615"/>
            <a:ext cx="1382916" cy="469953"/>
          </a:xfrm>
          <a:prstGeom prst="rect">
            <a:avLst/>
          </a:prstGeom>
        </p:spPr>
      </p:pic>
      <p:pic>
        <p:nvPicPr>
          <p:cNvPr id="23" name="Picture 22">
            <a:extLst>
              <a:ext uri="{FF2B5EF4-FFF2-40B4-BE49-F238E27FC236}">
                <a16:creationId xmlns:a16="http://schemas.microsoft.com/office/drawing/2014/main" id="{C17B134A-E5C8-7913-A463-83CCC2B9ACC5}"/>
              </a:ext>
            </a:extLst>
          </p:cNvPr>
          <p:cNvPicPr>
            <a:picLocks noChangeAspect="1"/>
          </p:cNvPicPr>
          <p:nvPr/>
        </p:nvPicPr>
        <p:blipFill>
          <a:blip r:embed="rId7"/>
          <a:stretch>
            <a:fillRect/>
          </a:stretch>
        </p:blipFill>
        <p:spPr>
          <a:xfrm>
            <a:off x="0" y="1815063"/>
            <a:ext cx="2707481" cy="606875"/>
          </a:xfrm>
          <a:prstGeom prst="rect">
            <a:avLst/>
          </a:prstGeom>
        </p:spPr>
      </p:pic>
      <p:pic>
        <p:nvPicPr>
          <p:cNvPr id="25" name="Picture 24" descr="A qr code on a black background&#10;&#10;AI-generated content may be incorrect.">
            <a:extLst>
              <a:ext uri="{FF2B5EF4-FFF2-40B4-BE49-F238E27FC236}">
                <a16:creationId xmlns:a16="http://schemas.microsoft.com/office/drawing/2014/main" id="{EA088903-7E33-F62E-9854-9C8EA5B552E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205226" y="1815063"/>
            <a:ext cx="540000" cy="540000"/>
          </a:xfrm>
          <a:prstGeom prst="rect">
            <a:avLst/>
          </a:prstGeom>
        </p:spPr>
      </p:pic>
      <p:pic>
        <p:nvPicPr>
          <p:cNvPr id="29" name="Picture 28" descr="A qr code on a black background&#10;&#10;AI-generated content may be incorrect.">
            <a:extLst>
              <a:ext uri="{FF2B5EF4-FFF2-40B4-BE49-F238E27FC236}">
                <a16:creationId xmlns:a16="http://schemas.microsoft.com/office/drawing/2014/main" id="{CF1E5F5E-4F64-C776-11DA-D52E4671083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187492" y="1886254"/>
            <a:ext cx="394448" cy="394448"/>
          </a:xfrm>
          <a:prstGeom prst="rect">
            <a:avLst/>
          </a:prstGeom>
        </p:spPr>
      </p:pic>
      <p:pic>
        <p:nvPicPr>
          <p:cNvPr id="30" name="Online Media 31" title="Security Navigator 2026 Launch Trailer (EN)">
            <a:hlinkClick r:id="" action="ppaction://media"/>
            <a:extLst>
              <a:ext uri="{FF2B5EF4-FFF2-40B4-BE49-F238E27FC236}">
                <a16:creationId xmlns:a16="http://schemas.microsoft.com/office/drawing/2014/main" id="{9BD5B8F4-ADF7-1915-1D72-F64F14A72944}"/>
              </a:ext>
            </a:extLst>
          </p:cNvPr>
          <p:cNvPicPr>
            <a:picLocks noRot="1" noChangeAspect="1"/>
          </p:cNvPicPr>
          <p:nvPr>
            <a:videoFile r:link="rId1"/>
          </p:nvPr>
        </p:nvPicPr>
        <p:blipFill>
          <a:blip r:embed="rId9"/>
          <a:srcRect r="55900"/>
          <a:stretch>
            <a:fillRect/>
          </a:stretch>
        </p:blipFill>
        <p:spPr>
          <a:xfrm>
            <a:off x="3009088" y="2581937"/>
            <a:ext cx="1366349" cy="1749164"/>
          </a:xfrm>
          <a:prstGeom prst="rect">
            <a:avLst/>
          </a:prstGeom>
        </p:spPr>
      </p:pic>
      <p:sp>
        <p:nvSpPr>
          <p:cNvPr id="31" name="Title 2">
            <a:extLst>
              <a:ext uri="{FF2B5EF4-FFF2-40B4-BE49-F238E27FC236}">
                <a16:creationId xmlns:a16="http://schemas.microsoft.com/office/drawing/2014/main" id="{3B03326C-A8C5-EA1A-E239-F0B9F0006BEC}"/>
              </a:ext>
            </a:extLst>
          </p:cNvPr>
          <p:cNvSpPr txBox="1">
            <a:spLocks/>
          </p:cNvSpPr>
          <p:nvPr/>
        </p:nvSpPr>
        <p:spPr>
          <a:xfrm>
            <a:off x="2948532" y="1879414"/>
            <a:ext cx="4225370" cy="741362"/>
          </a:xfrm>
          <a:prstGeom prst="rect">
            <a:avLst/>
          </a:prstGeom>
        </p:spPr>
        <p:txBody>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a:lnSpc>
                <a:spcPct val="85000"/>
              </a:lnSpc>
            </a:pPr>
            <a:r>
              <a:rPr lang="en-GB" sz="2800" spc="-20" dirty="0">
                <a:solidFill>
                  <a:schemeClr val="bg2"/>
                </a:solidFill>
                <a:latin typeface="Helvetica 75 Bold" panose="020B0804020202020204" pitchFamily="34" charset="0"/>
                <a:ea typeface="+mj-ea"/>
                <a:cs typeface="+mj-cs"/>
              </a:rPr>
              <a:t>Security </a:t>
            </a:r>
          </a:p>
          <a:p>
            <a:pPr>
              <a:lnSpc>
                <a:spcPct val="85000"/>
              </a:lnSpc>
            </a:pPr>
            <a:r>
              <a:rPr lang="en-GB" sz="2800" spc="-20" dirty="0">
                <a:solidFill>
                  <a:schemeClr val="bg2"/>
                </a:solidFill>
                <a:latin typeface="Helvetica 75 Bold" panose="020B0804020202020204" pitchFamily="34" charset="0"/>
                <a:ea typeface="+mj-ea"/>
                <a:cs typeface="+mj-cs"/>
              </a:rPr>
              <a:t>Navigator </a:t>
            </a:r>
            <a:r>
              <a:rPr lang="en-GB" sz="2800" spc="-20" dirty="0">
                <a:solidFill>
                  <a:schemeClr val="bg1"/>
                </a:solidFill>
                <a:latin typeface="Helvetica 75 Bold" panose="020B0804020202020204" pitchFamily="34" charset="0"/>
                <a:ea typeface="+mj-ea"/>
                <a:cs typeface="+mj-cs"/>
              </a:rPr>
              <a:t>2026</a:t>
            </a:r>
          </a:p>
        </p:txBody>
      </p:sp>
      <p:sp>
        <p:nvSpPr>
          <p:cNvPr id="33" name="Title 2">
            <a:extLst>
              <a:ext uri="{FF2B5EF4-FFF2-40B4-BE49-F238E27FC236}">
                <a16:creationId xmlns:a16="http://schemas.microsoft.com/office/drawing/2014/main" id="{CE8DED6B-D047-590E-1666-69260E20CE8E}"/>
              </a:ext>
            </a:extLst>
          </p:cNvPr>
          <p:cNvSpPr txBox="1">
            <a:spLocks/>
          </p:cNvSpPr>
          <p:nvPr/>
        </p:nvSpPr>
        <p:spPr>
          <a:xfrm>
            <a:off x="2948532" y="4271782"/>
            <a:ext cx="3090385" cy="741362"/>
          </a:xfrm>
          <a:prstGeom prst="rect">
            <a:avLst/>
          </a:prstGeom>
        </p:spPr>
        <p:txBody>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a:lnSpc>
                <a:spcPct val="85000"/>
              </a:lnSpc>
            </a:pPr>
            <a:r>
              <a:rPr lang="en-GB" spc="-20" dirty="0">
                <a:solidFill>
                  <a:schemeClr val="bg2"/>
                </a:solidFill>
                <a:latin typeface="Helvetica 75 Bold" panose="020B0804020202020204" pitchFamily="34" charset="0"/>
                <a:ea typeface="+mj-ea"/>
                <a:cs typeface="+mj-cs"/>
              </a:rPr>
              <a:t>Available now!</a:t>
            </a:r>
          </a:p>
          <a:p>
            <a:pPr>
              <a:lnSpc>
                <a:spcPct val="85000"/>
              </a:lnSpc>
            </a:pPr>
            <a:r>
              <a:rPr lang="en-GB" sz="1100" dirty="0">
                <a:solidFill>
                  <a:schemeClr val="bg1"/>
                </a:solidFill>
                <a:latin typeface="Helvetica 55 Roman" panose="020B0604020202020204" pitchFamily="34" charset="0"/>
              </a:rPr>
              <a:t>orangecyberdefense.com/de/security-navigator</a:t>
            </a:r>
            <a:endParaRPr lang="en-GB" sz="2800" spc="-20" dirty="0">
              <a:solidFill>
                <a:schemeClr val="bg1"/>
              </a:solidFill>
              <a:latin typeface="Helvetica 75 Bold" panose="020B0804020202020204" pitchFamily="34" charset="0"/>
              <a:ea typeface="+mj-ea"/>
              <a:cs typeface="+mj-cs"/>
            </a:endParaRPr>
          </a:p>
        </p:txBody>
      </p:sp>
    </p:spTree>
    <p:extLst>
      <p:ext uri="{BB962C8B-B14F-4D97-AF65-F5344CB8AC3E}">
        <p14:creationId xmlns:p14="http://schemas.microsoft.com/office/powerpoint/2010/main" val="2367522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0"/>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0"/>
                                        </p:tgtEl>
                                      </p:cBhvr>
                                    </p:cmd>
                                  </p:childTnLst>
                                </p:cTn>
                              </p:par>
                            </p:childTnLst>
                          </p:cTn>
                        </p:par>
                      </p:childTnLst>
                    </p:cTn>
                  </p:par>
                </p:childTnLst>
              </p:cTn>
              <p:nextCondLst>
                <p:cond evt="onClick" delay="0">
                  <p:tgtEl>
                    <p:spTgt spid="30"/>
                  </p:tgtEl>
                </p:cond>
              </p:nextCondLst>
            </p:seq>
            <p:video>
              <p:cMediaNode vol="80000">
                <p:cTn id="12" fill="hold" display="0">
                  <p:stCondLst>
                    <p:cond delay="indefinite"/>
                  </p:stCondLst>
                </p:cTn>
                <p:tgtEl>
                  <p:spTgt spid="30"/>
                </p:tgtEl>
              </p:cMediaNode>
            </p:video>
          </p:childTnLst>
        </p:cTn>
      </p:par>
    </p:tnLst>
  </p:timing>
</p:sld>
</file>

<file path=ppt/theme/theme1.xml><?xml version="1.0" encoding="utf-8"?>
<a:theme xmlns:a="http://schemas.openxmlformats.org/drawingml/2006/main" name="White Master">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EN_OCD_Germany_Company_Presentation_2026_06.pptx" id="{5B29026F-0630-4E33-8ED0-C38C63A5ED7C}" vid="{0D320ACD-9E07-41E9-ADFC-EE3A7D9A6E5C}"/>
    </a:ext>
  </a:extLst>
</a:theme>
</file>

<file path=ppt/theme/theme2.xml><?xml version="1.0" encoding="utf-8"?>
<a:theme xmlns:a="http://schemas.openxmlformats.org/drawingml/2006/main" name="Black Master">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EN_OCD_Germany_Company_Presentation_2026_06.pptx" id="{5B29026F-0630-4E33-8ED0-C38C63A5ED7C}" vid="{6DE6B026-0A94-4545-A358-A3484490A07E}"/>
    </a:ext>
  </a:extLst>
</a:theme>
</file>

<file path=ppt/theme/theme3.xml><?xml version="1.0" encoding="utf-8"?>
<a:theme xmlns:a="http://schemas.openxmlformats.org/drawingml/2006/main" name="Analyst Day">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EN_OCD_Germany_Company_Presentation_2026_06.pptx" id="{5B29026F-0630-4E33-8ED0-C38C63A5ED7C}" vid="{6D9BD48D-F7C3-476C-B358-A4EB873413A8}"/>
    </a:ext>
  </a:extLst>
</a:theme>
</file>

<file path=ppt/theme/theme4.xml><?xml version="1.0" encoding="utf-8"?>
<a:theme xmlns:a="http://schemas.openxmlformats.org/drawingml/2006/main" name="OCD">
  <a:themeElements>
    <a:clrScheme name="OCD">
      <a:dk1>
        <a:srgbClr val="000000"/>
      </a:dk1>
      <a:lt1>
        <a:srgbClr val="FFFFFF"/>
      </a:lt1>
      <a:dk2>
        <a:srgbClr val="FF7900"/>
      </a:dk2>
      <a:lt2>
        <a:srgbClr val="595959"/>
      </a:lt2>
      <a:accent1>
        <a:srgbClr val="8F8F8F"/>
      </a:accent1>
      <a:accent2>
        <a:srgbClr val="D6D6D6"/>
      </a:accent2>
      <a:accent3>
        <a:srgbClr val="4BB4E6"/>
      </a:accent3>
      <a:accent4>
        <a:srgbClr val="50BE87"/>
      </a:accent4>
      <a:accent5>
        <a:srgbClr val="FFB4E6"/>
      </a:accent5>
      <a:accent6>
        <a:srgbClr val="A885D8"/>
      </a:accent6>
      <a:hlink>
        <a:srgbClr val="085EBD"/>
      </a:hlink>
      <a:folHlink>
        <a:srgbClr val="085EBD"/>
      </a:folHlink>
    </a:clrScheme>
    <a:fontScheme name="OCD">
      <a:majorFont>
        <a:latin typeface="Arial"/>
        <a:ea typeface=""/>
        <a:cs typeface=""/>
      </a:majorFont>
      <a:minorFont>
        <a:latin typeface="Arial"/>
        <a:ea typeface=""/>
        <a:cs typeface=""/>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N_OCD_Germany_Company_Presentation_2026_06.pptx" id="{5B29026F-0630-4E33-8ED0-C38C63A5ED7C}" vid="{CC42AF03-51C3-4A8A-8F1C-5FF9C305B140}"/>
    </a:ext>
  </a:extLst>
</a:theme>
</file>

<file path=ppt/theme/theme5.xml><?xml version="1.0" encoding="utf-8"?>
<a:theme xmlns:a="http://schemas.openxmlformats.org/drawingml/2006/main" name="2_Case Studies [ENG]">
  <a:themeElements>
    <a:clrScheme name="OCD-standards">
      <a:dk1>
        <a:srgbClr val="000000"/>
      </a:dk1>
      <a:lt1>
        <a:srgbClr val="FFFFFF"/>
      </a:lt1>
      <a:dk2>
        <a:srgbClr val="595959"/>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CD">
      <a:majorFont>
        <a:latin typeface="Arial"/>
        <a:ea typeface=""/>
        <a:cs typeface=""/>
      </a:majorFont>
      <a:minorFont>
        <a:latin typeface="Arial"/>
        <a:ea typeface=""/>
        <a:cs typeface=""/>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N_OCD_Germany_Company_Presentation_2026_06.pptx" id="{5B29026F-0630-4E33-8ED0-C38C63A5ED7C}" vid="{0E59D8EB-60F0-459B-87B2-AAFD92A7DA12}"/>
    </a:ext>
  </a:extLst>
</a:theme>
</file>

<file path=ppt/theme/theme6.xml><?xml version="1.0" encoding="utf-8"?>
<a:theme xmlns:a="http://schemas.openxmlformats.org/drawingml/2006/main" name="Master Noir 2023">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EN_OCD_Germany_Company_Presentation_2026_06.pptx" id="{5B29026F-0630-4E33-8ED0-C38C63A5ED7C}" vid="{E00D5C0E-9B5C-4AFF-ACDC-592D606E7432}"/>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7db0bf4-cd34-46e4-af24-2a958f9ce893">
      <Terms xmlns="http://schemas.microsoft.com/office/infopath/2007/PartnerControls"/>
    </lcf76f155ced4ddcb4097134ff3c332f>
    <TaxCatchAll xmlns="bffef28e-f56b-4352-b0f2-cf930a44bac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147EAE7DE7E874388F16E6C995DCB8D" ma:contentTypeVersion="13" ma:contentTypeDescription="Create a new document." ma:contentTypeScope="" ma:versionID="b57041ae4f1e3264a877b6c24e83a959">
  <xsd:schema xmlns:xsd="http://www.w3.org/2001/XMLSchema" xmlns:xs="http://www.w3.org/2001/XMLSchema" xmlns:p="http://schemas.microsoft.com/office/2006/metadata/properties" xmlns:ns2="77db0bf4-cd34-46e4-af24-2a958f9ce893" xmlns:ns3="bffef28e-f56b-4352-b0f2-cf930a44baca" targetNamespace="http://schemas.microsoft.com/office/2006/metadata/properties" ma:root="true" ma:fieldsID="06f7d5ea1d7b44aba728de01b061bae8" ns2:_="" ns3:_="">
    <xsd:import namespace="77db0bf4-cd34-46e4-af24-2a958f9ce893"/>
    <xsd:import namespace="bffef28e-f56b-4352-b0f2-cf930a44bac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db0bf4-cd34-46e4-af24-2a958f9ce8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372bda8-be47-494e-bd1a-9780e5253450"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fef28e-f56b-4352-b0f2-cf930a44bac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ed62cb1-7817-4c00-99a1-88c8ef2759e5}" ma:internalName="TaxCatchAll" ma:showField="CatchAllData" ma:web="bffef28e-f56b-4352-b0f2-cf930a44bac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D8F9440-0242-4C23-9039-E1BAD3949F5C}">
  <ds:schemaRefs>
    <ds:schemaRef ds:uri="bffef28e-f56b-4352-b0f2-cf930a44baca"/>
    <ds:schemaRef ds:uri="http://schemas.microsoft.com/office/2006/metadata/properties"/>
    <ds:schemaRef ds:uri="http://www.w3.org/XML/1998/namespace"/>
    <ds:schemaRef ds:uri="http://purl.org/dc/dcmitype/"/>
    <ds:schemaRef ds:uri="77db0bf4-cd34-46e4-af24-2a958f9ce893"/>
    <ds:schemaRef ds:uri="http://purl.org/dc/elements/1.1/"/>
    <ds:schemaRef ds:uri="http://purl.org/dc/terms/"/>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8F313DA0-DCD2-4939-8BB4-E7C37BA8A8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db0bf4-cd34-46e4-af24-2a958f9ce893"/>
    <ds:schemaRef ds:uri="bffef28e-f56b-4352-b0f2-cf930a44ba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3DE0EB0-9883-4792-A66F-EE8C1480A9B7}">
  <ds:schemaRefs>
    <ds:schemaRef ds:uri="http://schemas.microsoft.com/sharepoint/v3/contenttype/forms"/>
  </ds:schemaRefs>
</ds:datastoreItem>
</file>

<file path=docMetadata/LabelInfo.xml><?xml version="1.0" encoding="utf-8"?>
<clbl:labelList xmlns:clbl="http://schemas.microsoft.com/office/2020/mipLabelMetadata">
  <clbl:label id="{3edfa910-e888-49d0-8050-8adb128a76b7}" enabled="1" method="Privileged" siteId="{39e1abd8-ed13-44eb-be42-1e20116ea98c}" removed="0"/>
</clbl:labelList>
</file>

<file path=docProps/app.xml><?xml version="1.0" encoding="utf-8"?>
<Properties xmlns="http://schemas.openxmlformats.org/officeDocument/2006/extended-properties" xmlns:vt="http://schemas.openxmlformats.org/officeDocument/2006/docPropsVTypes">
  <Template>EN_OCD_Germany_Company_Presentation_2026_06</Template>
  <TotalTime>0</TotalTime>
  <Words>2538</Words>
  <Application>Microsoft Office PowerPoint</Application>
  <PresentationFormat>On-screen Show (16:9)</PresentationFormat>
  <Paragraphs>578</Paragraphs>
  <Slides>24</Slides>
  <Notes>21</Notes>
  <HiddenSlides>0</HiddenSlides>
  <MMClips>1</MMClips>
  <ScaleCrop>false</ScaleCrop>
  <HeadingPairs>
    <vt:vector size="6" baseType="variant">
      <vt:variant>
        <vt:lpstr>Fonts Used</vt:lpstr>
      </vt:variant>
      <vt:variant>
        <vt:i4>14</vt:i4>
      </vt:variant>
      <vt:variant>
        <vt:lpstr>Theme</vt:lpstr>
      </vt:variant>
      <vt:variant>
        <vt:i4>6</vt:i4>
      </vt:variant>
      <vt:variant>
        <vt:lpstr>Slide Titles</vt:lpstr>
      </vt:variant>
      <vt:variant>
        <vt:i4>24</vt:i4>
      </vt:variant>
    </vt:vector>
  </HeadingPairs>
  <TitlesOfParts>
    <vt:vector size="44" baseType="lpstr">
      <vt:lpstr>Aptos</vt:lpstr>
      <vt:lpstr>Arial</vt:lpstr>
      <vt:lpstr>Calibri</vt:lpstr>
      <vt:lpstr>Helvetica</vt:lpstr>
      <vt:lpstr>Helvetica 45 Light</vt:lpstr>
      <vt:lpstr>Helvetica 55 Roman</vt:lpstr>
      <vt:lpstr>Helvetica 65 Medium</vt:lpstr>
      <vt:lpstr>Helvetica 75</vt:lpstr>
      <vt:lpstr>Helvetica 75 Bold</vt:lpstr>
      <vt:lpstr>Helvetica Courant</vt:lpstr>
      <vt:lpstr>Symbol</vt:lpstr>
      <vt:lpstr>Times New Roman</vt:lpstr>
      <vt:lpstr>Wingdings</vt:lpstr>
      <vt:lpstr>Wingdings,Sans-Serif</vt:lpstr>
      <vt:lpstr>White Master</vt:lpstr>
      <vt:lpstr>Black Master</vt:lpstr>
      <vt:lpstr>Analyst Day</vt:lpstr>
      <vt:lpstr>OCD</vt:lpstr>
      <vt:lpstr>2_Case Studies [ENG]</vt:lpstr>
      <vt:lpstr>Master Noir 2023</vt:lpstr>
      <vt:lpstr>Orange Cyberdefense</vt:lpstr>
      <vt:lpstr>Orange Cyberdefense in Germany Your consulting and service partner with AI and compliance know-how</vt:lpstr>
      <vt:lpstr>Orange Cyberdefense in D/A/CH  Your consulting and service partner with AI and compliance know-how</vt:lpstr>
      <vt:lpstr>Why Orange Cyberdefense? Our strengths and unique capabilities. </vt:lpstr>
      <vt:lpstr>We speak your language.</vt:lpstr>
      <vt:lpstr>Cybersecurity Intelligence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Portfolio dedicated to Security Intelligence </vt:lpstr>
      <vt:lpstr>Portfolio dedicated to Infrastructure Security</vt:lpstr>
      <vt:lpstr>Portfolio dedicated to Endpoint Security</vt:lpstr>
      <vt:lpstr>Portfolio dedicated to Cloud Security</vt:lpstr>
      <vt:lpstr>Portfolio dedicated to OT Security</vt:lpstr>
      <vt:lpstr>Change of perspective: an outside view</vt:lpstr>
      <vt:lpstr>PowerPoint Presentation</vt:lpstr>
      <vt:lpstr>Product partners for our services</vt:lpstr>
      <vt:lpstr>PowerPoint Presentation</vt:lpstr>
      <vt:lpstr>PowerPoint Presentation</vt:lpstr>
    </vt:vector>
  </TitlesOfParts>
  <Company>Orange Cyberdefense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Guenther Kriele</dc:creator>
  <cp:lastModifiedBy>Guenther Kriele</cp:lastModifiedBy>
  <cp:revision>7</cp:revision>
  <dcterms:created xsi:type="dcterms:W3CDTF">2026-07-15T08:07:11Z</dcterms:created>
  <dcterms:modified xsi:type="dcterms:W3CDTF">2026-07-15T08:44:29Z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edfa910-e888-49d0-8050-8adb128a76b7_Enabled">
    <vt:lpwstr>true</vt:lpwstr>
  </property>
  <property fmtid="{D5CDD505-2E9C-101B-9397-08002B2CF9AE}" pid="3" name="MSIP_Label_3edfa910-e888-49d0-8050-8adb128a76b7_SetDate">
    <vt:lpwstr>2023-01-09T13:11:06Z</vt:lpwstr>
  </property>
  <property fmtid="{D5CDD505-2E9C-101B-9397-08002B2CF9AE}" pid="4" name="MSIP_Label_3edfa910-e888-49d0-8050-8adb128a76b7_Method">
    <vt:lpwstr>Privileged</vt:lpwstr>
  </property>
  <property fmtid="{D5CDD505-2E9C-101B-9397-08002B2CF9AE}" pid="5" name="MSIP_Label_3edfa910-e888-49d0-8050-8adb128a76b7_Name">
    <vt:lpwstr>UNREST-OCD</vt:lpwstr>
  </property>
  <property fmtid="{D5CDD505-2E9C-101B-9397-08002B2CF9AE}" pid="6" name="MSIP_Label_3edfa910-e888-49d0-8050-8adb128a76b7_SiteId">
    <vt:lpwstr>39e1abd8-ed13-44eb-be42-1e20116ea98c</vt:lpwstr>
  </property>
  <property fmtid="{D5CDD505-2E9C-101B-9397-08002B2CF9AE}" pid="7" name="MSIP_Label_3edfa910-e888-49d0-8050-8adb128a76b7_ActionId">
    <vt:lpwstr>988f6950-bbb5-40e2-8787-96d328401055</vt:lpwstr>
  </property>
  <property fmtid="{D5CDD505-2E9C-101B-9397-08002B2CF9AE}" pid="8" name="MSIP_Label_3edfa910-e888-49d0-8050-8adb128a76b7_ContentBits">
    <vt:lpwstr>0</vt:lpwstr>
  </property>
  <property fmtid="{D5CDD505-2E9C-101B-9397-08002B2CF9AE}" pid="9" name="ContentTypeId">
    <vt:lpwstr>0x010100E147EAE7DE7E874388F16E6C995DCB8D</vt:lpwstr>
  </property>
  <property fmtid="{D5CDD505-2E9C-101B-9397-08002B2CF9AE}" pid="10" name="MediaServiceImageTags">
    <vt:lpwstr/>
  </property>
</Properties>
</file>